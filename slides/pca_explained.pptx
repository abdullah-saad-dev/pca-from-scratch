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0"/>
  </p:notesMasterIdLst>
  <p:sldIdLst>
    <p:sldId id="256" r:id="rId3"/>
    <p:sldId id="291" r:id="rId4"/>
    <p:sldId id="292" r:id="rId5"/>
    <p:sldId id="293" r:id="rId6"/>
    <p:sldId id="277" r:id="rId7"/>
    <p:sldId id="279" r:id="rId8"/>
    <p:sldId id="280" r:id="rId9"/>
    <p:sldId id="281" r:id="rId10"/>
    <p:sldId id="262" r:id="rId11"/>
    <p:sldId id="282" r:id="rId12"/>
    <p:sldId id="264" r:id="rId13"/>
    <p:sldId id="299" r:id="rId14"/>
    <p:sldId id="295" r:id="rId15"/>
    <p:sldId id="296" r:id="rId16"/>
    <p:sldId id="297" r:id="rId17"/>
    <p:sldId id="298" r:id="rId18"/>
    <p:sldId id="300" r:id="rId19"/>
    <p:sldId id="266" r:id="rId20"/>
    <p:sldId id="285" r:id="rId21"/>
    <p:sldId id="286" r:id="rId22"/>
    <p:sldId id="270" r:id="rId23"/>
    <p:sldId id="287" r:id="rId24"/>
    <p:sldId id="288" r:id="rId25"/>
    <p:sldId id="290" r:id="rId26"/>
    <p:sldId id="289" r:id="rId27"/>
    <p:sldId id="275" r:id="rId28"/>
    <p:sldId id="294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88"/>
    <p:restoredTop sz="94610"/>
  </p:normalViewPr>
  <p:slideViewPr>
    <p:cSldViewPr snapToGrid="0" snapToObjects="1">
      <p:cViewPr>
        <p:scale>
          <a:sx n="112" d="100"/>
          <a:sy n="112" d="100"/>
        </p:scale>
        <p:origin x="712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E46597-E7B7-2C4F-AE3D-FFEBD794D89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C120D-49A6-664A-81D9-EC2018CAFEF0}">
      <dgm:prSet/>
      <dgm:spPr/>
      <dgm:t>
        <a:bodyPr/>
        <a:lstStyle/>
        <a:p>
          <a:r>
            <a:rPr lang="en-US" b="1" dirty="0"/>
            <a:t>Standardize data</a:t>
          </a:r>
          <a:endParaRPr lang="en-US" dirty="0"/>
        </a:p>
      </dgm:t>
    </dgm:pt>
    <dgm:pt modelId="{851FBA85-60A5-774F-B188-D885B6249030}" type="parTrans" cxnId="{5C591913-8C69-0042-99C0-B864742CEF3B}">
      <dgm:prSet/>
      <dgm:spPr/>
      <dgm:t>
        <a:bodyPr/>
        <a:lstStyle/>
        <a:p>
          <a:endParaRPr lang="en-US"/>
        </a:p>
      </dgm:t>
    </dgm:pt>
    <dgm:pt modelId="{3C656D34-C545-414E-B74E-6DAE8D39D668}" type="sibTrans" cxnId="{5C591913-8C69-0042-99C0-B864742CEF3B}">
      <dgm:prSet/>
      <dgm:spPr/>
      <dgm:t>
        <a:bodyPr/>
        <a:lstStyle/>
        <a:p>
          <a:endParaRPr lang="en-US"/>
        </a:p>
      </dgm:t>
    </dgm:pt>
    <dgm:pt modelId="{7B0A6FF9-C1E9-3940-8071-AA22EB1E1A11}">
      <dgm:prSet/>
      <dgm:spPr/>
      <dgm:t>
        <a:bodyPr/>
        <a:lstStyle/>
        <a:p>
          <a:r>
            <a:rPr lang="en-US" b="1" dirty="0"/>
            <a:t>Compute covariance matrix</a:t>
          </a:r>
          <a:endParaRPr lang="en-US" dirty="0"/>
        </a:p>
      </dgm:t>
    </dgm:pt>
    <dgm:pt modelId="{A261681D-4103-734A-8E34-E8963D33EB3E}" type="parTrans" cxnId="{02E18015-ED65-5141-8CA1-F0574597CA8D}">
      <dgm:prSet/>
      <dgm:spPr/>
      <dgm:t>
        <a:bodyPr/>
        <a:lstStyle/>
        <a:p>
          <a:endParaRPr lang="en-US"/>
        </a:p>
      </dgm:t>
    </dgm:pt>
    <dgm:pt modelId="{4B3EF3DE-C932-8A47-9689-B52435BA5B45}" type="sibTrans" cxnId="{02E18015-ED65-5141-8CA1-F0574597CA8D}">
      <dgm:prSet/>
      <dgm:spPr/>
      <dgm:t>
        <a:bodyPr/>
        <a:lstStyle/>
        <a:p>
          <a:endParaRPr lang="en-US"/>
        </a:p>
      </dgm:t>
    </dgm:pt>
    <dgm:pt modelId="{BF1540D1-7491-B045-A8D0-58013CB4D1FE}">
      <dgm:prSet/>
      <dgm:spPr/>
      <dgm:t>
        <a:bodyPr/>
        <a:lstStyle/>
        <a:p>
          <a:r>
            <a:rPr lang="en-US" b="1"/>
            <a:t>Find eigenvalues &amp; eigenvectors</a:t>
          </a:r>
          <a:endParaRPr lang="en-US"/>
        </a:p>
      </dgm:t>
    </dgm:pt>
    <dgm:pt modelId="{E8D21347-1DBD-3940-B53B-01FCFBE3D5D7}" type="parTrans" cxnId="{40BA2CB7-B8F1-B244-9273-C8709704A962}">
      <dgm:prSet/>
      <dgm:spPr/>
      <dgm:t>
        <a:bodyPr/>
        <a:lstStyle/>
        <a:p>
          <a:endParaRPr lang="en-US"/>
        </a:p>
      </dgm:t>
    </dgm:pt>
    <dgm:pt modelId="{9BB812EA-3717-E949-87AE-3452D197A97A}" type="sibTrans" cxnId="{40BA2CB7-B8F1-B244-9273-C8709704A962}">
      <dgm:prSet/>
      <dgm:spPr/>
      <dgm:t>
        <a:bodyPr/>
        <a:lstStyle/>
        <a:p>
          <a:endParaRPr lang="en-US"/>
        </a:p>
      </dgm:t>
    </dgm:pt>
    <dgm:pt modelId="{0F6F734C-1B35-D147-BF1F-D25548EA89EB}">
      <dgm:prSet custT="1"/>
      <dgm:spPr/>
      <dgm:t>
        <a:bodyPr/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gm:t>
    </dgm:pt>
    <dgm:pt modelId="{97E7C1DE-D6D3-C44D-B7DA-ADEB0DDFFE7B}" type="parTrans" cxnId="{A1412EEC-B02A-0840-B793-F0E0B872845E}">
      <dgm:prSet/>
      <dgm:spPr/>
      <dgm:t>
        <a:bodyPr/>
        <a:lstStyle/>
        <a:p>
          <a:endParaRPr lang="en-US"/>
        </a:p>
      </dgm:t>
    </dgm:pt>
    <dgm:pt modelId="{4E72529B-16FC-D244-81A2-35D5516B4CD3}" type="sibTrans" cxnId="{A1412EEC-B02A-0840-B793-F0E0B872845E}">
      <dgm:prSet/>
      <dgm:spPr/>
      <dgm:t>
        <a:bodyPr/>
        <a:lstStyle/>
        <a:p>
          <a:endParaRPr lang="en-US"/>
        </a:p>
      </dgm:t>
    </dgm:pt>
    <dgm:pt modelId="{85E67AFF-4EA4-0741-8D97-EB8D55578541}" type="pres">
      <dgm:prSet presAssocID="{24E46597-E7B7-2C4F-AE3D-FFEBD794D892}" presName="Name0" presStyleCnt="0">
        <dgm:presLayoutVars>
          <dgm:dir/>
          <dgm:resizeHandles val="exact"/>
        </dgm:presLayoutVars>
      </dgm:prSet>
      <dgm:spPr/>
    </dgm:pt>
    <dgm:pt modelId="{050DE555-2162-9E43-9570-B19450822F8D}" type="pres">
      <dgm:prSet presAssocID="{24E46597-E7B7-2C4F-AE3D-FFEBD794D892}" presName="arrow" presStyleLbl="bgShp" presStyleIdx="0" presStyleCnt="1"/>
      <dgm:spPr>
        <a:solidFill>
          <a:schemeClr val="tx1">
            <a:lumMod val="85000"/>
            <a:lumOff val="15000"/>
          </a:schemeClr>
        </a:solidFill>
      </dgm:spPr>
    </dgm:pt>
    <dgm:pt modelId="{18BD39FC-9662-5C4A-8FDE-4FE738E98970}" type="pres">
      <dgm:prSet presAssocID="{24E46597-E7B7-2C4F-AE3D-FFEBD794D892}" presName="points" presStyleCnt="0"/>
      <dgm:spPr/>
    </dgm:pt>
    <dgm:pt modelId="{3DC37D09-48BB-4842-B9F7-CBC290D37E5C}" type="pres">
      <dgm:prSet presAssocID="{C69C120D-49A6-664A-81D9-EC2018CAFEF0}" presName="compositeA" presStyleCnt="0"/>
      <dgm:spPr/>
    </dgm:pt>
    <dgm:pt modelId="{013F2CFA-D5DD-B946-9165-9E457A7E6B0A}" type="pres">
      <dgm:prSet presAssocID="{C69C120D-49A6-664A-81D9-EC2018CAFEF0}" presName="textA" presStyleLbl="revTx" presStyleIdx="0" presStyleCnt="4">
        <dgm:presLayoutVars>
          <dgm:bulletEnabled val="1"/>
        </dgm:presLayoutVars>
      </dgm:prSet>
      <dgm:spPr/>
    </dgm:pt>
    <dgm:pt modelId="{019A5432-10F4-0848-8B79-65BBECCB355C}" type="pres">
      <dgm:prSet presAssocID="{C69C120D-49A6-664A-81D9-EC2018CAFEF0}" presName="circleA" presStyleLbl="node1" presStyleIdx="0" presStyleCnt="4"/>
      <dgm:spPr>
        <a:solidFill>
          <a:schemeClr val="accent2"/>
        </a:solidFill>
      </dgm:spPr>
    </dgm:pt>
    <dgm:pt modelId="{E1D6F97D-0DA1-3E4F-88A7-399DD55D8CFE}" type="pres">
      <dgm:prSet presAssocID="{C69C120D-49A6-664A-81D9-EC2018CAFEF0}" presName="spaceA" presStyleCnt="0"/>
      <dgm:spPr/>
    </dgm:pt>
    <dgm:pt modelId="{EB78FDAF-D7AE-5747-91FA-69532A36724B}" type="pres">
      <dgm:prSet presAssocID="{3C656D34-C545-414E-B74E-6DAE8D39D668}" presName="space" presStyleCnt="0"/>
      <dgm:spPr/>
    </dgm:pt>
    <dgm:pt modelId="{4048D7C4-DA70-3046-9206-5AED69C2C774}" type="pres">
      <dgm:prSet presAssocID="{0F6F734C-1B35-D147-BF1F-D25548EA89EB}" presName="compositeB" presStyleCnt="0"/>
      <dgm:spPr/>
    </dgm:pt>
    <dgm:pt modelId="{9BF6A688-F817-DF46-8BAC-009AC833352D}" type="pres">
      <dgm:prSet presAssocID="{0F6F734C-1B35-D147-BF1F-D25548EA89EB}" presName="textB" presStyleLbl="revTx" presStyleIdx="1" presStyleCnt="4">
        <dgm:presLayoutVars>
          <dgm:bulletEnabled val="1"/>
        </dgm:presLayoutVars>
      </dgm:prSet>
      <dgm:spPr/>
    </dgm:pt>
    <dgm:pt modelId="{41351E51-1D1B-C241-A099-7B04D981D11D}" type="pres">
      <dgm:prSet presAssocID="{0F6F734C-1B35-D147-BF1F-D25548EA89EB}" presName="circleB" presStyleLbl="node1" presStyleIdx="1" presStyleCnt="4"/>
      <dgm:spPr>
        <a:solidFill>
          <a:schemeClr val="accent2"/>
        </a:solidFill>
      </dgm:spPr>
    </dgm:pt>
    <dgm:pt modelId="{7E7A1109-8DEE-3B40-9478-1E40984DFE0C}" type="pres">
      <dgm:prSet presAssocID="{0F6F734C-1B35-D147-BF1F-D25548EA89EB}" presName="spaceB" presStyleCnt="0"/>
      <dgm:spPr/>
    </dgm:pt>
    <dgm:pt modelId="{8C02C0E3-9DF7-6848-852F-D6BB1ADBEBD8}" type="pres">
      <dgm:prSet presAssocID="{4E72529B-16FC-D244-81A2-35D5516B4CD3}" presName="space" presStyleCnt="0"/>
      <dgm:spPr/>
    </dgm:pt>
    <dgm:pt modelId="{16440AC4-36AB-4B4D-BD72-6B520AEC5574}" type="pres">
      <dgm:prSet presAssocID="{7B0A6FF9-C1E9-3940-8071-AA22EB1E1A11}" presName="compositeA" presStyleCnt="0"/>
      <dgm:spPr/>
    </dgm:pt>
    <dgm:pt modelId="{E2D1CFD1-041E-E546-84FB-F7601F3AF64E}" type="pres">
      <dgm:prSet presAssocID="{7B0A6FF9-C1E9-3940-8071-AA22EB1E1A11}" presName="textA" presStyleLbl="revTx" presStyleIdx="2" presStyleCnt="4">
        <dgm:presLayoutVars>
          <dgm:bulletEnabled val="1"/>
        </dgm:presLayoutVars>
      </dgm:prSet>
      <dgm:spPr/>
    </dgm:pt>
    <dgm:pt modelId="{7D0C3616-13C5-9F48-8E3D-AC694D294C86}" type="pres">
      <dgm:prSet presAssocID="{7B0A6FF9-C1E9-3940-8071-AA22EB1E1A11}" presName="circleA" presStyleLbl="node1" presStyleIdx="2" presStyleCnt="4"/>
      <dgm:spPr>
        <a:solidFill>
          <a:schemeClr val="accent2"/>
        </a:solidFill>
      </dgm:spPr>
    </dgm:pt>
    <dgm:pt modelId="{84FEF492-DC7A-C449-BEA1-C601C897B082}" type="pres">
      <dgm:prSet presAssocID="{7B0A6FF9-C1E9-3940-8071-AA22EB1E1A11}" presName="spaceA" presStyleCnt="0"/>
      <dgm:spPr/>
    </dgm:pt>
    <dgm:pt modelId="{BBC88CE0-8F90-E547-84E0-8017D12F7049}" type="pres">
      <dgm:prSet presAssocID="{4B3EF3DE-C932-8A47-9689-B52435BA5B45}" presName="space" presStyleCnt="0"/>
      <dgm:spPr/>
    </dgm:pt>
    <dgm:pt modelId="{93F9A084-DA19-554F-9B47-F1913EF2838F}" type="pres">
      <dgm:prSet presAssocID="{BF1540D1-7491-B045-A8D0-58013CB4D1FE}" presName="compositeB" presStyleCnt="0"/>
      <dgm:spPr/>
    </dgm:pt>
    <dgm:pt modelId="{659D690E-EB01-4E4F-BC56-8D63AE82BD5A}" type="pres">
      <dgm:prSet presAssocID="{BF1540D1-7491-B045-A8D0-58013CB4D1FE}" presName="textB" presStyleLbl="revTx" presStyleIdx="3" presStyleCnt="4">
        <dgm:presLayoutVars>
          <dgm:bulletEnabled val="1"/>
        </dgm:presLayoutVars>
      </dgm:prSet>
      <dgm:spPr/>
    </dgm:pt>
    <dgm:pt modelId="{3C66475A-C7EB-544F-8861-E66E53095708}" type="pres">
      <dgm:prSet presAssocID="{BF1540D1-7491-B045-A8D0-58013CB4D1FE}" presName="circleB" presStyleLbl="node1" presStyleIdx="3" presStyleCnt="4"/>
      <dgm:spPr>
        <a:solidFill>
          <a:schemeClr val="accent2"/>
        </a:solidFill>
      </dgm:spPr>
    </dgm:pt>
    <dgm:pt modelId="{F605E89F-DDBF-234B-A64D-75035DD8140A}" type="pres">
      <dgm:prSet presAssocID="{BF1540D1-7491-B045-A8D0-58013CB4D1FE}" presName="spaceB" presStyleCnt="0"/>
      <dgm:spPr/>
    </dgm:pt>
  </dgm:ptLst>
  <dgm:cxnLst>
    <dgm:cxn modelId="{5C591913-8C69-0042-99C0-B864742CEF3B}" srcId="{24E46597-E7B7-2C4F-AE3D-FFEBD794D892}" destId="{C69C120D-49A6-664A-81D9-EC2018CAFEF0}" srcOrd="0" destOrd="0" parTransId="{851FBA85-60A5-774F-B188-D885B6249030}" sibTransId="{3C656D34-C545-414E-B74E-6DAE8D39D668}"/>
    <dgm:cxn modelId="{02E18015-ED65-5141-8CA1-F0574597CA8D}" srcId="{24E46597-E7B7-2C4F-AE3D-FFEBD794D892}" destId="{7B0A6FF9-C1E9-3940-8071-AA22EB1E1A11}" srcOrd="2" destOrd="0" parTransId="{A261681D-4103-734A-8E34-E8963D33EB3E}" sibTransId="{4B3EF3DE-C932-8A47-9689-B52435BA5B45}"/>
    <dgm:cxn modelId="{C335EC3B-0CAA-0F44-ADD8-C1CDE7A5F8D6}" type="presOf" srcId="{24E46597-E7B7-2C4F-AE3D-FFEBD794D892}" destId="{85E67AFF-4EA4-0741-8D97-EB8D55578541}" srcOrd="0" destOrd="0" presId="urn:microsoft.com/office/officeart/2005/8/layout/hProcess11"/>
    <dgm:cxn modelId="{92168149-0369-4444-BF52-13A174315A0A}" type="presOf" srcId="{C69C120D-49A6-664A-81D9-EC2018CAFEF0}" destId="{013F2CFA-D5DD-B946-9165-9E457A7E6B0A}" srcOrd="0" destOrd="0" presId="urn:microsoft.com/office/officeart/2005/8/layout/hProcess11"/>
    <dgm:cxn modelId="{1AB17363-F97B-AE41-8652-0E39F0FE8C2B}" type="presOf" srcId="{BF1540D1-7491-B045-A8D0-58013CB4D1FE}" destId="{659D690E-EB01-4E4F-BC56-8D63AE82BD5A}" srcOrd="0" destOrd="0" presId="urn:microsoft.com/office/officeart/2005/8/layout/hProcess11"/>
    <dgm:cxn modelId="{40BA2CB7-B8F1-B244-9273-C8709704A962}" srcId="{24E46597-E7B7-2C4F-AE3D-FFEBD794D892}" destId="{BF1540D1-7491-B045-A8D0-58013CB4D1FE}" srcOrd="3" destOrd="0" parTransId="{E8D21347-1DBD-3940-B53B-01FCFBE3D5D7}" sibTransId="{9BB812EA-3717-E949-87AE-3452D197A97A}"/>
    <dgm:cxn modelId="{9D32AAD2-359E-284F-9F47-FE3A7C38C381}" type="presOf" srcId="{0F6F734C-1B35-D147-BF1F-D25548EA89EB}" destId="{9BF6A688-F817-DF46-8BAC-009AC833352D}" srcOrd="0" destOrd="0" presId="urn:microsoft.com/office/officeart/2005/8/layout/hProcess11"/>
    <dgm:cxn modelId="{A1412EEC-B02A-0840-B793-F0E0B872845E}" srcId="{24E46597-E7B7-2C4F-AE3D-FFEBD794D892}" destId="{0F6F734C-1B35-D147-BF1F-D25548EA89EB}" srcOrd="1" destOrd="0" parTransId="{97E7C1DE-D6D3-C44D-B7DA-ADEB0DDFFE7B}" sibTransId="{4E72529B-16FC-D244-81A2-35D5516B4CD3}"/>
    <dgm:cxn modelId="{3B76F0F8-A87B-424C-A973-7B271186704A}" type="presOf" srcId="{7B0A6FF9-C1E9-3940-8071-AA22EB1E1A11}" destId="{E2D1CFD1-041E-E546-84FB-F7601F3AF64E}" srcOrd="0" destOrd="0" presId="urn:microsoft.com/office/officeart/2005/8/layout/hProcess11"/>
    <dgm:cxn modelId="{3E00619A-1E23-8148-B819-E512267FCBB3}" type="presParOf" srcId="{85E67AFF-4EA4-0741-8D97-EB8D55578541}" destId="{050DE555-2162-9E43-9570-B19450822F8D}" srcOrd="0" destOrd="0" presId="urn:microsoft.com/office/officeart/2005/8/layout/hProcess11"/>
    <dgm:cxn modelId="{81DA0AA9-F0A4-B84F-AD6C-5F88FC67FABC}" type="presParOf" srcId="{85E67AFF-4EA4-0741-8D97-EB8D55578541}" destId="{18BD39FC-9662-5C4A-8FDE-4FE738E98970}" srcOrd="1" destOrd="0" presId="urn:microsoft.com/office/officeart/2005/8/layout/hProcess11"/>
    <dgm:cxn modelId="{F876BE42-FBA4-714E-9DF5-F11C7B323ACA}" type="presParOf" srcId="{18BD39FC-9662-5C4A-8FDE-4FE738E98970}" destId="{3DC37D09-48BB-4842-B9F7-CBC290D37E5C}" srcOrd="0" destOrd="0" presId="urn:microsoft.com/office/officeart/2005/8/layout/hProcess11"/>
    <dgm:cxn modelId="{ED1958F1-85E9-B74E-9C32-9AEA6B0EA869}" type="presParOf" srcId="{3DC37D09-48BB-4842-B9F7-CBC290D37E5C}" destId="{013F2CFA-D5DD-B946-9165-9E457A7E6B0A}" srcOrd="0" destOrd="0" presId="urn:microsoft.com/office/officeart/2005/8/layout/hProcess11"/>
    <dgm:cxn modelId="{E240AA21-7712-FB4B-8BED-A405CE44D8E5}" type="presParOf" srcId="{3DC37D09-48BB-4842-B9F7-CBC290D37E5C}" destId="{019A5432-10F4-0848-8B79-65BBECCB355C}" srcOrd="1" destOrd="0" presId="urn:microsoft.com/office/officeart/2005/8/layout/hProcess11"/>
    <dgm:cxn modelId="{F42B09FF-C861-044F-9B4C-F759C1267A38}" type="presParOf" srcId="{3DC37D09-48BB-4842-B9F7-CBC290D37E5C}" destId="{E1D6F97D-0DA1-3E4F-88A7-399DD55D8CFE}" srcOrd="2" destOrd="0" presId="urn:microsoft.com/office/officeart/2005/8/layout/hProcess11"/>
    <dgm:cxn modelId="{49202F8B-9B69-4E40-ABF3-17B28B5E69F6}" type="presParOf" srcId="{18BD39FC-9662-5C4A-8FDE-4FE738E98970}" destId="{EB78FDAF-D7AE-5747-91FA-69532A36724B}" srcOrd="1" destOrd="0" presId="urn:microsoft.com/office/officeart/2005/8/layout/hProcess11"/>
    <dgm:cxn modelId="{38C4A5F8-6AD4-8C4A-BAC2-BD55A59182EB}" type="presParOf" srcId="{18BD39FC-9662-5C4A-8FDE-4FE738E98970}" destId="{4048D7C4-DA70-3046-9206-5AED69C2C774}" srcOrd="2" destOrd="0" presId="urn:microsoft.com/office/officeart/2005/8/layout/hProcess11"/>
    <dgm:cxn modelId="{D0B7FD43-7695-BD46-8B57-9A1E8D7B86DA}" type="presParOf" srcId="{4048D7C4-DA70-3046-9206-5AED69C2C774}" destId="{9BF6A688-F817-DF46-8BAC-009AC833352D}" srcOrd="0" destOrd="0" presId="urn:microsoft.com/office/officeart/2005/8/layout/hProcess11"/>
    <dgm:cxn modelId="{F6354B33-E685-D64F-B587-54D50B30C1DD}" type="presParOf" srcId="{4048D7C4-DA70-3046-9206-5AED69C2C774}" destId="{41351E51-1D1B-C241-A099-7B04D981D11D}" srcOrd="1" destOrd="0" presId="urn:microsoft.com/office/officeart/2005/8/layout/hProcess11"/>
    <dgm:cxn modelId="{BB1CDC13-D4DB-2441-B22A-2299E72E9873}" type="presParOf" srcId="{4048D7C4-DA70-3046-9206-5AED69C2C774}" destId="{7E7A1109-8DEE-3B40-9478-1E40984DFE0C}" srcOrd="2" destOrd="0" presId="urn:microsoft.com/office/officeart/2005/8/layout/hProcess11"/>
    <dgm:cxn modelId="{59A05394-7FAC-594C-863F-DDD55A1788EF}" type="presParOf" srcId="{18BD39FC-9662-5C4A-8FDE-4FE738E98970}" destId="{8C02C0E3-9DF7-6848-852F-D6BB1ADBEBD8}" srcOrd="3" destOrd="0" presId="urn:microsoft.com/office/officeart/2005/8/layout/hProcess11"/>
    <dgm:cxn modelId="{D979945D-8F88-234A-9F9A-FBCC45F29EA6}" type="presParOf" srcId="{18BD39FC-9662-5C4A-8FDE-4FE738E98970}" destId="{16440AC4-36AB-4B4D-BD72-6B520AEC5574}" srcOrd="4" destOrd="0" presId="urn:microsoft.com/office/officeart/2005/8/layout/hProcess11"/>
    <dgm:cxn modelId="{4410C4B5-3C87-F844-91AB-55E31E5A58EF}" type="presParOf" srcId="{16440AC4-36AB-4B4D-BD72-6B520AEC5574}" destId="{E2D1CFD1-041E-E546-84FB-F7601F3AF64E}" srcOrd="0" destOrd="0" presId="urn:microsoft.com/office/officeart/2005/8/layout/hProcess11"/>
    <dgm:cxn modelId="{E670759E-B137-3D4D-A337-D2FB692D1682}" type="presParOf" srcId="{16440AC4-36AB-4B4D-BD72-6B520AEC5574}" destId="{7D0C3616-13C5-9F48-8E3D-AC694D294C86}" srcOrd="1" destOrd="0" presId="urn:microsoft.com/office/officeart/2005/8/layout/hProcess11"/>
    <dgm:cxn modelId="{D41BED1D-695B-244B-8AA1-95F16E23F409}" type="presParOf" srcId="{16440AC4-36AB-4B4D-BD72-6B520AEC5574}" destId="{84FEF492-DC7A-C449-BEA1-C601C897B082}" srcOrd="2" destOrd="0" presId="urn:microsoft.com/office/officeart/2005/8/layout/hProcess11"/>
    <dgm:cxn modelId="{9647C62A-0A7D-0140-A4A6-5E0B7B385E97}" type="presParOf" srcId="{18BD39FC-9662-5C4A-8FDE-4FE738E98970}" destId="{BBC88CE0-8F90-E547-84E0-8017D12F7049}" srcOrd="5" destOrd="0" presId="urn:microsoft.com/office/officeart/2005/8/layout/hProcess11"/>
    <dgm:cxn modelId="{09FBAC49-38E3-2E48-8240-080FE3C4882D}" type="presParOf" srcId="{18BD39FC-9662-5C4A-8FDE-4FE738E98970}" destId="{93F9A084-DA19-554F-9B47-F1913EF2838F}" srcOrd="6" destOrd="0" presId="urn:microsoft.com/office/officeart/2005/8/layout/hProcess11"/>
    <dgm:cxn modelId="{FD2A2035-C11C-5441-A329-B36CEFF49A7F}" type="presParOf" srcId="{93F9A084-DA19-554F-9B47-F1913EF2838F}" destId="{659D690E-EB01-4E4F-BC56-8D63AE82BD5A}" srcOrd="0" destOrd="0" presId="urn:microsoft.com/office/officeart/2005/8/layout/hProcess11"/>
    <dgm:cxn modelId="{2D18505B-A5A0-1240-B521-1C86272BB0AF}" type="presParOf" srcId="{93F9A084-DA19-554F-9B47-F1913EF2838F}" destId="{3C66475A-C7EB-544F-8861-E66E53095708}" srcOrd="1" destOrd="0" presId="urn:microsoft.com/office/officeart/2005/8/layout/hProcess11"/>
    <dgm:cxn modelId="{D29194A0-7573-3C4A-B04F-59A9F35CF76F}" type="presParOf" srcId="{93F9A084-DA19-554F-9B47-F1913EF2838F}" destId="{F605E89F-DDBF-234B-A64D-75035DD8140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E46597-E7B7-2C4F-AE3D-FFEBD794D89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C120D-49A6-664A-81D9-EC2018CAFEF0}">
      <dgm:prSet/>
      <dgm:spPr/>
      <dgm:t>
        <a:bodyPr/>
        <a:lstStyle/>
        <a:p>
          <a:r>
            <a:rPr lang="en-US" b="1" dirty="0"/>
            <a:t>Standardize data</a:t>
          </a:r>
          <a:endParaRPr lang="en-US" dirty="0"/>
        </a:p>
      </dgm:t>
    </dgm:pt>
    <dgm:pt modelId="{851FBA85-60A5-774F-B188-D885B6249030}" type="parTrans" cxnId="{5C591913-8C69-0042-99C0-B864742CEF3B}">
      <dgm:prSet/>
      <dgm:spPr/>
      <dgm:t>
        <a:bodyPr/>
        <a:lstStyle/>
        <a:p>
          <a:endParaRPr lang="en-US"/>
        </a:p>
      </dgm:t>
    </dgm:pt>
    <dgm:pt modelId="{3C656D34-C545-414E-B74E-6DAE8D39D668}" type="sibTrans" cxnId="{5C591913-8C69-0042-99C0-B864742CEF3B}">
      <dgm:prSet/>
      <dgm:spPr/>
      <dgm:t>
        <a:bodyPr/>
        <a:lstStyle/>
        <a:p>
          <a:endParaRPr lang="en-US"/>
        </a:p>
      </dgm:t>
    </dgm:pt>
    <dgm:pt modelId="{7B0A6FF9-C1E9-3940-8071-AA22EB1E1A11}">
      <dgm:prSet/>
      <dgm:spPr/>
      <dgm:t>
        <a:bodyPr/>
        <a:lstStyle/>
        <a:p>
          <a:r>
            <a:rPr lang="en-US" b="1" dirty="0"/>
            <a:t>Compute covariance matrix</a:t>
          </a:r>
          <a:endParaRPr lang="en-US" dirty="0"/>
        </a:p>
      </dgm:t>
    </dgm:pt>
    <dgm:pt modelId="{A261681D-4103-734A-8E34-E8963D33EB3E}" type="parTrans" cxnId="{02E18015-ED65-5141-8CA1-F0574597CA8D}">
      <dgm:prSet/>
      <dgm:spPr/>
      <dgm:t>
        <a:bodyPr/>
        <a:lstStyle/>
        <a:p>
          <a:endParaRPr lang="en-US"/>
        </a:p>
      </dgm:t>
    </dgm:pt>
    <dgm:pt modelId="{4B3EF3DE-C932-8A47-9689-B52435BA5B45}" type="sibTrans" cxnId="{02E18015-ED65-5141-8CA1-F0574597CA8D}">
      <dgm:prSet/>
      <dgm:spPr/>
      <dgm:t>
        <a:bodyPr/>
        <a:lstStyle/>
        <a:p>
          <a:endParaRPr lang="en-US"/>
        </a:p>
      </dgm:t>
    </dgm:pt>
    <dgm:pt modelId="{BF1540D1-7491-B045-A8D0-58013CB4D1FE}">
      <dgm:prSet/>
      <dgm:spPr/>
      <dgm:t>
        <a:bodyPr/>
        <a:lstStyle/>
        <a:p>
          <a:r>
            <a:rPr lang="en-US" b="1"/>
            <a:t>Find eigenvalues &amp; eigenvectors</a:t>
          </a:r>
          <a:endParaRPr lang="en-US"/>
        </a:p>
      </dgm:t>
    </dgm:pt>
    <dgm:pt modelId="{E8D21347-1DBD-3940-B53B-01FCFBE3D5D7}" type="parTrans" cxnId="{40BA2CB7-B8F1-B244-9273-C8709704A962}">
      <dgm:prSet/>
      <dgm:spPr/>
      <dgm:t>
        <a:bodyPr/>
        <a:lstStyle/>
        <a:p>
          <a:endParaRPr lang="en-US"/>
        </a:p>
      </dgm:t>
    </dgm:pt>
    <dgm:pt modelId="{9BB812EA-3717-E949-87AE-3452D197A97A}" type="sibTrans" cxnId="{40BA2CB7-B8F1-B244-9273-C8709704A962}">
      <dgm:prSet/>
      <dgm:spPr/>
      <dgm:t>
        <a:bodyPr/>
        <a:lstStyle/>
        <a:p>
          <a:endParaRPr lang="en-US"/>
        </a:p>
      </dgm:t>
    </dgm:pt>
    <dgm:pt modelId="{0F6F734C-1B35-D147-BF1F-D25548EA89EB}">
      <dgm:prSet custT="1"/>
      <dgm:spPr/>
      <dgm:t>
        <a:bodyPr/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gm:t>
    </dgm:pt>
    <dgm:pt modelId="{97E7C1DE-D6D3-C44D-B7DA-ADEB0DDFFE7B}" type="parTrans" cxnId="{A1412EEC-B02A-0840-B793-F0E0B872845E}">
      <dgm:prSet/>
      <dgm:spPr/>
      <dgm:t>
        <a:bodyPr/>
        <a:lstStyle/>
        <a:p>
          <a:endParaRPr lang="en-US"/>
        </a:p>
      </dgm:t>
    </dgm:pt>
    <dgm:pt modelId="{4E72529B-16FC-D244-81A2-35D5516B4CD3}" type="sibTrans" cxnId="{A1412EEC-B02A-0840-B793-F0E0B872845E}">
      <dgm:prSet/>
      <dgm:spPr/>
      <dgm:t>
        <a:bodyPr/>
        <a:lstStyle/>
        <a:p>
          <a:endParaRPr lang="en-US"/>
        </a:p>
      </dgm:t>
    </dgm:pt>
    <dgm:pt modelId="{85E67AFF-4EA4-0741-8D97-EB8D55578541}" type="pres">
      <dgm:prSet presAssocID="{24E46597-E7B7-2C4F-AE3D-FFEBD794D892}" presName="Name0" presStyleCnt="0">
        <dgm:presLayoutVars>
          <dgm:dir/>
          <dgm:resizeHandles val="exact"/>
        </dgm:presLayoutVars>
      </dgm:prSet>
      <dgm:spPr/>
    </dgm:pt>
    <dgm:pt modelId="{050DE555-2162-9E43-9570-B19450822F8D}" type="pres">
      <dgm:prSet presAssocID="{24E46597-E7B7-2C4F-AE3D-FFEBD794D892}" presName="arrow" presStyleLbl="bgShp" presStyleIdx="0" presStyleCnt="1"/>
      <dgm:spPr>
        <a:solidFill>
          <a:schemeClr val="tx1">
            <a:lumMod val="85000"/>
            <a:lumOff val="15000"/>
          </a:schemeClr>
        </a:solidFill>
      </dgm:spPr>
    </dgm:pt>
    <dgm:pt modelId="{18BD39FC-9662-5C4A-8FDE-4FE738E98970}" type="pres">
      <dgm:prSet presAssocID="{24E46597-E7B7-2C4F-AE3D-FFEBD794D892}" presName="points" presStyleCnt="0"/>
      <dgm:spPr/>
    </dgm:pt>
    <dgm:pt modelId="{3DC37D09-48BB-4842-B9F7-CBC290D37E5C}" type="pres">
      <dgm:prSet presAssocID="{C69C120D-49A6-664A-81D9-EC2018CAFEF0}" presName="compositeA" presStyleCnt="0"/>
      <dgm:spPr/>
    </dgm:pt>
    <dgm:pt modelId="{013F2CFA-D5DD-B946-9165-9E457A7E6B0A}" type="pres">
      <dgm:prSet presAssocID="{C69C120D-49A6-664A-81D9-EC2018CAFEF0}" presName="textA" presStyleLbl="revTx" presStyleIdx="0" presStyleCnt="4">
        <dgm:presLayoutVars>
          <dgm:bulletEnabled val="1"/>
        </dgm:presLayoutVars>
      </dgm:prSet>
      <dgm:spPr/>
    </dgm:pt>
    <dgm:pt modelId="{019A5432-10F4-0848-8B79-65BBECCB355C}" type="pres">
      <dgm:prSet presAssocID="{C69C120D-49A6-664A-81D9-EC2018CAFEF0}" presName="circleA" presStyleLbl="node1" presStyleIdx="0" presStyleCnt="4"/>
      <dgm:spPr>
        <a:solidFill>
          <a:schemeClr val="accent2"/>
        </a:solidFill>
      </dgm:spPr>
    </dgm:pt>
    <dgm:pt modelId="{E1D6F97D-0DA1-3E4F-88A7-399DD55D8CFE}" type="pres">
      <dgm:prSet presAssocID="{C69C120D-49A6-664A-81D9-EC2018CAFEF0}" presName="spaceA" presStyleCnt="0"/>
      <dgm:spPr/>
    </dgm:pt>
    <dgm:pt modelId="{EB78FDAF-D7AE-5747-91FA-69532A36724B}" type="pres">
      <dgm:prSet presAssocID="{3C656D34-C545-414E-B74E-6DAE8D39D668}" presName="space" presStyleCnt="0"/>
      <dgm:spPr/>
    </dgm:pt>
    <dgm:pt modelId="{4048D7C4-DA70-3046-9206-5AED69C2C774}" type="pres">
      <dgm:prSet presAssocID="{0F6F734C-1B35-D147-BF1F-D25548EA89EB}" presName="compositeB" presStyleCnt="0"/>
      <dgm:spPr/>
    </dgm:pt>
    <dgm:pt modelId="{9BF6A688-F817-DF46-8BAC-009AC833352D}" type="pres">
      <dgm:prSet presAssocID="{0F6F734C-1B35-D147-BF1F-D25548EA89EB}" presName="textB" presStyleLbl="revTx" presStyleIdx="1" presStyleCnt="4">
        <dgm:presLayoutVars>
          <dgm:bulletEnabled val="1"/>
        </dgm:presLayoutVars>
      </dgm:prSet>
      <dgm:spPr/>
    </dgm:pt>
    <dgm:pt modelId="{41351E51-1D1B-C241-A099-7B04D981D11D}" type="pres">
      <dgm:prSet presAssocID="{0F6F734C-1B35-D147-BF1F-D25548EA89EB}" presName="circleB" presStyleLbl="node1" presStyleIdx="1" presStyleCnt="4"/>
      <dgm:spPr>
        <a:solidFill>
          <a:schemeClr val="accent2"/>
        </a:solidFill>
      </dgm:spPr>
    </dgm:pt>
    <dgm:pt modelId="{7E7A1109-8DEE-3B40-9478-1E40984DFE0C}" type="pres">
      <dgm:prSet presAssocID="{0F6F734C-1B35-D147-BF1F-D25548EA89EB}" presName="spaceB" presStyleCnt="0"/>
      <dgm:spPr/>
    </dgm:pt>
    <dgm:pt modelId="{8C02C0E3-9DF7-6848-852F-D6BB1ADBEBD8}" type="pres">
      <dgm:prSet presAssocID="{4E72529B-16FC-D244-81A2-35D5516B4CD3}" presName="space" presStyleCnt="0"/>
      <dgm:spPr/>
    </dgm:pt>
    <dgm:pt modelId="{16440AC4-36AB-4B4D-BD72-6B520AEC5574}" type="pres">
      <dgm:prSet presAssocID="{7B0A6FF9-C1E9-3940-8071-AA22EB1E1A11}" presName="compositeA" presStyleCnt="0"/>
      <dgm:spPr/>
    </dgm:pt>
    <dgm:pt modelId="{E2D1CFD1-041E-E546-84FB-F7601F3AF64E}" type="pres">
      <dgm:prSet presAssocID="{7B0A6FF9-C1E9-3940-8071-AA22EB1E1A11}" presName="textA" presStyleLbl="revTx" presStyleIdx="2" presStyleCnt="4">
        <dgm:presLayoutVars>
          <dgm:bulletEnabled val="1"/>
        </dgm:presLayoutVars>
      </dgm:prSet>
      <dgm:spPr/>
    </dgm:pt>
    <dgm:pt modelId="{7D0C3616-13C5-9F48-8E3D-AC694D294C86}" type="pres">
      <dgm:prSet presAssocID="{7B0A6FF9-C1E9-3940-8071-AA22EB1E1A11}" presName="circleA" presStyleLbl="node1" presStyleIdx="2" presStyleCnt="4"/>
      <dgm:spPr>
        <a:solidFill>
          <a:schemeClr val="accent2"/>
        </a:solidFill>
      </dgm:spPr>
    </dgm:pt>
    <dgm:pt modelId="{84FEF492-DC7A-C449-BEA1-C601C897B082}" type="pres">
      <dgm:prSet presAssocID="{7B0A6FF9-C1E9-3940-8071-AA22EB1E1A11}" presName="spaceA" presStyleCnt="0"/>
      <dgm:spPr/>
    </dgm:pt>
    <dgm:pt modelId="{BBC88CE0-8F90-E547-84E0-8017D12F7049}" type="pres">
      <dgm:prSet presAssocID="{4B3EF3DE-C932-8A47-9689-B52435BA5B45}" presName="space" presStyleCnt="0"/>
      <dgm:spPr/>
    </dgm:pt>
    <dgm:pt modelId="{93F9A084-DA19-554F-9B47-F1913EF2838F}" type="pres">
      <dgm:prSet presAssocID="{BF1540D1-7491-B045-A8D0-58013CB4D1FE}" presName="compositeB" presStyleCnt="0"/>
      <dgm:spPr/>
    </dgm:pt>
    <dgm:pt modelId="{659D690E-EB01-4E4F-BC56-8D63AE82BD5A}" type="pres">
      <dgm:prSet presAssocID="{BF1540D1-7491-B045-A8D0-58013CB4D1FE}" presName="textB" presStyleLbl="revTx" presStyleIdx="3" presStyleCnt="4">
        <dgm:presLayoutVars>
          <dgm:bulletEnabled val="1"/>
        </dgm:presLayoutVars>
      </dgm:prSet>
      <dgm:spPr/>
    </dgm:pt>
    <dgm:pt modelId="{3C66475A-C7EB-544F-8861-E66E53095708}" type="pres">
      <dgm:prSet presAssocID="{BF1540D1-7491-B045-A8D0-58013CB4D1FE}" presName="circleB" presStyleLbl="node1" presStyleIdx="3" presStyleCnt="4"/>
      <dgm:spPr>
        <a:solidFill>
          <a:schemeClr val="accent2"/>
        </a:solidFill>
      </dgm:spPr>
    </dgm:pt>
    <dgm:pt modelId="{F605E89F-DDBF-234B-A64D-75035DD8140A}" type="pres">
      <dgm:prSet presAssocID="{BF1540D1-7491-B045-A8D0-58013CB4D1FE}" presName="spaceB" presStyleCnt="0"/>
      <dgm:spPr/>
    </dgm:pt>
  </dgm:ptLst>
  <dgm:cxnLst>
    <dgm:cxn modelId="{5C591913-8C69-0042-99C0-B864742CEF3B}" srcId="{24E46597-E7B7-2C4F-AE3D-FFEBD794D892}" destId="{C69C120D-49A6-664A-81D9-EC2018CAFEF0}" srcOrd="0" destOrd="0" parTransId="{851FBA85-60A5-774F-B188-D885B6249030}" sibTransId="{3C656D34-C545-414E-B74E-6DAE8D39D668}"/>
    <dgm:cxn modelId="{02E18015-ED65-5141-8CA1-F0574597CA8D}" srcId="{24E46597-E7B7-2C4F-AE3D-FFEBD794D892}" destId="{7B0A6FF9-C1E9-3940-8071-AA22EB1E1A11}" srcOrd="2" destOrd="0" parTransId="{A261681D-4103-734A-8E34-E8963D33EB3E}" sibTransId="{4B3EF3DE-C932-8A47-9689-B52435BA5B45}"/>
    <dgm:cxn modelId="{C335EC3B-0CAA-0F44-ADD8-C1CDE7A5F8D6}" type="presOf" srcId="{24E46597-E7B7-2C4F-AE3D-FFEBD794D892}" destId="{85E67AFF-4EA4-0741-8D97-EB8D55578541}" srcOrd="0" destOrd="0" presId="urn:microsoft.com/office/officeart/2005/8/layout/hProcess11"/>
    <dgm:cxn modelId="{92168149-0369-4444-BF52-13A174315A0A}" type="presOf" srcId="{C69C120D-49A6-664A-81D9-EC2018CAFEF0}" destId="{013F2CFA-D5DD-B946-9165-9E457A7E6B0A}" srcOrd="0" destOrd="0" presId="urn:microsoft.com/office/officeart/2005/8/layout/hProcess11"/>
    <dgm:cxn modelId="{1AB17363-F97B-AE41-8652-0E39F0FE8C2B}" type="presOf" srcId="{BF1540D1-7491-B045-A8D0-58013CB4D1FE}" destId="{659D690E-EB01-4E4F-BC56-8D63AE82BD5A}" srcOrd="0" destOrd="0" presId="urn:microsoft.com/office/officeart/2005/8/layout/hProcess11"/>
    <dgm:cxn modelId="{40BA2CB7-B8F1-B244-9273-C8709704A962}" srcId="{24E46597-E7B7-2C4F-AE3D-FFEBD794D892}" destId="{BF1540D1-7491-B045-A8D0-58013CB4D1FE}" srcOrd="3" destOrd="0" parTransId="{E8D21347-1DBD-3940-B53B-01FCFBE3D5D7}" sibTransId="{9BB812EA-3717-E949-87AE-3452D197A97A}"/>
    <dgm:cxn modelId="{9D32AAD2-359E-284F-9F47-FE3A7C38C381}" type="presOf" srcId="{0F6F734C-1B35-D147-BF1F-D25548EA89EB}" destId="{9BF6A688-F817-DF46-8BAC-009AC833352D}" srcOrd="0" destOrd="0" presId="urn:microsoft.com/office/officeart/2005/8/layout/hProcess11"/>
    <dgm:cxn modelId="{A1412EEC-B02A-0840-B793-F0E0B872845E}" srcId="{24E46597-E7B7-2C4F-AE3D-FFEBD794D892}" destId="{0F6F734C-1B35-D147-BF1F-D25548EA89EB}" srcOrd="1" destOrd="0" parTransId="{97E7C1DE-D6D3-C44D-B7DA-ADEB0DDFFE7B}" sibTransId="{4E72529B-16FC-D244-81A2-35D5516B4CD3}"/>
    <dgm:cxn modelId="{3B76F0F8-A87B-424C-A973-7B271186704A}" type="presOf" srcId="{7B0A6FF9-C1E9-3940-8071-AA22EB1E1A11}" destId="{E2D1CFD1-041E-E546-84FB-F7601F3AF64E}" srcOrd="0" destOrd="0" presId="urn:microsoft.com/office/officeart/2005/8/layout/hProcess11"/>
    <dgm:cxn modelId="{3E00619A-1E23-8148-B819-E512267FCBB3}" type="presParOf" srcId="{85E67AFF-4EA4-0741-8D97-EB8D55578541}" destId="{050DE555-2162-9E43-9570-B19450822F8D}" srcOrd="0" destOrd="0" presId="urn:microsoft.com/office/officeart/2005/8/layout/hProcess11"/>
    <dgm:cxn modelId="{81DA0AA9-F0A4-B84F-AD6C-5F88FC67FABC}" type="presParOf" srcId="{85E67AFF-4EA4-0741-8D97-EB8D55578541}" destId="{18BD39FC-9662-5C4A-8FDE-4FE738E98970}" srcOrd="1" destOrd="0" presId="urn:microsoft.com/office/officeart/2005/8/layout/hProcess11"/>
    <dgm:cxn modelId="{F876BE42-FBA4-714E-9DF5-F11C7B323ACA}" type="presParOf" srcId="{18BD39FC-9662-5C4A-8FDE-4FE738E98970}" destId="{3DC37D09-48BB-4842-B9F7-CBC290D37E5C}" srcOrd="0" destOrd="0" presId="urn:microsoft.com/office/officeart/2005/8/layout/hProcess11"/>
    <dgm:cxn modelId="{ED1958F1-85E9-B74E-9C32-9AEA6B0EA869}" type="presParOf" srcId="{3DC37D09-48BB-4842-B9F7-CBC290D37E5C}" destId="{013F2CFA-D5DD-B946-9165-9E457A7E6B0A}" srcOrd="0" destOrd="0" presId="urn:microsoft.com/office/officeart/2005/8/layout/hProcess11"/>
    <dgm:cxn modelId="{E240AA21-7712-FB4B-8BED-A405CE44D8E5}" type="presParOf" srcId="{3DC37D09-48BB-4842-B9F7-CBC290D37E5C}" destId="{019A5432-10F4-0848-8B79-65BBECCB355C}" srcOrd="1" destOrd="0" presId="urn:microsoft.com/office/officeart/2005/8/layout/hProcess11"/>
    <dgm:cxn modelId="{F42B09FF-C861-044F-9B4C-F759C1267A38}" type="presParOf" srcId="{3DC37D09-48BB-4842-B9F7-CBC290D37E5C}" destId="{E1D6F97D-0DA1-3E4F-88A7-399DD55D8CFE}" srcOrd="2" destOrd="0" presId="urn:microsoft.com/office/officeart/2005/8/layout/hProcess11"/>
    <dgm:cxn modelId="{49202F8B-9B69-4E40-ABF3-17B28B5E69F6}" type="presParOf" srcId="{18BD39FC-9662-5C4A-8FDE-4FE738E98970}" destId="{EB78FDAF-D7AE-5747-91FA-69532A36724B}" srcOrd="1" destOrd="0" presId="urn:microsoft.com/office/officeart/2005/8/layout/hProcess11"/>
    <dgm:cxn modelId="{38C4A5F8-6AD4-8C4A-BAC2-BD55A59182EB}" type="presParOf" srcId="{18BD39FC-9662-5C4A-8FDE-4FE738E98970}" destId="{4048D7C4-DA70-3046-9206-5AED69C2C774}" srcOrd="2" destOrd="0" presId="urn:microsoft.com/office/officeart/2005/8/layout/hProcess11"/>
    <dgm:cxn modelId="{D0B7FD43-7695-BD46-8B57-9A1E8D7B86DA}" type="presParOf" srcId="{4048D7C4-DA70-3046-9206-5AED69C2C774}" destId="{9BF6A688-F817-DF46-8BAC-009AC833352D}" srcOrd="0" destOrd="0" presId="urn:microsoft.com/office/officeart/2005/8/layout/hProcess11"/>
    <dgm:cxn modelId="{F6354B33-E685-D64F-B587-54D50B30C1DD}" type="presParOf" srcId="{4048D7C4-DA70-3046-9206-5AED69C2C774}" destId="{41351E51-1D1B-C241-A099-7B04D981D11D}" srcOrd="1" destOrd="0" presId="urn:microsoft.com/office/officeart/2005/8/layout/hProcess11"/>
    <dgm:cxn modelId="{BB1CDC13-D4DB-2441-B22A-2299E72E9873}" type="presParOf" srcId="{4048D7C4-DA70-3046-9206-5AED69C2C774}" destId="{7E7A1109-8DEE-3B40-9478-1E40984DFE0C}" srcOrd="2" destOrd="0" presId="urn:microsoft.com/office/officeart/2005/8/layout/hProcess11"/>
    <dgm:cxn modelId="{59A05394-7FAC-594C-863F-DDD55A1788EF}" type="presParOf" srcId="{18BD39FC-9662-5C4A-8FDE-4FE738E98970}" destId="{8C02C0E3-9DF7-6848-852F-D6BB1ADBEBD8}" srcOrd="3" destOrd="0" presId="urn:microsoft.com/office/officeart/2005/8/layout/hProcess11"/>
    <dgm:cxn modelId="{D979945D-8F88-234A-9F9A-FBCC45F29EA6}" type="presParOf" srcId="{18BD39FC-9662-5C4A-8FDE-4FE738E98970}" destId="{16440AC4-36AB-4B4D-BD72-6B520AEC5574}" srcOrd="4" destOrd="0" presId="urn:microsoft.com/office/officeart/2005/8/layout/hProcess11"/>
    <dgm:cxn modelId="{4410C4B5-3C87-F844-91AB-55E31E5A58EF}" type="presParOf" srcId="{16440AC4-36AB-4B4D-BD72-6B520AEC5574}" destId="{E2D1CFD1-041E-E546-84FB-F7601F3AF64E}" srcOrd="0" destOrd="0" presId="urn:microsoft.com/office/officeart/2005/8/layout/hProcess11"/>
    <dgm:cxn modelId="{E670759E-B137-3D4D-A337-D2FB692D1682}" type="presParOf" srcId="{16440AC4-36AB-4B4D-BD72-6B520AEC5574}" destId="{7D0C3616-13C5-9F48-8E3D-AC694D294C86}" srcOrd="1" destOrd="0" presId="urn:microsoft.com/office/officeart/2005/8/layout/hProcess11"/>
    <dgm:cxn modelId="{D41BED1D-695B-244B-8AA1-95F16E23F409}" type="presParOf" srcId="{16440AC4-36AB-4B4D-BD72-6B520AEC5574}" destId="{84FEF492-DC7A-C449-BEA1-C601C897B082}" srcOrd="2" destOrd="0" presId="urn:microsoft.com/office/officeart/2005/8/layout/hProcess11"/>
    <dgm:cxn modelId="{9647C62A-0A7D-0140-A4A6-5E0B7B385E97}" type="presParOf" srcId="{18BD39FC-9662-5C4A-8FDE-4FE738E98970}" destId="{BBC88CE0-8F90-E547-84E0-8017D12F7049}" srcOrd="5" destOrd="0" presId="urn:microsoft.com/office/officeart/2005/8/layout/hProcess11"/>
    <dgm:cxn modelId="{09FBAC49-38E3-2E48-8240-080FE3C4882D}" type="presParOf" srcId="{18BD39FC-9662-5C4A-8FDE-4FE738E98970}" destId="{93F9A084-DA19-554F-9B47-F1913EF2838F}" srcOrd="6" destOrd="0" presId="urn:microsoft.com/office/officeart/2005/8/layout/hProcess11"/>
    <dgm:cxn modelId="{FD2A2035-C11C-5441-A329-B36CEFF49A7F}" type="presParOf" srcId="{93F9A084-DA19-554F-9B47-F1913EF2838F}" destId="{659D690E-EB01-4E4F-BC56-8D63AE82BD5A}" srcOrd="0" destOrd="0" presId="urn:microsoft.com/office/officeart/2005/8/layout/hProcess11"/>
    <dgm:cxn modelId="{2D18505B-A5A0-1240-B521-1C86272BB0AF}" type="presParOf" srcId="{93F9A084-DA19-554F-9B47-F1913EF2838F}" destId="{3C66475A-C7EB-544F-8861-E66E53095708}" srcOrd="1" destOrd="0" presId="urn:microsoft.com/office/officeart/2005/8/layout/hProcess11"/>
    <dgm:cxn modelId="{D29194A0-7573-3C4A-B04F-59A9F35CF76F}" type="presParOf" srcId="{93F9A084-DA19-554F-9B47-F1913EF2838F}" destId="{F605E89F-DDBF-234B-A64D-75035DD8140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E46597-E7B7-2C4F-AE3D-FFEBD794D89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C120D-49A6-664A-81D9-EC2018CAFEF0}">
      <dgm:prSet/>
      <dgm:spPr/>
      <dgm:t>
        <a:bodyPr/>
        <a:lstStyle/>
        <a:p>
          <a:r>
            <a:rPr lang="en-US" b="1" dirty="0"/>
            <a:t>Standardize data</a:t>
          </a:r>
          <a:endParaRPr lang="en-US" dirty="0"/>
        </a:p>
      </dgm:t>
    </dgm:pt>
    <dgm:pt modelId="{851FBA85-60A5-774F-B188-D885B6249030}" type="parTrans" cxnId="{5C591913-8C69-0042-99C0-B864742CEF3B}">
      <dgm:prSet/>
      <dgm:spPr/>
      <dgm:t>
        <a:bodyPr/>
        <a:lstStyle/>
        <a:p>
          <a:endParaRPr lang="en-US"/>
        </a:p>
      </dgm:t>
    </dgm:pt>
    <dgm:pt modelId="{3C656D34-C545-414E-B74E-6DAE8D39D668}" type="sibTrans" cxnId="{5C591913-8C69-0042-99C0-B864742CEF3B}">
      <dgm:prSet/>
      <dgm:spPr/>
      <dgm:t>
        <a:bodyPr/>
        <a:lstStyle/>
        <a:p>
          <a:endParaRPr lang="en-US"/>
        </a:p>
      </dgm:t>
    </dgm:pt>
    <dgm:pt modelId="{7B0A6FF9-C1E9-3940-8071-AA22EB1E1A11}">
      <dgm:prSet/>
      <dgm:spPr/>
      <dgm:t>
        <a:bodyPr/>
        <a:lstStyle/>
        <a:p>
          <a:r>
            <a:rPr lang="en-US" b="1" dirty="0"/>
            <a:t>Compute covariance matrix</a:t>
          </a:r>
          <a:endParaRPr lang="en-US" dirty="0"/>
        </a:p>
      </dgm:t>
    </dgm:pt>
    <dgm:pt modelId="{A261681D-4103-734A-8E34-E8963D33EB3E}" type="parTrans" cxnId="{02E18015-ED65-5141-8CA1-F0574597CA8D}">
      <dgm:prSet/>
      <dgm:spPr/>
      <dgm:t>
        <a:bodyPr/>
        <a:lstStyle/>
        <a:p>
          <a:endParaRPr lang="en-US"/>
        </a:p>
      </dgm:t>
    </dgm:pt>
    <dgm:pt modelId="{4B3EF3DE-C932-8A47-9689-B52435BA5B45}" type="sibTrans" cxnId="{02E18015-ED65-5141-8CA1-F0574597CA8D}">
      <dgm:prSet/>
      <dgm:spPr/>
      <dgm:t>
        <a:bodyPr/>
        <a:lstStyle/>
        <a:p>
          <a:endParaRPr lang="en-US"/>
        </a:p>
      </dgm:t>
    </dgm:pt>
    <dgm:pt modelId="{BF1540D1-7491-B045-A8D0-58013CB4D1FE}">
      <dgm:prSet/>
      <dgm:spPr/>
      <dgm:t>
        <a:bodyPr/>
        <a:lstStyle/>
        <a:p>
          <a:r>
            <a:rPr lang="en-US" b="1"/>
            <a:t>Find eigenvalues &amp; eigenvectors</a:t>
          </a:r>
          <a:endParaRPr lang="en-US"/>
        </a:p>
      </dgm:t>
    </dgm:pt>
    <dgm:pt modelId="{E8D21347-1DBD-3940-B53B-01FCFBE3D5D7}" type="parTrans" cxnId="{40BA2CB7-B8F1-B244-9273-C8709704A962}">
      <dgm:prSet/>
      <dgm:spPr/>
      <dgm:t>
        <a:bodyPr/>
        <a:lstStyle/>
        <a:p>
          <a:endParaRPr lang="en-US"/>
        </a:p>
      </dgm:t>
    </dgm:pt>
    <dgm:pt modelId="{9BB812EA-3717-E949-87AE-3452D197A97A}" type="sibTrans" cxnId="{40BA2CB7-B8F1-B244-9273-C8709704A962}">
      <dgm:prSet/>
      <dgm:spPr/>
      <dgm:t>
        <a:bodyPr/>
        <a:lstStyle/>
        <a:p>
          <a:endParaRPr lang="en-US"/>
        </a:p>
      </dgm:t>
    </dgm:pt>
    <dgm:pt modelId="{0F6F734C-1B35-D147-BF1F-D25548EA89EB}">
      <dgm:prSet custT="1"/>
      <dgm:spPr/>
      <dgm:t>
        <a:bodyPr/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gm:t>
    </dgm:pt>
    <dgm:pt modelId="{97E7C1DE-D6D3-C44D-B7DA-ADEB0DDFFE7B}" type="parTrans" cxnId="{A1412EEC-B02A-0840-B793-F0E0B872845E}">
      <dgm:prSet/>
      <dgm:spPr/>
      <dgm:t>
        <a:bodyPr/>
        <a:lstStyle/>
        <a:p>
          <a:endParaRPr lang="en-US"/>
        </a:p>
      </dgm:t>
    </dgm:pt>
    <dgm:pt modelId="{4E72529B-16FC-D244-81A2-35D5516B4CD3}" type="sibTrans" cxnId="{A1412EEC-B02A-0840-B793-F0E0B872845E}">
      <dgm:prSet/>
      <dgm:spPr/>
      <dgm:t>
        <a:bodyPr/>
        <a:lstStyle/>
        <a:p>
          <a:endParaRPr lang="en-US"/>
        </a:p>
      </dgm:t>
    </dgm:pt>
    <dgm:pt modelId="{85E67AFF-4EA4-0741-8D97-EB8D55578541}" type="pres">
      <dgm:prSet presAssocID="{24E46597-E7B7-2C4F-AE3D-FFEBD794D892}" presName="Name0" presStyleCnt="0">
        <dgm:presLayoutVars>
          <dgm:dir/>
          <dgm:resizeHandles val="exact"/>
        </dgm:presLayoutVars>
      </dgm:prSet>
      <dgm:spPr/>
    </dgm:pt>
    <dgm:pt modelId="{050DE555-2162-9E43-9570-B19450822F8D}" type="pres">
      <dgm:prSet presAssocID="{24E46597-E7B7-2C4F-AE3D-FFEBD794D892}" presName="arrow" presStyleLbl="bgShp" presStyleIdx="0" presStyleCnt="1"/>
      <dgm:spPr>
        <a:solidFill>
          <a:schemeClr val="tx1">
            <a:lumMod val="85000"/>
            <a:lumOff val="15000"/>
          </a:schemeClr>
        </a:solidFill>
      </dgm:spPr>
    </dgm:pt>
    <dgm:pt modelId="{18BD39FC-9662-5C4A-8FDE-4FE738E98970}" type="pres">
      <dgm:prSet presAssocID="{24E46597-E7B7-2C4F-AE3D-FFEBD794D892}" presName="points" presStyleCnt="0"/>
      <dgm:spPr/>
    </dgm:pt>
    <dgm:pt modelId="{3DC37D09-48BB-4842-B9F7-CBC290D37E5C}" type="pres">
      <dgm:prSet presAssocID="{C69C120D-49A6-664A-81D9-EC2018CAFEF0}" presName="compositeA" presStyleCnt="0"/>
      <dgm:spPr/>
    </dgm:pt>
    <dgm:pt modelId="{013F2CFA-D5DD-B946-9165-9E457A7E6B0A}" type="pres">
      <dgm:prSet presAssocID="{C69C120D-49A6-664A-81D9-EC2018CAFEF0}" presName="textA" presStyleLbl="revTx" presStyleIdx="0" presStyleCnt="4">
        <dgm:presLayoutVars>
          <dgm:bulletEnabled val="1"/>
        </dgm:presLayoutVars>
      </dgm:prSet>
      <dgm:spPr/>
    </dgm:pt>
    <dgm:pt modelId="{019A5432-10F4-0848-8B79-65BBECCB355C}" type="pres">
      <dgm:prSet presAssocID="{C69C120D-49A6-664A-81D9-EC2018CAFEF0}" presName="circleA" presStyleLbl="node1" presStyleIdx="0" presStyleCnt="4"/>
      <dgm:spPr>
        <a:solidFill>
          <a:schemeClr val="accent2"/>
        </a:solidFill>
      </dgm:spPr>
    </dgm:pt>
    <dgm:pt modelId="{E1D6F97D-0DA1-3E4F-88A7-399DD55D8CFE}" type="pres">
      <dgm:prSet presAssocID="{C69C120D-49A6-664A-81D9-EC2018CAFEF0}" presName="spaceA" presStyleCnt="0"/>
      <dgm:spPr/>
    </dgm:pt>
    <dgm:pt modelId="{EB78FDAF-D7AE-5747-91FA-69532A36724B}" type="pres">
      <dgm:prSet presAssocID="{3C656D34-C545-414E-B74E-6DAE8D39D668}" presName="space" presStyleCnt="0"/>
      <dgm:spPr/>
    </dgm:pt>
    <dgm:pt modelId="{4048D7C4-DA70-3046-9206-5AED69C2C774}" type="pres">
      <dgm:prSet presAssocID="{0F6F734C-1B35-D147-BF1F-D25548EA89EB}" presName="compositeB" presStyleCnt="0"/>
      <dgm:spPr/>
    </dgm:pt>
    <dgm:pt modelId="{9BF6A688-F817-DF46-8BAC-009AC833352D}" type="pres">
      <dgm:prSet presAssocID="{0F6F734C-1B35-D147-BF1F-D25548EA89EB}" presName="textB" presStyleLbl="revTx" presStyleIdx="1" presStyleCnt="4">
        <dgm:presLayoutVars>
          <dgm:bulletEnabled val="1"/>
        </dgm:presLayoutVars>
      </dgm:prSet>
      <dgm:spPr/>
    </dgm:pt>
    <dgm:pt modelId="{41351E51-1D1B-C241-A099-7B04D981D11D}" type="pres">
      <dgm:prSet presAssocID="{0F6F734C-1B35-D147-BF1F-D25548EA89EB}" presName="circleB" presStyleLbl="node1" presStyleIdx="1" presStyleCnt="4"/>
      <dgm:spPr>
        <a:solidFill>
          <a:schemeClr val="accent2"/>
        </a:solidFill>
      </dgm:spPr>
    </dgm:pt>
    <dgm:pt modelId="{7E7A1109-8DEE-3B40-9478-1E40984DFE0C}" type="pres">
      <dgm:prSet presAssocID="{0F6F734C-1B35-D147-BF1F-D25548EA89EB}" presName="spaceB" presStyleCnt="0"/>
      <dgm:spPr/>
    </dgm:pt>
    <dgm:pt modelId="{8C02C0E3-9DF7-6848-852F-D6BB1ADBEBD8}" type="pres">
      <dgm:prSet presAssocID="{4E72529B-16FC-D244-81A2-35D5516B4CD3}" presName="space" presStyleCnt="0"/>
      <dgm:spPr/>
    </dgm:pt>
    <dgm:pt modelId="{16440AC4-36AB-4B4D-BD72-6B520AEC5574}" type="pres">
      <dgm:prSet presAssocID="{7B0A6FF9-C1E9-3940-8071-AA22EB1E1A11}" presName="compositeA" presStyleCnt="0"/>
      <dgm:spPr/>
    </dgm:pt>
    <dgm:pt modelId="{E2D1CFD1-041E-E546-84FB-F7601F3AF64E}" type="pres">
      <dgm:prSet presAssocID="{7B0A6FF9-C1E9-3940-8071-AA22EB1E1A11}" presName="textA" presStyleLbl="revTx" presStyleIdx="2" presStyleCnt="4">
        <dgm:presLayoutVars>
          <dgm:bulletEnabled val="1"/>
        </dgm:presLayoutVars>
      </dgm:prSet>
      <dgm:spPr/>
    </dgm:pt>
    <dgm:pt modelId="{7D0C3616-13C5-9F48-8E3D-AC694D294C86}" type="pres">
      <dgm:prSet presAssocID="{7B0A6FF9-C1E9-3940-8071-AA22EB1E1A11}" presName="circleA" presStyleLbl="node1" presStyleIdx="2" presStyleCnt="4"/>
      <dgm:spPr>
        <a:solidFill>
          <a:schemeClr val="accent2"/>
        </a:solidFill>
      </dgm:spPr>
    </dgm:pt>
    <dgm:pt modelId="{84FEF492-DC7A-C449-BEA1-C601C897B082}" type="pres">
      <dgm:prSet presAssocID="{7B0A6FF9-C1E9-3940-8071-AA22EB1E1A11}" presName="spaceA" presStyleCnt="0"/>
      <dgm:spPr/>
    </dgm:pt>
    <dgm:pt modelId="{BBC88CE0-8F90-E547-84E0-8017D12F7049}" type="pres">
      <dgm:prSet presAssocID="{4B3EF3DE-C932-8A47-9689-B52435BA5B45}" presName="space" presStyleCnt="0"/>
      <dgm:spPr/>
    </dgm:pt>
    <dgm:pt modelId="{93F9A084-DA19-554F-9B47-F1913EF2838F}" type="pres">
      <dgm:prSet presAssocID="{BF1540D1-7491-B045-A8D0-58013CB4D1FE}" presName="compositeB" presStyleCnt="0"/>
      <dgm:spPr/>
    </dgm:pt>
    <dgm:pt modelId="{659D690E-EB01-4E4F-BC56-8D63AE82BD5A}" type="pres">
      <dgm:prSet presAssocID="{BF1540D1-7491-B045-A8D0-58013CB4D1FE}" presName="textB" presStyleLbl="revTx" presStyleIdx="3" presStyleCnt="4">
        <dgm:presLayoutVars>
          <dgm:bulletEnabled val="1"/>
        </dgm:presLayoutVars>
      </dgm:prSet>
      <dgm:spPr/>
    </dgm:pt>
    <dgm:pt modelId="{3C66475A-C7EB-544F-8861-E66E53095708}" type="pres">
      <dgm:prSet presAssocID="{BF1540D1-7491-B045-A8D0-58013CB4D1FE}" presName="circleB" presStyleLbl="node1" presStyleIdx="3" presStyleCnt="4"/>
      <dgm:spPr>
        <a:solidFill>
          <a:schemeClr val="accent2"/>
        </a:solidFill>
      </dgm:spPr>
    </dgm:pt>
    <dgm:pt modelId="{F605E89F-DDBF-234B-A64D-75035DD8140A}" type="pres">
      <dgm:prSet presAssocID="{BF1540D1-7491-B045-A8D0-58013CB4D1FE}" presName="spaceB" presStyleCnt="0"/>
      <dgm:spPr/>
    </dgm:pt>
  </dgm:ptLst>
  <dgm:cxnLst>
    <dgm:cxn modelId="{5C591913-8C69-0042-99C0-B864742CEF3B}" srcId="{24E46597-E7B7-2C4F-AE3D-FFEBD794D892}" destId="{C69C120D-49A6-664A-81D9-EC2018CAFEF0}" srcOrd="0" destOrd="0" parTransId="{851FBA85-60A5-774F-B188-D885B6249030}" sibTransId="{3C656D34-C545-414E-B74E-6DAE8D39D668}"/>
    <dgm:cxn modelId="{02E18015-ED65-5141-8CA1-F0574597CA8D}" srcId="{24E46597-E7B7-2C4F-AE3D-FFEBD794D892}" destId="{7B0A6FF9-C1E9-3940-8071-AA22EB1E1A11}" srcOrd="2" destOrd="0" parTransId="{A261681D-4103-734A-8E34-E8963D33EB3E}" sibTransId="{4B3EF3DE-C932-8A47-9689-B52435BA5B45}"/>
    <dgm:cxn modelId="{C335EC3B-0CAA-0F44-ADD8-C1CDE7A5F8D6}" type="presOf" srcId="{24E46597-E7B7-2C4F-AE3D-FFEBD794D892}" destId="{85E67AFF-4EA4-0741-8D97-EB8D55578541}" srcOrd="0" destOrd="0" presId="urn:microsoft.com/office/officeart/2005/8/layout/hProcess11"/>
    <dgm:cxn modelId="{92168149-0369-4444-BF52-13A174315A0A}" type="presOf" srcId="{C69C120D-49A6-664A-81D9-EC2018CAFEF0}" destId="{013F2CFA-D5DD-B946-9165-9E457A7E6B0A}" srcOrd="0" destOrd="0" presId="urn:microsoft.com/office/officeart/2005/8/layout/hProcess11"/>
    <dgm:cxn modelId="{1AB17363-F97B-AE41-8652-0E39F0FE8C2B}" type="presOf" srcId="{BF1540D1-7491-B045-A8D0-58013CB4D1FE}" destId="{659D690E-EB01-4E4F-BC56-8D63AE82BD5A}" srcOrd="0" destOrd="0" presId="urn:microsoft.com/office/officeart/2005/8/layout/hProcess11"/>
    <dgm:cxn modelId="{40BA2CB7-B8F1-B244-9273-C8709704A962}" srcId="{24E46597-E7B7-2C4F-AE3D-FFEBD794D892}" destId="{BF1540D1-7491-B045-A8D0-58013CB4D1FE}" srcOrd="3" destOrd="0" parTransId="{E8D21347-1DBD-3940-B53B-01FCFBE3D5D7}" sibTransId="{9BB812EA-3717-E949-87AE-3452D197A97A}"/>
    <dgm:cxn modelId="{9D32AAD2-359E-284F-9F47-FE3A7C38C381}" type="presOf" srcId="{0F6F734C-1B35-D147-BF1F-D25548EA89EB}" destId="{9BF6A688-F817-DF46-8BAC-009AC833352D}" srcOrd="0" destOrd="0" presId="urn:microsoft.com/office/officeart/2005/8/layout/hProcess11"/>
    <dgm:cxn modelId="{A1412EEC-B02A-0840-B793-F0E0B872845E}" srcId="{24E46597-E7B7-2C4F-AE3D-FFEBD794D892}" destId="{0F6F734C-1B35-D147-BF1F-D25548EA89EB}" srcOrd="1" destOrd="0" parTransId="{97E7C1DE-D6D3-C44D-B7DA-ADEB0DDFFE7B}" sibTransId="{4E72529B-16FC-D244-81A2-35D5516B4CD3}"/>
    <dgm:cxn modelId="{3B76F0F8-A87B-424C-A973-7B271186704A}" type="presOf" srcId="{7B0A6FF9-C1E9-3940-8071-AA22EB1E1A11}" destId="{E2D1CFD1-041E-E546-84FB-F7601F3AF64E}" srcOrd="0" destOrd="0" presId="urn:microsoft.com/office/officeart/2005/8/layout/hProcess11"/>
    <dgm:cxn modelId="{3E00619A-1E23-8148-B819-E512267FCBB3}" type="presParOf" srcId="{85E67AFF-4EA4-0741-8D97-EB8D55578541}" destId="{050DE555-2162-9E43-9570-B19450822F8D}" srcOrd="0" destOrd="0" presId="urn:microsoft.com/office/officeart/2005/8/layout/hProcess11"/>
    <dgm:cxn modelId="{81DA0AA9-F0A4-B84F-AD6C-5F88FC67FABC}" type="presParOf" srcId="{85E67AFF-4EA4-0741-8D97-EB8D55578541}" destId="{18BD39FC-9662-5C4A-8FDE-4FE738E98970}" srcOrd="1" destOrd="0" presId="urn:microsoft.com/office/officeart/2005/8/layout/hProcess11"/>
    <dgm:cxn modelId="{F876BE42-FBA4-714E-9DF5-F11C7B323ACA}" type="presParOf" srcId="{18BD39FC-9662-5C4A-8FDE-4FE738E98970}" destId="{3DC37D09-48BB-4842-B9F7-CBC290D37E5C}" srcOrd="0" destOrd="0" presId="urn:microsoft.com/office/officeart/2005/8/layout/hProcess11"/>
    <dgm:cxn modelId="{ED1958F1-85E9-B74E-9C32-9AEA6B0EA869}" type="presParOf" srcId="{3DC37D09-48BB-4842-B9F7-CBC290D37E5C}" destId="{013F2CFA-D5DD-B946-9165-9E457A7E6B0A}" srcOrd="0" destOrd="0" presId="urn:microsoft.com/office/officeart/2005/8/layout/hProcess11"/>
    <dgm:cxn modelId="{E240AA21-7712-FB4B-8BED-A405CE44D8E5}" type="presParOf" srcId="{3DC37D09-48BB-4842-B9F7-CBC290D37E5C}" destId="{019A5432-10F4-0848-8B79-65BBECCB355C}" srcOrd="1" destOrd="0" presId="urn:microsoft.com/office/officeart/2005/8/layout/hProcess11"/>
    <dgm:cxn modelId="{F42B09FF-C861-044F-9B4C-F759C1267A38}" type="presParOf" srcId="{3DC37D09-48BB-4842-B9F7-CBC290D37E5C}" destId="{E1D6F97D-0DA1-3E4F-88A7-399DD55D8CFE}" srcOrd="2" destOrd="0" presId="urn:microsoft.com/office/officeart/2005/8/layout/hProcess11"/>
    <dgm:cxn modelId="{49202F8B-9B69-4E40-ABF3-17B28B5E69F6}" type="presParOf" srcId="{18BD39FC-9662-5C4A-8FDE-4FE738E98970}" destId="{EB78FDAF-D7AE-5747-91FA-69532A36724B}" srcOrd="1" destOrd="0" presId="urn:microsoft.com/office/officeart/2005/8/layout/hProcess11"/>
    <dgm:cxn modelId="{38C4A5F8-6AD4-8C4A-BAC2-BD55A59182EB}" type="presParOf" srcId="{18BD39FC-9662-5C4A-8FDE-4FE738E98970}" destId="{4048D7C4-DA70-3046-9206-5AED69C2C774}" srcOrd="2" destOrd="0" presId="urn:microsoft.com/office/officeart/2005/8/layout/hProcess11"/>
    <dgm:cxn modelId="{D0B7FD43-7695-BD46-8B57-9A1E8D7B86DA}" type="presParOf" srcId="{4048D7C4-DA70-3046-9206-5AED69C2C774}" destId="{9BF6A688-F817-DF46-8BAC-009AC833352D}" srcOrd="0" destOrd="0" presId="urn:microsoft.com/office/officeart/2005/8/layout/hProcess11"/>
    <dgm:cxn modelId="{F6354B33-E685-D64F-B587-54D50B30C1DD}" type="presParOf" srcId="{4048D7C4-DA70-3046-9206-5AED69C2C774}" destId="{41351E51-1D1B-C241-A099-7B04D981D11D}" srcOrd="1" destOrd="0" presId="urn:microsoft.com/office/officeart/2005/8/layout/hProcess11"/>
    <dgm:cxn modelId="{BB1CDC13-D4DB-2441-B22A-2299E72E9873}" type="presParOf" srcId="{4048D7C4-DA70-3046-9206-5AED69C2C774}" destId="{7E7A1109-8DEE-3B40-9478-1E40984DFE0C}" srcOrd="2" destOrd="0" presId="urn:microsoft.com/office/officeart/2005/8/layout/hProcess11"/>
    <dgm:cxn modelId="{59A05394-7FAC-594C-863F-DDD55A1788EF}" type="presParOf" srcId="{18BD39FC-9662-5C4A-8FDE-4FE738E98970}" destId="{8C02C0E3-9DF7-6848-852F-D6BB1ADBEBD8}" srcOrd="3" destOrd="0" presId="urn:microsoft.com/office/officeart/2005/8/layout/hProcess11"/>
    <dgm:cxn modelId="{D979945D-8F88-234A-9F9A-FBCC45F29EA6}" type="presParOf" srcId="{18BD39FC-9662-5C4A-8FDE-4FE738E98970}" destId="{16440AC4-36AB-4B4D-BD72-6B520AEC5574}" srcOrd="4" destOrd="0" presId="urn:microsoft.com/office/officeart/2005/8/layout/hProcess11"/>
    <dgm:cxn modelId="{4410C4B5-3C87-F844-91AB-55E31E5A58EF}" type="presParOf" srcId="{16440AC4-36AB-4B4D-BD72-6B520AEC5574}" destId="{E2D1CFD1-041E-E546-84FB-F7601F3AF64E}" srcOrd="0" destOrd="0" presId="urn:microsoft.com/office/officeart/2005/8/layout/hProcess11"/>
    <dgm:cxn modelId="{E670759E-B137-3D4D-A337-D2FB692D1682}" type="presParOf" srcId="{16440AC4-36AB-4B4D-BD72-6B520AEC5574}" destId="{7D0C3616-13C5-9F48-8E3D-AC694D294C86}" srcOrd="1" destOrd="0" presId="urn:microsoft.com/office/officeart/2005/8/layout/hProcess11"/>
    <dgm:cxn modelId="{D41BED1D-695B-244B-8AA1-95F16E23F409}" type="presParOf" srcId="{16440AC4-36AB-4B4D-BD72-6B520AEC5574}" destId="{84FEF492-DC7A-C449-BEA1-C601C897B082}" srcOrd="2" destOrd="0" presId="urn:microsoft.com/office/officeart/2005/8/layout/hProcess11"/>
    <dgm:cxn modelId="{9647C62A-0A7D-0140-A4A6-5E0B7B385E97}" type="presParOf" srcId="{18BD39FC-9662-5C4A-8FDE-4FE738E98970}" destId="{BBC88CE0-8F90-E547-84E0-8017D12F7049}" srcOrd="5" destOrd="0" presId="urn:microsoft.com/office/officeart/2005/8/layout/hProcess11"/>
    <dgm:cxn modelId="{09FBAC49-38E3-2E48-8240-080FE3C4882D}" type="presParOf" srcId="{18BD39FC-9662-5C4A-8FDE-4FE738E98970}" destId="{93F9A084-DA19-554F-9B47-F1913EF2838F}" srcOrd="6" destOrd="0" presId="urn:microsoft.com/office/officeart/2005/8/layout/hProcess11"/>
    <dgm:cxn modelId="{FD2A2035-C11C-5441-A329-B36CEFF49A7F}" type="presParOf" srcId="{93F9A084-DA19-554F-9B47-F1913EF2838F}" destId="{659D690E-EB01-4E4F-BC56-8D63AE82BD5A}" srcOrd="0" destOrd="0" presId="urn:microsoft.com/office/officeart/2005/8/layout/hProcess11"/>
    <dgm:cxn modelId="{2D18505B-A5A0-1240-B521-1C86272BB0AF}" type="presParOf" srcId="{93F9A084-DA19-554F-9B47-F1913EF2838F}" destId="{3C66475A-C7EB-544F-8861-E66E53095708}" srcOrd="1" destOrd="0" presId="urn:microsoft.com/office/officeart/2005/8/layout/hProcess11"/>
    <dgm:cxn modelId="{D29194A0-7573-3C4A-B04F-59A9F35CF76F}" type="presParOf" srcId="{93F9A084-DA19-554F-9B47-F1913EF2838F}" destId="{F605E89F-DDBF-234B-A64D-75035DD8140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E46597-E7B7-2C4F-AE3D-FFEBD794D89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C120D-49A6-664A-81D9-EC2018CAFEF0}">
      <dgm:prSet/>
      <dgm:spPr/>
      <dgm:t>
        <a:bodyPr/>
        <a:lstStyle/>
        <a:p>
          <a:r>
            <a:rPr lang="en-US" b="1" dirty="0"/>
            <a:t>Standardize data</a:t>
          </a:r>
          <a:endParaRPr lang="en-US" dirty="0"/>
        </a:p>
      </dgm:t>
    </dgm:pt>
    <dgm:pt modelId="{851FBA85-60A5-774F-B188-D885B6249030}" type="parTrans" cxnId="{5C591913-8C69-0042-99C0-B864742CEF3B}">
      <dgm:prSet/>
      <dgm:spPr/>
      <dgm:t>
        <a:bodyPr/>
        <a:lstStyle/>
        <a:p>
          <a:endParaRPr lang="en-US"/>
        </a:p>
      </dgm:t>
    </dgm:pt>
    <dgm:pt modelId="{3C656D34-C545-414E-B74E-6DAE8D39D668}" type="sibTrans" cxnId="{5C591913-8C69-0042-99C0-B864742CEF3B}">
      <dgm:prSet/>
      <dgm:spPr/>
      <dgm:t>
        <a:bodyPr/>
        <a:lstStyle/>
        <a:p>
          <a:endParaRPr lang="en-US"/>
        </a:p>
      </dgm:t>
    </dgm:pt>
    <dgm:pt modelId="{7B0A6FF9-C1E9-3940-8071-AA22EB1E1A11}">
      <dgm:prSet/>
      <dgm:spPr/>
      <dgm:t>
        <a:bodyPr/>
        <a:lstStyle/>
        <a:p>
          <a:r>
            <a:rPr lang="en-US" b="1" dirty="0"/>
            <a:t>Compute covariance matrix</a:t>
          </a:r>
          <a:endParaRPr lang="en-US" dirty="0"/>
        </a:p>
      </dgm:t>
    </dgm:pt>
    <dgm:pt modelId="{A261681D-4103-734A-8E34-E8963D33EB3E}" type="parTrans" cxnId="{02E18015-ED65-5141-8CA1-F0574597CA8D}">
      <dgm:prSet/>
      <dgm:spPr/>
      <dgm:t>
        <a:bodyPr/>
        <a:lstStyle/>
        <a:p>
          <a:endParaRPr lang="en-US"/>
        </a:p>
      </dgm:t>
    </dgm:pt>
    <dgm:pt modelId="{4B3EF3DE-C932-8A47-9689-B52435BA5B45}" type="sibTrans" cxnId="{02E18015-ED65-5141-8CA1-F0574597CA8D}">
      <dgm:prSet/>
      <dgm:spPr/>
      <dgm:t>
        <a:bodyPr/>
        <a:lstStyle/>
        <a:p>
          <a:endParaRPr lang="en-US"/>
        </a:p>
      </dgm:t>
    </dgm:pt>
    <dgm:pt modelId="{BF1540D1-7491-B045-A8D0-58013CB4D1FE}">
      <dgm:prSet/>
      <dgm:spPr/>
      <dgm:t>
        <a:bodyPr/>
        <a:lstStyle/>
        <a:p>
          <a:r>
            <a:rPr lang="en-US" b="1"/>
            <a:t>Find eigenvalues &amp; eigenvectors</a:t>
          </a:r>
          <a:endParaRPr lang="en-US"/>
        </a:p>
      </dgm:t>
    </dgm:pt>
    <dgm:pt modelId="{E8D21347-1DBD-3940-B53B-01FCFBE3D5D7}" type="parTrans" cxnId="{40BA2CB7-B8F1-B244-9273-C8709704A962}">
      <dgm:prSet/>
      <dgm:spPr/>
      <dgm:t>
        <a:bodyPr/>
        <a:lstStyle/>
        <a:p>
          <a:endParaRPr lang="en-US"/>
        </a:p>
      </dgm:t>
    </dgm:pt>
    <dgm:pt modelId="{9BB812EA-3717-E949-87AE-3452D197A97A}" type="sibTrans" cxnId="{40BA2CB7-B8F1-B244-9273-C8709704A962}">
      <dgm:prSet/>
      <dgm:spPr/>
      <dgm:t>
        <a:bodyPr/>
        <a:lstStyle/>
        <a:p>
          <a:endParaRPr lang="en-US"/>
        </a:p>
      </dgm:t>
    </dgm:pt>
    <dgm:pt modelId="{0F6F734C-1B35-D147-BF1F-D25548EA89EB}">
      <dgm:prSet custT="1"/>
      <dgm:spPr/>
      <dgm:t>
        <a:bodyPr/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gm:t>
    </dgm:pt>
    <dgm:pt modelId="{97E7C1DE-D6D3-C44D-B7DA-ADEB0DDFFE7B}" type="parTrans" cxnId="{A1412EEC-B02A-0840-B793-F0E0B872845E}">
      <dgm:prSet/>
      <dgm:spPr/>
      <dgm:t>
        <a:bodyPr/>
        <a:lstStyle/>
        <a:p>
          <a:endParaRPr lang="en-US"/>
        </a:p>
      </dgm:t>
    </dgm:pt>
    <dgm:pt modelId="{4E72529B-16FC-D244-81A2-35D5516B4CD3}" type="sibTrans" cxnId="{A1412EEC-B02A-0840-B793-F0E0B872845E}">
      <dgm:prSet/>
      <dgm:spPr/>
      <dgm:t>
        <a:bodyPr/>
        <a:lstStyle/>
        <a:p>
          <a:endParaRPr lang="en-US"/>
        </a:p>
      </dgm:t>
    </dgm:pt>
    <dgm:pt modelId="{85E67AFF-4EA4-0741-8D97-EB8D55578541}" type="pres">
      <dgm:prSet presAssocID="{24E46597-E7B7-2C4F-AE3D-FFEBD794D892}" presName="Name0" presStyleCnt="0">
        <dgm:presLayoutVars>
          <dgm:dir/>
          <dgm:resizeHandles val="exact"/>
        </dgm:presLayoutVars>
      </dgm:prSet>
      <dgm:spPr/>
    </dgm:pt>
    <dgm:pt modelId="{050DE555-2162-9E43-9570-B19450822F8D}" type="pres">
      <dgm:prSet presAssocID="{24E46597-E7B7-2C4F-AE3D-FFEBD794D892}" presName="arrow" presStyleLbl="bgShp" presStyleIdx="0" presStyleCnt="1"/>
      <dgm:spPr>
        <a:solidFill>
          <a:schemeClr val="tx1">
            <a:lumMod val="85000"/>
            <a:lumOff val="15000"/>
          </a:schemeClr>
        </a:solidFill>
      </dgm:spPr>
    </dgm:pt>
    <dgm:pt modelId="{18BD39FC-9662-5C4A-8FDE-4FE738E98970}" type="pres">
      <dgm:prSet presAssocID="{24E46597-E7B7-2C4F-AE3D-FFEBD794D892}" presName="points" presStyleCnt="0"/>
      <dgm:spPr/>
    </dgm:pt>
    <dgm:pt modelId="{3DC37D09-48BB-4842-B9F7-CBC290D37E5C}" type="pres">
      <dgm:prSet presAssocID="{C69C120D-49A6-664A-81D9-EC2018CAFEF0}" presName="compositeA" presStyleCnt="0"/>
      <dgm:spPr/>
    </dgm:pt>
    <dgm:pt modelId="{013F2CFA-D5DD-B946-9165-9E457A7E6B0A}" type="pres">
      <dgm:prSet presAssocID="{C69C120D-49A6-664A-81D9-EC2018CAFEF0}" presName="textA" presStyleLbl="revTx" presStyleIdx="0" presStyleCnt="4">
        <dgm:presLayoutVars>
          <dgm:bulletEnabled val="1"/>
        </dgm:presLayoutVars>
      </dgm:prSet>
      <dgm:spPr/>
    </dgm:pt>
    <dgm:pt modelId="{019A5432-10F4-0848-8B79-65BBECCB355C}" type="pres">
      <dgm:prSet presAssocID="{C69C120D-49A6-664A-81D9-EC2018CAFEF0}" presName="circleA" presStyleLbl="node1" presStyleIdx="0" presStyleCnt="4"/>
      <dgm:spPr>
        <a:solidFill>
          <a:schemeClr val="accent2"/>
        </a:solidFill>
      </dgm:spPr>
    </dgm:pt>
    <dgm:pt modelId="{E1D6F97D-0DA1-3E4F-88A7-399DD55D8CFE}" type="pres">
      <dgm:prSet presAssocID="{C69C120D-49A6-664A-81D9-EC2018CAFEF0}" presName="spaceA" presStyleCnt="0"/>
      <dgm:spPr/>
    </dgm:pt>
    <dgm:pt modelId="{EB78FDAF-D7AE-5747-91FA-69532A36724B}" type="pres">
      <dgm:prSet presAssocID="{3C656D34-C545-414E-B74E-6DAE8D39D668}" presName="space" presStyleCnt="0"/>
      <dgm:spPr/>
    </dgm:pt>
    <dgm:pt modelId="{4048D7C4-DA70-3046-9206-5AED69C2C774}" type="pres">
      <dgm:prSet presAssocID="{0F6F734C-1B35-D147-BF1F-D25548EA89EB}" presName="compositeB" presStyleCnt="0"/>
      <dgm:spPr/>
    </dgm:pt>
    <dgm:pt modelId="{9BF6A688-F817-DF46-8BAC-009AC833352D}" type="pres">
      <dgm:prSet presAssocID="{0F6F734C-1B35-D147-BF1F-D25548EA89EB}" presName="textB" presStyleLbl="revTx" presStyleIdx="1" presStyleCnt="4">
        <dgm:presLayoutVars>
          <dgm:bulletEnabled val="1"/>
        </dgm:presLayoutVars>
      </dgm:prSet>
      <dgm:spPr/>
    </dgm:pt>
    <dgm:pt modelId="{41351E51-1D1B-C241-A099-7B04D981D11D}" type="pres">
      <dgm:prSet presAssocID="{0F6F734C-1B35-D147-BF1F-D25548EA89EB}" presName="circleB" presStyleLbl="node1" presStyleIdx="1" presStyleCnt="4"/>
      <dgm:spPr>
        <a:solidFill>
          <a:schemeClr val="accent2"/>
        </a:solidFill>
      </dgm:spPr>
    </dgm:pt>
    <dgm:pt modelId="{7E7A1109-8DEE-3B40-9478-1E40984DFE0C}" type="pres">
      <dgm:prSet presAssocID="{0F6F734C-1B35-D147-BF1F-D25548EA89EB}" presName="spaceB" presStyleCnt="0"/>
      <dgm:spPr/>
    </dgm:pt>
    <dgm:pt modelId="{8C02C0E3-9DF7-6848-852F-D6BB1ADBEBD8}" type="pres">
      <dgm:prSet presAssocID="{4E72529B-16FC-D244-81A2-35D5516B4CD3}" presName="space" presStyleCnt="0"/>
      <dgm:spPr/>
    </dgm:pt>
    <dgm:pt modelId="{16440AC4-36AB-4B4D-BD72-6B520AEC5574}" type="pres">
      <dgm:prSet presAssocID="{7B0A6FF9-C1E9-3940-8071-AA22EB1E1A11}" presName="compositeA" presStyleCnt="0"/>
      <dgm:spPr/>
    </dgm:pt>
    <dgm:pt modelId="{E2D1CFD1-041E-E546-84FB-F7601F3AF64E}" type="pres">
      <dgm:prSet presAssocID="{7B0A6FF9-C1E9-3940-8071-AA22EB1E1A11}" presName="textA" presStyleLbl="revTx" presStyleIdx="2" presStyleCnt="4">
        <dgm:presLayoutVars>
          <dgm:bulletEnabled val="1"/>
        </dgm:presLayoutVars>
      </dgm:prSet>
      <dgm:spPr/>
    </dgm:pt>
    <dgm:pt modelId="{7D0C3616-13C5-9F48-8E3D-AC694D294C86}" type="pres">
      <dgm:prSet presAssocID="{7B0A6FF9-C1E9-3940-8071-AA22EB1E1A11}" presName="circleA" presStyleLbl="node1" presStyleIdx="2" presStyleCnt="4"/>
      <dgm:spPr>
        <a:solidFill>
          <a:schemeClr val="accent2"/>
        </a:solidFill>
      </dgm:spPr>
    </dgm:pt>
    <dgm:pt modelId="{84FEF492-DC7A-C449-BEA1-C601C897B082}" type="pres">
      <dgm:prSet presAssocID="{7B0A6FF9-C1E9-3940-8071-AA22EB1E1A11}" presName="spaceA" presStyleCnt="0"/>
      <dgm:spPr/>
    </dgm:pt>
    <dgm:pt modelId="{BBC88CE0-8F90-E547-84E0-8017D12F7049}" type="pres">
      <dgm:prSet presAssocID="{4B3EF3DE-C932-8A47-9689-B52435BA5B45}" presName="space" presStyleCnt="0"/>
      <dgm:spPr/>
    </dgm:pt>
    <dgm:pt modelId="{93F9A084-DA19-554F-9B47-F1913EF2838F}" type="pres">
      <dgm:prSet presAssocID="{BF1540D1-7491-B045-A8D0-58013CB4D1FE}" presName="compositeB" presStyleCnt="0"/>
      <dgm:spPr/>
    </dgm:pt>
    <dgm:pt modelId="{659D690E-EB01-4E4F-BC56-8D63AE82BD5A}" type="pres">
      <dgm:prSet presAssocID="{BF1540D1-7491-B045-A8D0-58013CB4D1FE}" presName="textB" presStyleLbl="revTx" presStyleIdx="3" presStyleCnt="4">
        <dgm:presLayoutVars>
          <dgm:bulletEnabled val="1"/>
        </dgm:presLayoutVars>
      </dgm:prSet>
      <dgm:spPr/>
    </dgm:pt>
    <dgm:pt modelId="{3C66475A-C7EB-544F-8861-E66E53095708}" type="pres">
      <dgm:prSet presAssocID="{BF1540D1-7491-B045-A8D0-58013CB4D1FE}" presName="circleB" presStyleLbl="node1" presStyleIdx="3" presStyleCnt="4"/>
      <dgm:spPr>
        <a:solidFill>
          <a:schemeClr val="accent2"/>
        </a:solidFill>
      </dgm:spPr>
    </dgm:pt>
    <dgm:pt modelId="{F605E89F-DDBF-234B-A64D-75035DD8140A}" type="pres">
      <dgm:prSet presAssocID="{BF1540D1-7491-B045-A8D0-58013CB4D1FE}" presName="spaceB" presStyleCnt="0"/>
      <dgm:spPr/>
    </dgm:pt>
  </dgm:ptLst>
  <dgm:cxnLst>
    <dgm:cxn modelId="{5C591913-8C69-0042-99C0-B864742CEF3B}" srcId="{24E46597-E7B7-2C4F-AE3D-FFEBD794D892}" destId="{C69C120D-49A6-664A-81D9-EC2018CAFEF0}" srcOrd="0" destOrd="0" parTransId="{851FBA85-60A5-774F-B188-D885B6249030}" sibTransId="{3C656D34-C545-414E-B74E-6DAE8D39D668}"/>
    <dgm:cxn modelId="{02E18015-ED65-5141-8CA1-F0574597CA8D}" srcId="{24E46597-E7B7-2C4F-AE3D-FFEBD794D892}" destId="{7B0A6FF9-C1E9-3940-8071-AA22EB1E1A11}" srcOrd="2" destOrd="0" parTransId="{A261681D-4103-734A-8E34-E8963D33EB3E}" sibTransId="{4B3EF3DE-C932-8A47-9689-B52435BA5B45}"/>
    <dgm:cxn modelId="{C335EC3B-0CAA-0F44-ADD8-C1CDE7A5F8D6}" type="presOf" srcId="{24E46597-E7B7-2C4F-AE3D-FFEBD794D892}" destId="{85E67AFF-4EA4-0741-8D97-EB8D55578541}" srcOrd="0" destOrd="0" presId="urn:microsoft.com/office/officeart/2005/8/layout/hProcess11"/>
    <dgm:cxn modelId="{92168149-0369-4444-BF52-13A174315A0A}" type="presOf" srcId="{C69C120D-49A6-664A-81D9-EC2018CAFEF0}" destId="{013F2CFA-D5DD-B946-9165-9E457A7E6B0A}" srcOrd="0" destOrd="0" presId="urn:microsoft.com/office/officeart/2005/8/layout/hProcess11"/>
    <dgm:cxn modelId="{1AB17363-F97B-AE41-8652-0E39F0FE8C2B}" type="presOf" srcId="{BF1540D1-7491-B045-A8D0-58013CB4D1FE}" destId="{659D690E-EB01-4E4F-BC56-8D63AE82BD5A}" srcOrd="0" destOrd="0" presId="urn:microsoft.com/office/officeart/2005/8/layout/hProcess11"/>
    <dgm:cxn modelId="{40BA2CB7-B8F1-B244-9273-C8709704A962}" srcId="{24E46597-E7B7-2C4F-AE3D-FFEBD794D892}" destId="{BF1540D1-7491-B045-A8D0-58013CB4D1FE}" srcOrd="3" destOrd="0" parTransId="{E8D21347-1DBD-3940-B53B-01FCFBE3D5D7}" sibTransId="{9BB812EA-3717-E949-87AE-3452D197A97A}"/>
    <dgm:cxn modelId="{9D32AAD2-359E-284F-9F47-FE3A7C38C381}" type="presOf" srcId="{0F6F734C-1B35-D147-BF1F-D25548EA89EB}" destId="{9BF6A688-F817-DF46-8BAC-009AC833352D}" srcOrd="0" destOrd="0" presId="urn:microsoft.com/office/officeart/2005/8/layout/hProcess11"/>
    <dgm:cxn modelId="{A1412EEC-B02A-0840-B793-F0E0B872845E}" srcId="{24E46597-E7B7-2C4F-AE3D-FFEBD794D892}" destId="{0F6F734C-1B35-D147-BF1F-D25548EA89EB}" srcOrd="1" destOrd="0" parTransId="{97E7C1DE-D6D3-C44D-B7DA-ADEB0DDFFE7B}" sibTransId="{4E72529B-16FC-D244-81A2-35D5516B4CD3}"/>
    <dgm:cxn modelId="{3B76F0F8-A87B-424C-A973-7B271186704A}" type="presOf" srcId="{7B0A6FF9-C1E9-3940-8071-AA22EB1E1A11}" destId="{E2D1CFD1-041E-E546-84FB-F7601F3AF64E}" srcOrd="0" destOrd="0" presId="urn:microsoft.com/office/officeart/2005/8/layout/hProcess11"/>
    <dgm:cxn modelId="{3E00619A-1E23-8148-B819-E512267FCBB3}" type="presParOf" srcId="{85E67AFF-4EA4-0741-8D97-EB8D55578541}" destId="{050DE555-2162-9E43-9570-B19450822F8D}" srcOrd="0" destOrd="0" presId="urn:microsoft.com/office/officeart/2005/8/layout/hProcess11"/>
    <dgm:cxn modelId="{81DA0AA9-F0A4-B84F-AD6C-5F88FC67FABC}" type="presParOf" srcId="{85E67AFF-4EA4-0741-8D97-EB8D55578541}" destId="{18BD39FC-9662-5C4A-8FDE-4FE738E98970}" srcOrd="1" destOrd="0" presId="urn:microsoft.com/office/officeart/2005/8/layout/hProcess11"/>
    <dgm:cxn modelId="{F876BE42-FBA4-714E-9DF5-F11C7B323ACA}" type="presParOf" srcId="{18BD39FC-9662-5C4A-8FDE-4FE738E98970}" destId="{3DC37D09-48BB-4842-B9F7-CBC290D37E5C}" srcOrd="0" destOrd="0" presId="urn:microsoft.com/office/officeart/2005/8/layout/hProcess11"/>
    <dgm:cxn modelId="{ED1958F1-85E9-B74E-9C32-9AEA6B0EA869}" type="presParOf" srcId="{3DC37D09-48BB-4842-B9F7-CBC290D37E5C}" destId="{013F2CFA-D5DD-B946-9165-9E457A7E6B0A}" srcOrd="0" destOrd="0" presId="urn:microsoft.com/office/officeart/2005/8/layout/hProcess11"/>
    <dgm:cxn modelId="{E240AA21-7712-FB4B-8BED-A405CE44D8E5}" type="presParOf" srcId="{3DC37D09-48BB-4842-B9F7-CBC290D37E5C}" destId="{019A5432-10F4-0848-8B79-65BBECCB355C}" srcOrd="1" destOrd="0" presId="urn:microsoft.com/office/officeart/2005/8/layout/hProcess11"/>
    <dgm:cxn modelId="{F42B09FF-C861-044F-9B4C-F759C1267A38}" type="presParOf" srcId="{3DC37D09-48BB-4842-B9F7-CBC290D37E5C}" destId="{E1D6F97D-0DA1-3E4F-88A7-399DD55D8CFE}" srcOrd="2" destOrd="0" presId="urn:microsoft.com/office/officeart/2005/8/layout/hProcess11"/>
    <dgm:cxn modelId="{49202F8B-9B69-4E40-ABF3-17B28B5E69F6}" type="presParOf" srcId="{18BD39FC-9662-5C4A-8FDE-4FE738E98970}" destId="{EB78FDAF-D7AE-5747-91FA-69532A36724B}" srcOrd="1" destOrd="0" presId="urn:microsoft.com/office/officeart/2005/8/layout/hProcess11"/>
    <dgm:cxn modelId="{38C4A5F8-6AD4-8C4A-BAC2-BD55A59182EB}" type="presParOf" srcId="{18BD39FC-9662-5C4A-8FDE-4FE738E98970}" destId="{4048D7C4-DA70-3046-9206-5AED69C2C774}" srcOrd="2" destOrd="0" presId="urn:microsoft.com/office/officeart/2005/8/layout/hProcess11"/>
    <dgm:cxn modelId="{D0B7FD43-7695-BD46-8B57-9A1E8D7B86DA}" type="presParOf" srcId="{4048D7C4-DA70-3046-9206-5AED69C2C774}" destId="{9BF6A688-F817-DF46-8BAC-009AC833352D}" srcOrd="0" destOrd="0" presId="urn:microsoft.com/office/officeart/2005/8/layout/hProcess11"/>
    <dgm:cxn modelId="{F6354B33-E685-D64F-B587-54D50B30C1DD}" type="presParOf" srcId="{4048D7C4-DA70-3046-9206-5AED69C2C774}" destId="{41351E51-1D1B-C241-A099-7B04D981D11D}" srcOrd="1" destOrd="0" presId="urn:microsoft.com/office/officeart/2005/8/layout/hProcess11"/>
    <dgm:cxn modelId="{BB1CDC13-D4DB-2441-B22A-2299E72E9873}" type="presParOf" srcId="{4048D7C4-DA70-3046-9206-5AED69C2C774}" destId="{7E7A1109-8DEE-3B40-9478-1E40984DFE0C}" srcOrd="2" destOrd="0" presId="urn:microsoft.com/office/officeart/2005/8/layout/hProcess11"/>
    <dgm:cxn modelId="{59A05394-7FAC-594C-863F-DDD55A1788EF}" type="presParOf" srcId="{18BD39FC-9662-5C4A-8FDE-4FE738E98970}" destId="{8C02C0E3-9DF7-6848-852F-D6BB1ADBEBD8}" srcOrd="3" destOrd="0" presId="urn:microsoft.com/office/officeart/2005/8/layout/hProcess11"/>
    <dgm:cxn modelId="{D979945D-8F88-234A-9F9A-FBCC45F29EA6}" type="presParOf" srcId="{18BD39FC-9662-5C4A-8FDE-4FE738E98970}" destId="{16440AC4-36AB-4B4D-BD72-6B520AEC5574}" srcOrd="4" destOrd="0" presId="urn:microsoft.com/office/officeart/2005/8/layout/hProcess11"/>
    <dgm:cxn modelId="{4410C4B5-3C87-F844-91AB-55E31E5A58EF}" type="presParOf" srcId="{16440AC4-36AB-4B4D-BD72-6B520AEC5574}" destId="{E2D1CFD1-041E-E546-84FB-F7601F3AF64E}" srcOrd="0" destOrd="0" presId="urn:microsoft.com/office/officeart/2005/8/layout/hProcess11"/>
    <dgm:cxn modelId="{E670759E-B137-3D4D-A337-D2FB692D1682}" type="presParOf" srcId="{16440AC4-36AB-4B4D-BD72-6B520AEC5574}" destId="{7D0C3616-13C5-9F48-8E3D-AC694D294C86}" srcOrd="1" destOrd="0" presId="urn:microsoft.com/office/officeart/2005/8/layout/hProcess11"/>
    <dgm:cxn modelId="{D41BED1D-695B-244B-8AA1-95F16E23F409}" type="presParOf" srcId="{16440AC4-36AB-4B4D-BD72-6B520AEC5574}" destId="{84FEF492-DC7A-C449-BEA1-C601C897B082}" srcOrd="2" destOrd="0" presId="urn:microsoft.com/office/officeart/2005/8/layout/hProcess11"/>
    <dgm:cxn modelId="{9647C62A-0A7D-0140-A4A6-5E0B7B385E97}" type="presParOf" srcId="{18BD39FC-9662-5C4A-8FDE-4FE738E98970}" destId="{BBC88CE0-8F90-E547-84E0-8017D12F7049}" srcOrd="5" destOrd="0" presId="urn:microsoft.com/office/officeart/2005/8/layout/hProcess11"/>
    <dgm:cxn modelId="{09FBAC49-38E3-2E48-8240-080FE3C4882D}" type="presParOf" srcId="{18BD39FC-9662-5C4A-8FDE-4FE738E98970}" destId="{93F9A084-DA19-554F-9B47-F1913EF2838F}" srcOrd="6" destOrd="0" presId="urn:microsoft.com/office/officeart/2005/8/layout/hProcess11"/>
    <dgm:cxn modelId="{FD2A2035-C11C-5441-A329-B36CEFF49A7F}" type="presParOf" srcId="{93F9A084-DA19-554F-9B47-F1913EF2838F}" destId="{659D690E-EB01-4E4F-BC56-8D63AE82BD5A}" srcOrd="0" destOrd="0" presId="urn:microsoft.com/office/officeart/2005/8/layout/hProcess11"/>
    <dgm:cxn modelId="{2D18505B-A5A0-1240-B521-1C86272BB0AF}" type="presParOf" srcId="{93F9A084-DA19-554F-9B47-F1913EF2838F}" destId="{3C66475A-C7EB-544F-8861-E66E53095708}" srcOrd="1" destOrd="0" presId="urn:microsoft.com/office/officeart/2005/8/layout/hProcess11"/>
    <dgm:cxn modelId="{D29194A0-7573-3C4A-B04F-59A9F35CF76F}" type="presParOf" srcId="{93F9A084-DA19-554F-9B47-F1913EF2838F}" destId="{F605E89F-DDBF-234B-A64D-75035DD8140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E46597-E7B7-2C4F-AE3D-FFEBD794D89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C120D-49A6-664A-81D9-EC2018CAFEF0}">
      <dgm:prSet/>
      <dgm:spPr/>
      <dgm:t>
        <a:bodyPr/>
        <a:lstStyle/>
        <a:p>
          <a:r>
            <a:rPr lang="en-US" b="1" dirty="0"/>
            <a:t>Standardize data</a:t>
          </a:r>
          <a:endParaRPr lang="en-US" dirty="0"/>
        </a:p>
      </dgm:t>
    </dgm:pt>
    <dgm:pt modelId="{851FBA85-60A5-774F-B188-D885B6249030}" type="parTrans" cxnId="{5C591913-8C69-0042-99C0-B864742CEF3B}">
      <dgm:prSet/>
      <dgm:spPr/>
      <dgm:t>
        <a:bodyPr/>
        <a:lstStyle/>
        <a:p>
          <a:endParaRPr lang="en-US"/>
        </a:p>
      </dgm:t>
    </dgm:pt>
    <dgm:pt modelId="{3C656D34-C545-414E-B74E-6DAE8D39D668}" type="sibTrans" cxnId="{5C591913-8C69-0042-99C0-B864742CEF3B}">
      <dgm:prSet/>
      <dgm:spPr/>
      <dgm:t>
        <a:bodyPr/>
        <a:lstStyle/>
        <a:p>
          <a:endParaRPr lang="en-US"/>
        </a:p>
      </dgm:t>
    </dgm:pt>
    <dgm:pt modelId="{7B0A6FF9-C1E9-3940-8071-AA22EB1E1A11}">
      <dgm:prSet/>
      <dgm:spPr/>
      <dgm:t>
        <a:bodyPr/>
        <a:lstStyle/>
        <a:p>
          <a:r>
            <a:rPr lang="en-US" b="1" dirty="0"/>
            <a:t>Compute covariance matrix</a:t>
          </a:r>
          <a:endParaRPr lang="en-US" dirty="0"/>
        </a:p>
      </dgm:t>
    </dgm:pt>
    <dgm:pt modelId="{A261681D-4103-734A-8E34-E8963D33EB3E}" type="parTrans" cxnId="{02E18015-ED65-5141-8CA1-F0574597CA8D}">
      <dgm:prSet/>
      <dgm:spPr/>
      <dgm:t>
        <a:bodyPr/>
        <a:lstStyle/>
        <a:p>
          <a:endParaRPr lang="en-US"/>
        </a:p>
      </dgm:t>
    </dgm:pt>
    <dgm:pt modelId="{4B3EF3DE-C932-8A47-9689-B52435BA5B45}" type="sibTrans" cxnId="{02E18015-ED65-5141-8CA1-F0574597CA8D}">
      <dgm:prSet/>
      <dgm:spPr/>
      <dgm:t>
        <a:bodyPr/>
        <a:lstStyle/>
        <a:p>
          <a:endParaRPr lang="en-US"/>
        </a:p>
      </dgm:t>
    </dgm:pt>
    <dgm:pt modelId="{BF1540D1-7491-B045-A8D0-58013CB4D1FE}">
      <dgm:prSet/>
      <dgm:spPr/>
      <dgm:t>
        <a:bodyPr/>
        <a:lstStyle/>
        <a:p>
          <a:r>
            <a:rPr lang="en-US" b="1"/>
            <a:t>Find eigenvalues &amp; eigenvectors</a:t>
          </a:r>
          <a:endParaRPr lang="en-US"/>
        </a:p>
      </dgm:t>
    </dgm:pt>
    <dgm:pt modelId="{E8D21347-1DBD-3940-B53B-01FCFBE3D5D7}" type="parTrans" cxnId="{40BA2CB7-B8F1-B244-9273-C8709704A962}">
      <dgm:prSet/>
      <dgm:spPr/>
      <dgm:t>
        <a:bodyPr/>
        <a:lstStyle/>
        <a:p>
          <a:endParaRPr lang="en-US"/>
        </a:p>
      </dgm:t>
    </dgm:pt>
    <dgm:pt modelId="{9BB812EA-3717-E949-87AE-3452D197A97A}" type="sibTrans" cxnId="{40BA2CB7-B8F1-B244-9273-C8709704A962}">
      <dgm:prSet/>
      <dgm:spPr/>
      <dgm:t>
        <a:bodyPr/>
        <a:lstStyle/>
        <a:p>
          <a:endParaRPr lang="en-US"/>
        </a:p>
      </dgm:t>
    </dgm:pt>
    <dgm:pt modelId="{0F6F734C-1B35-D147-BF1F-D25548EA89EB}">
      <dgm:prSet custT="1"/>
      <dgm:spPr/>
      <dgm:t>
        <a:bodyPr/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gm:t>
    </dgm:pt>
    <dgm:pt modelId="{97E7C1DE-D6D3-C44D-B7DA-ADEB0DDFFE7B}" type="parTrans" cxnId="{A1412EEC-B02A-0840-B793-F0E0B872845E}">
      <dgm:prSet/>
      <dgm:spPr/>
      <dgm:t>
        <a:bodyPr/>
        <a:lstStyle/>
        <a:p>
          <a:endParaRPr lang="en-US"/>
        </a:p>
      </dgm:t>
    </dgm:pt>
    <dgm:pt modelId="{4E72529B-16FC-D244-81A2-35D5516B4CD3}" type="sibTrans" cxnId="{A1412EEC-B02A-0840-B793-F0E0B872845E}">
      <dgm:prSet/>
      <dgm:spPr/>
      <dgm:t>
        <a:bodyPr/>
        <a:lstStyle/>
        <a:p>
          <a:endParaRPr lang="en-US"/>
        </a:p>
      </dgm:t>
    </dgm:pt>
    <dgm:pt modelId="{85E67AFF-4EA4-0741-8D97-EB8D55578541}" type="pres">
      <dgm:prSet presAssocID="{24E46597-E7B7-2C4F-AE3D-FFEBD794D892}" presName="Name0" presStyleCnt="0">
        <dgm:presLayoutVars>
          <dgm:dir/>
          <dgm:resizeHandles val="exact"/>
        </dgm:presLayoutVars>
      </dgm:prSet>
      <dgm:spPr/>
    </dgm:pt>
    <dgm:pt modelId="{050DE555-2162-9E43-9570-B19450822F8D}" type="pres">
      <dgm:prSet presAssocID="{24E46597-E7B7-2C4F-AE3D-FFEBD794D892}" presName="arrow" presStyleLbl="bgShp" presStyleIdx="0" presStyleCnt="1"/>
      <dgm:spPr>
        <a:solidFill>
          <a:schemeClr val="tx1">
            <a:lumMod val="85000"/>
            <a:lumOff val="15000"/>
          </a:schemeClr>
        </a:solidFill>
      </dgm:spPr>
    </dgm:pt>
    <dgm:pt modelId="{18BD39FC-9662-5C4A-8FDE-4FE738E98970}" type="pres">
      <dgm:prSet presAssocID="{24E46597-E7B7-2C4F-AE3D-FFEBD794D892}" presName="points" presStyleCnt="0"/>
      <dgm:spPr/>
    </dgm:pt>
    <dgm:pt modelId="{3DC37D09-48BB-4842-B9F7-CBC290D37E5C}" type="pres">
      <dgm:prSet presAssocID="{C69C120D-49A6-664A-81D9-EC2018CAFEF0}" presName="compositeA" presStyleCnt="0"/>
      <dgm:spPr/>
    </dgm:pt>
    <dgm:pt modelId="{013F2CFA-D5DD-B946-9165-9E457A7E6B0A}" type="pres">
      <dgm:prSet presAssocID="{C69C120D-49A6-664A-81D9-EC2018CAFEF0}" presName="textA" presStyleLbl="revTx" presStyleIdx="0" presStyleCnt="4">
        <dgm:presLayoutVars>
          <dgm:bulletEnabled val="1"/>
        </dgm:presLayoutVars>
      </dgm:prSet>
      <dgm:spPr/>
    </dgm:pt>
    <dgm:pt modelId="{019A5432-10F4-0848-8B79-65BBECCB355C}" type="pres">
      <dgm:prSet presAssocID="{C69C120D-49A6-664A-81D9-EC2018CAFEF0}" presName="circleA" presStyleLbl="node1" presStyleIdx="0" presStyleCnt="4"/>
      <dgm:spPr>
        <a:solidFill>
          <a:schemeClr val="accent2"/>
        </a:solidFill>
      </dgm:spPr>
    </dgm:pt>
    <dgm:pt modelId="{E1D6F97D-0DA1-3E4F-88A7-399DD55D8CFE}" type="pres">
      <dgm:prSet presAssocID="{C69C120D-49A6-664A-81D9-EC2018CAFEF0}" presName="spaceA" presStyleCnt="0"/>
      <dgm:spPr/>
    </dgm:pt>
    <dgm:pt modelId="{EB78FDAF-D7AE-5747-91FA-69532A36724B}" type="pres">
      <dgm:prSet presAssocID="{3C656D34-C545-414E-B74E-6DAE8D39D668}" presName="space" presStyleCnt="0"/>
      <dgm:spPr/>
    </dgm:pt>
    <dgm:pt modelId="{4048D7C4-DA70-3046-9206-5AED69C2C774}" type="pres">
      <dgm:prSet presAssocID="{0F6F734C-1B35-D147-BF1F-D25548EA89EB}" presName="compositeB" presStyleCnt="0"/>
      <dgm:spPr/>
    </dgm:pt>
    <dgm:pt modelId="{9BF6A688-F817-DF46-8BAC-009AC833352D}" type="pres">
      <dgm:prSet presAssocID="{0F6F734C-1B35-D147-BF1F-D25548EA89EB}" presName="textB" presStyleLbl="revTx" presStyleIdx="1" presStyleCnt="4">
        <dgm:presLayoutVars>
          <dgm:bulletEnabled val="1"/>
        </dgm:presLayoutVars>
      </dgm:prSet>
      <dgm:spPr/>
    </dgm:pt>
    <dgm:pt modelId="{41351E51-1D1B-C241-A099-7B04D981D11D}" type="pres">
      <dgm:prSet presAssocID="{0F6F734C-1B35-D147-BF1F-D25548EA89EB}" presName="circleB" presStyleLbl="node1" presStyleIdx="1" presStyleCnt="4"/>
      <dgm:spPr>
        <a:solidFill>
          <a:schemeClr val="accent2"/>
        </a:solidFill>
      </dgm:spPr>
    </dgm:pt>
    <dgm:pt modelId="{7E7A1109-8DEE-3B40-9478-1E40984DFE0C}" type="pres">
      <dgm:prSet presAssocID="{0F6F734C-1B35-D147-BF1F-D25548EA89EB}" presName="spaceB" presStyleCnt="0"/>
      <dgm:spPr/>
    </dgm:pt>
    <dgm:pt modelId="{8C02C0E3-9DF7-6848-852F-D6BB1ADBEBD8}" type="pres">
      <dgm:prSet presAssocID="{4E72529B-16FC-D244-81A2-35D5516B4CD3}" presName="space" presStyleCnt="0"/>
      <dgm:spPr/>
    </dgm:pt>
    <dgm:pt modelId="{16440AC4-36AB-4B4D-BD72-6B520AEC5574}" type="pres">
      <dgm:prSet presAssocID="{7B0A6FF9-C1E9-3940-8071-AA22EB1E1A11}" presName="compositeA" presStyleCnt="0"/>
      <dgm:spPr/>
    </dgm:pt>
    <dgm:pt modelId="{E2D1CFD1-041E-E546-84FB-F7601F3AF64E}" type="pres">
      <dgm:prSet presAssocID="{7B0A6FF9-C1E9-3940-8071-AA22EB1E1A11}" presName="textA" presStyleLbl="revTx" presStyleIdx="2" presStyleCnt="4">
        <dgm:presLayoutVars>
          <dgm:bulletEnabled val="1"/>
        </dgm:presLayoutVars>
      </dgm:prSet>
      <dgm:spPr/>
    </dgm:pt>
    <dgm:pt modelId="{7D0C3616-13C5-9F48-8E3D-AC694D294C86}" type="pres">
      <dgm:prSet presAssocID="{7B0A6FF9-C1E9-3940-8071-AA22EB1E1A11}" presName="circleA" presStyleLbl="node1" presStyleIdx="2" presStyleCnt="4"/>
      <dgm:spPr>
        <a:solidFill>
          <a:schemeClr val="accent2"/>
        </a:solidFill>
      </dgm:spPr>
    </dgm:pt>
    <dgm:pt modelId="{84FEF492-DC7A-C449-BEA1-C601C897B082}" type="pres">
      <dgm:prSet presAssocID="{7B0A6FF9-C1E9-3940-8071-AA22EB1E1A11}" presName="spaceA" presStyleCnt="0"/>
      <dgm:spPr/>
    </dgm:pt>
    <dgm:pt modelId="{BBC88CE0-8F90-E547-84E0-8017D12F7049}" type="pres">
      <dgm:prSet presAssocID="{4B3EF3DE-C932-8A47-9689-B52435BA5B45}" presName="space" presStyleCnt="0"/>
      <dgm:spPr/>
    </dgm:pt>
    <dgm:pt modelId="{93F9A084-DA19-554F-9B47-F1913EF2838F}" type="pres">
      <dgm:prSet presAssocID="{BF1540D1-7491-B045-A8D0-58013CB4D1FE}" presName="compositeB" presStyleCnt="0"/>
      <dgm:spPr/>
    </dgm:pt>
    <dgm:pt modelId="{659D690E-EB01-4E4F-BC56-8D63AE82BD5A}" type="pres">
      <dgm:prSet presAssocID="{BF1540D1-7491-B045-A8D0-58013CB4D1FE}" presName="textB" presStyleLbl="revTx" presStyleIdx="3" presStyleCnt="4">
        <dgm:presLayoutVars>
          <dgm:bulletEnabled val="1"/>
        </dgm:presLayoutVars>
      </dgm:prSet>
      <dgm:spPr/>
    </dgm:pt>
    <dgm:pt modelId="{3C66475A-C7EB-544F-8861-E66E53095708}" type="pres">
      <dgm:prSet presAssocID="{BF1540D1-7491-B045-A8D0-58013CB4D1FE}" presName="circleB" presStyleLbl="node1" presStyleIdx="3" presStyleCnt="4"/>
      <dgm:spPr>
        <a:solidFill>
          <a:schemeClr val="accent2"/>
        </a:solidFill>
      </dgm:spPr>
    </dgm:pt>
    <dgm:pt modelId="{F605E89F-DDBF-234B-A64D-75035DD8140A}" type="pres">
      <dgm:prSet presAssocID="{BF1540D1-7491-B045-A8D0-58013CB4D1FE}" presName="spaceB" presStyleCnt="0"/>
      <dgm:spPr/>
    </dgm:pt>
  </dgm:ptLst>
  <dgm:cxnLst>
    <dgm:cxn modelId="{5C591913-8C69-0042-99C0-B864742CEF3B}" srcId="{24E46597-E7B7-2C4F-AE3D-FFEBD794D892}" destId="{C69C120D-49A6-664A-81D9-EC2018CAFEF0}" srcOrd="0" destOrd="0" parTransId="{851FBA85-60A5-774F-B188-D885B6249030}" sibTransId="{3C656D34-C545-414E-B74E-6DAE8D39D668}"/>
    <dgm:cxn modelId="{02E18015-ED65-5141-8CA1-F0574597CA8D}" srcId="{24E46597-E7B7-2C4F-AE3D-FFEBD794D892}" destId="{7B0A6FF9-C1E9-3940-8071-AA22EB1E1A11}" srcOrd="2" destOrd="0" parTransId="{A261681D-4103-734A-8E34-E8963D33EB3E}" sibTransId="{4B3EF3DE-C932-8A47-9689-B52435BA5B45}"/>
    <dgm:cxn modelId="{C335EC3B-0CAA-0F44-ADD8-C1CDE7A5F8D6}" type="presOf" srcId="{24E46597-E7B7-2C4F-AE3D-FFEBD794D892}" destId="{85E67AFF-4EA4-0741-8D97-EB8D55578541}" srcOrd="0" destOrd="0" presId="urn:microsoft.com/office/officeart/2005/8/layout/hProcess11"/>
    <dgm:cxn modelId="{92168149-0369-4444-BF52-13A174315A0A}" type="presOf" srcId="{C69C120D-49A6-664A-81D9-EC2018CAFEF0}" destId="{013F2CFA-D5DD-B946-9165-9E457A7E6B0A}" srcOrd="0" destOrd="0" presId="urn:microsoft.com/office/officeart/2005/8/layout/hProcess11"/>
    <dgm:cxn modelId="{1AB17363-F97B-AE41-8652-0E39F0FE8C2B}" type="presOf" srcId="{BF1540D1-7491-B045-A8D0-58013CB4D1FE}" destId="{659D690E-EB01-4E4F-BC56-8D63AE82BD5A}" srcOrd="0" destOrd="0" presId="urn:microsoft.com/office/officeart/2005/8/layout/hProcess11"/>
    <dgm:cxn modelId="{40BA2CB7-B8F1-B244-9273-C8709704A962}" srcId="{24E46597-E7B7-2C4F-AE3D-FFEBD794D892}" destId="{BF1540D1-7491-B045-A8D0-58013CB4D1FE}" srcOrd="3" destOrd="0" parTransId="{E8D21347-1DBD-3940-B53B-01FCFBE3D5D7}" sibTransId="{9BB812EA-3717-E949-87AE-3452D197A97A}"/>
    <dgm:cxn modelId="{9D32AAD2-359E-284F-9F47-FE3A7C38C381}" type="presOf" srcId="{0F6F734C-1B35-D147-BF1F-D25548EA89EB}" destId="{9BF6A688-F817-DF46-8BAC-009AC833352D}" srcOrd="0" destOrd="0" presId="urn:microsoft.com/office/officeart/2005/8/layout/hProcess11"/>
    <dgm:cxn modelId="{A1412EEC-B02A-0840-B793-F0E0B872845E}" srcId="{24E46597-E7B7-2C4F-AE3D-FFEBD794D892}" destId="{0F6F734C-1B35-D147-BF1F-D25548EA89EB}" srcOrd="1" destOrd="0" parTransId="{97E7C1DE-D6D3-C44D-B7DA-ADEB0DDFFE7B}" sibTransId="{4E72529B-16FC-D244-81A2-35D5516B4CD3}"/>
    <dgm:cxn modelId="{3B76F0F8-A87B-424C-A973-7B271186704A}" type="presOf" srcId="{7B0A6FF9-C1E9-3940-8071-AA22EB1E1A11}" destId="{E2D1CFD1-041E-E546-84FB-F7601F3AF64E}" srcOrd="0" destOrd="0" presId="urn:microsoft.com/office/officeart/2005/8/layout/hProcess11"/>
    <dgm:cxn modelId="{3E00619A-1E23-8148-B819-E512267FCBB3}" type="presParOf" srcId="{85E67AFF-4EA4-0741-8D97-EB8D55578541}" destId="{050DE555-2162-9E43-9570-B19450822F8D}" srcOrd="0" destOrd="0" presId="urn:microsoft.com/office/officeart/2005/8/layout/hProcess11"/>
    <dgm:cxn modelId="{81DA0AA9-F0A4-B84F-AD6C-5F88FC67FABC}" type="presParOf" srcId="{85E67AFF-4EA4-0741-8D97-EB8D55578541}" destId="{18BD39FC-9662-5C4A-8FDE-4FE738E98970}" srcOrd="1" destOrd="0" presId="urn:microsoft.com/office/officeart/2005/8/layout/hProcess11"/>
    <dgm:cxn modelId="{F876BE42-FBA4-714E-9DF5-F11C7B323ACA}" type="presParOf" srcId="{18BD39FC-9662-5C4A-8FDE-4FE738E98970}" destId="{3DC37D09-48BB-4842-B9F7-CBC290D37E5C}" srcOrd="0" destOrd="0" presId="urn:microsoft.com/office/officeart/2005/8/layout/hProcess11"/>
    <dgm:cxn modelId="{ED1958F1-85E9-B74E-9C32-9AEA6B0EA869}" type="presParOf" srcId="{3DC37D09-48BB-4842-B9F7-CBC290D37E5C}" destId="{013F2CFA-D5DD-B946-9165-9E457A7E6B0A}" srcOrd="0" destOrd="0" presId="urn:microsoft.com/office/officeart/2005/8/layout/hProcess11"/>
    <dgm:cxn modelId="{E240AA21-7712-FB4B-8BED-A405CE44D8E5}" type="presParOf" srcId="{3DC37D09-48BB-4842-B9F7-CBC290D37E5C}" destId="{019A5432-10F4-0848-8B79-65BBECCB355C}" srcOrd="1" destOrd="0" presId="urn:microsoft.com/office/officeart/2005/8/layout/hProcess11"/>
    <dgm:cxn modelId="{F42B09FF-C861-044F-9B4C-F759C1267A38}" type="presParOf" srcId="{3DC37D09-48BB-4842-B9F7-CBC290D37E5C}" destId="{E1D6F97D-0DA1-3E4F-88A7-399DD55D8CFE}" srcOrd="2" destOrd="0" presId="urn:microsoft.com/office/officeart/2005/8/layout/hProcess11"/>
    <dgm:cxn modelId="{49202F8B-9B69-4E40-ABF3-17B28B5E69F6}" type="presParOf" srcId="{18BD39FC-9662-5C4A-8FDE-4FE738E98970}" destId="{EB78FDAF-D7AE-5747-91FA-69532A36724B}" srcOrd="1" destOrd="0" presId="urn:microsoft.com/office/officeart/2005/8/layout/hProcess11"/>
    <dgm:cxn modelId="{38C4A5F8-6AD4-8C4A-BAC2-BD55A59182EB}" type="presParOf" srcId="{18BD39FC-9662-5C4A-8FDE-4FE738E98970}" destId="{4048D7C4-DA70-3046-9206-5AED69C2C774}" srcOrd="2" destOrd="0" presId="urn:microsoft.com/office/officeart/2005/8/layout/hProcess11"/>
    <dgm:cxn modelId="{D0B7FD43-7695-BD46-8B57-9A1E8D7B86DA}" type="presParOf" srcId="{4048D7C4-DA70-3046-9206-5AED69C2C774}" destId="{9BF6A688-F817-DF46-8BAC-009AC833352D}" srcOrd="0" destOrd="0" presId="urn:microsoft.com/office/officeart/2005/8/layout/hProcess11"/>
    <dgm:cxn modelId="{F6354B33-E685-D64F-B587-54D50B30C1DD}" type="presParOf" srcId="{4048D7C4-DA70-3046-9206-5AED69C2C774}" destId="{41351E51-1D1B-C241-A099-7B04D981D11D}" srcOrd="1" destOrd="0" presId="urn:microsoft.com/office/officeart/2005/8/layout/hProcess11"/>
    <dgm:cxn modelId="{BB1CDC13-D4DB-2441-B22A-2299E72E9873}" type="presParOf" srcId="{4048D7C4-DA70-3046-9206-5AED69C2C774}" destId="{7E7A1109-8DEE-3B40-9478-1E40984DFE0C}" srcOrd="2" destOrd="0" presId="urn:microsoft.com/office/officeart/2005/8/layout/hProcess11"/>
    <dgm:cxn modelId="{59A05394-7FAC-594C-863F-DDD55A1788EF}" type="presParOf" srcId="{18BD39FC-9662-5C4A-8FDE-4FE738E98970}" destId="{8C02C0E3-9DF7-6848-852F-D6BB1ADBEBD8}" srcOrd="3" destOrd="0" presId="urn:microsoft.com/office/officeart/2005/8/layout/hProcess11"/>
    <dgm:cxn modelId="{D979945D-8F88-234A-9F9A-FBCC45F29EA6}" type="presParOf" srcId="{18BD39FC-9662-5C4A-8FDE-4FE738E98970}" destId="{16440AC4-36AB-4B4D-BD72-6B520AEC5574}" srcOrd="4" destOrd="0" presId="urn:microsoft.com/office/officeart/2005/8/layout/hProcess11"/>
    <dgm:cxn modelId="{4410C4B5-3C87-F844-91AB-55E31E5A58EF}" type="presParOf" srcId="{16440AC4-36AB-4B4D-BD72-6B520AEC5574}" destId="{E2D1CFD1-041E-E546-84FB-F7601F3AF64E}" srcOrd="0" destOrd="0" presId="urn:microsoft.com/office/officeart/2005/8/layout/hProcess11"/>
    <dgm:cxn modelId="{E670759E-B137-3D4D-A337-D2FB692D1682}" type="presParOf" srcId="{16440AC4-36AB-4B4D-BD72-6B520AEC5574}" destId="{7D0C3616-13C5-9F48-8E3D-AC694D294C86}" srcOrd="1" destOrd="0" presId="urn:microsoft.com/office/officeart/2005/8/layout/hProcess11"/>
    <dgm:cxn modelId="{D41BED1D-695B-244B-8AA1-95F16E23F409}" type="presParOf" srcId="{16440AC4-36AB-4B4D-BD72-6B520AEC5574}" destId="{84FEF492-DC7A-C449-BEA1-C601C897B082}" srcOrd="2" destOrd="0" presId="urn:microsoft.com/office/officeart/2005/8/layout/hProcess11"/>
    <dgm:cxn modelId="{9647C62A-0A7D-0140-A4A6-5E0B7B385E97}" type="presParOf" srcId="{18BD39FC-9662-5C4A-8FDE-4FE738E98970}" destId="{BBC88CE0-8F90-E547-84E0-8017D12F7049}" srcOrd="5" destOrd="0" presId="urn:microsoft.com/office/officeart/2005/8/layout/hProcess11"/>
    <dgm:cxn modelId="{09FBAC49-38E3-2E48-8240-080FE3C4882D}" type="presParOf" srcId="{18BD39FC-9662-5C4A-8FDE-4FE738E98970}" destId="{93F9A084-DA19-554F-9B47-F1913EF2838F}" srcOrd="6" destOrd="0" presId="urn:microsoft.com/office/officeart/2005/8/layout/hProcess11"/>
    <dgm:cxn modelId="{FD2A2035-C11C-5441-A329-B36CEFF49A7F}" type="presParOf" srcId="{93F9A084-DA19-554F-9B47-F1913EF2838F}" destId="{659D690E-EB01-4E4F-BC56-8D63AE82BD5A}" srcOrd="0" destOrd="0" presId="urn:microsoft.com/office/officeart/2005/8/layout/hProcess11"/>
    <dgm:cxn modelId="{2D18505B-A5A0-1240-B521-1C86272BB0AF}" type="presParOf" srcId="{93F9A084-DA19-554F-9B47-F1913EF2838F}" destId="{3C66475A-C7EB-544F-8861-E66E53095708}" srcOrd="1" destOrd="0" presId="urn:microsoft.com/office/officeart/2005/8/layout/hProcess11"/>
    <dgm:cxn modelId="{D29194A0-7573-3C4A-B04F-59A9F35CF76F}" type="presParOf" srcId="{93F9A084-DA19-554F-9B47-F1913EF2838F}" destId="{F605E89F-DDBF-234B-A64D-75035DD8140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E46597-E7B7-2C4F-AE3D-FFEBD794D89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C120D-49A6-664A-81D9-EC2018CAFEF0}">
      <dgm:prSet/>
      <dgm:spPr/>
      <dgm:t>
        <a:bodyPr/>
        <a:lstStyle/>
        <a:p>
          <a:r>
            <a:rPr lang="en-US" b="1" dirty="0"/>
            <a:t>Standardize data</a:t>
          </a:r>
          <a:endParaRPr lang="en-US" dirty="0"/>
        </a:p>
      </dgm:t>
    </dgm:pt>
    <dgm:pt modelId="{851FBA85-60A5-774F-B188-D885B6249030}" type="parTrans" cxnId="{5C591913-8C69-0042-99C0-B864742CEF3B}">
      <dgm:prSet/>
      <dgm:spPr/>
      <dgm:t>
        <a:bodyPr/>
        <a:lstStyle/>
        <a:p>
          <a:endParaRPr lang="en-US"/>
        </a:p>
      </dgm:t>
    </dgm:pt>
    <dgm:pt modelId="{3C656D34-C545-414E-B74E-6DAE8D39D668}" type="sibTrans" cxnId="{5C591913-8C69-0042-99C0-B864742CEF3B}">
      <dgm:prSet/>
      <dgm:spPr/>
      <dgm:t>
        <a:bodyPr/>
        <a:lstStyle/>
        <a:p>
          <a:endParaRPr lang="en-US"/>
        </a:p>
      </dgm:t>
    </dgm:pt>
    <dgm:pt modelId="{7B0A6FF9-C1E9-3940-8071-AA22EB1E1A11}">
      <dgm:prSet/>
      <dgm:spPr/>
      <dgm:t>
        <a:bodyPr/>
        <a:lstStyle/>
        <a:p>
          <a:r>
            <a:rPr lang="en-US" b="1" dirty="0"/>
            <a:t>Compute covariance matrix</a:t>
          </a:r>
          <a:endParaRPr lang="en-US" dirty="0"/>
        </a:p>
      </dgm:t>
    </dgm:pt>
    <dgm:pt modelId="{A261681D-4103-734A-8E34-E8963D33EB3E}" type="parTrans" cxnId="{02E18015-ED65-5141-8CA1-F0574597CA8D}">
      <dgm:prSet/>
      <dgm:spPr/>
      <dgm:t>
        <a:bodyPr/>
        <a:lstStyle/>
        <a:p>
          <a:endParaRPr lang="en-US"/>
        </a:p>
      </dgm:t>
    </dgm:pt>
    <dgm:pt modelId="{4B3EF3DE-C932-8A47-9689-B52435BA5B45}" type="sibTrans" cxnId="{02E18015-ED65-5141-8CA1-F0574597CA8D}">
      <dgm:prSet/>
      <dgm:spPr/>
      <dgm:t>
        <a:bodyPr/>
        <a:lstStyle/>
        <a:p>
          <a:endParaRPr lang="en-US"/>
        </a:p>
      </dgm:t>
    </dgm:pt>
    <dgm:pt modelId="{BF1540D1-7491-B045-A8D0-58013CB4D1FE}">
      <dgm:prSet/>
      <dgm:spPr/>
      <dgm:t>
        <a:bodyPr/>
        <a:lstStyle/>
        <a:p>
          <a:r>
            <a:rPr lang="en-US" b="1" dirty="0"/>
            <a:t>Find eigenvalues &amp; eigenvectors</a:t>
          </a:r>
          <a:endParaRPr lang="en-US" dirty="0"/>
        </a:p>
      </dgm:t>
    </dgm:pt>
    <dgm:pt modelId="{E8D21347-1DBD-3940-B53B-01FCFBE3D5D7}" type="parTrans" cxnId="{40BA2CB7-B8F1-B244-9273-C8709704A962}">
      <dgm:prSet/>
      <dgm:spPr/>
      <dgm:t>
        <a:bodyPr/>
        <a:lstStyle/>
        <a:p>
          <a:endParaRPr lang="en-US"/>
        </a:p>
      </dgm:t>
    </dgm:pt>
    <dgm:pt modelId="{9BB812EA-3717-E949-87AE-3452D197A97A}" type="sibTrans" cxnId="{40BA2CB7-B8F1-B244-9273-C8709704A962}">
      <dgm:prSet/>
      <dgm:spPr/>
      <dgm:t>
        <a:bodyPr/>
        <a:lstStyle/>
        <a:p>
          <a:endParaRPr lang="en-US"/>
        </a:p>
      </dgm:t>
    </dgm:pt>
    <dgm:pt modelId="{0F6F734C-1B35-D147-BF1F-D25548EA89EB}">
      <dgm:prSet custT="1"/>
      <dgm:spPr/>
      <dgm:t>
        <a:bodyPr/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gm:t>
    </dgm:pt>
    <dgm:pt modelId="{97E7C1DE-D6D3-C44D-B7DA-ADEB0DDFFE7B}" type="parTrans" cxnId="{A1412EEC-B02A-0840-B793-F0E0B872845E}">
      <dgm:prSet/>
      <dgm:spPr/>
      <dgm:t>
        <a:bodyPr/>
        <a:lstStyle/>
        <a:p>
          <a:endParaRPr lang="en-US"/>
        </a:p>
      </dgm:t>
    </dgm:pt>
    <dgm:pt modelId="{4E72529B-16FC-D244-81A2-35D5516B4CD3}" type="sibTrans" cxnId="{A1412EEC-B02A-0840-B793-F0E0B872845E}">
      <dgm:prSet/>
      <dgm:spPr/>
      <dgm:t>
        <a:bodyPr/>
        <a:lstStyle/>
        <a:p>
          <a:endParaRPr lang="en-US"/>
        </a:p>
      </dgm:t>
    </dgm:pt>
    <dgm:pt modelId="{85E67AFF-4EA4-0741-8D97-EB8D55578541}" type="pres">
      <dgm:prSet presAssocID="{24E46597-E7B7-2C4F-AE3D-FFEBD794D892}" presName="Name0" presStyleCnt="0">
        <dgm:presLayoutVars>
          <dgm:dir/>
          <dgm:resizeHandles val="exact"/>
        </dgm:presLayoutVars>
      </dgm:prSet>
      <dgm:spPr/>
    </dgm:pt>
    <dgm:pt modelId="{050DE555-2162-9E43-9570-B19450822F8D}" type="pres">
      <dgm:prSet presAssocID="{24E46597-E7B7-2C4F-AE3D-FFEBD794D892}" presName="arrow" presStyleLbl="bgShp" presStyleIdx="0" presStyleCnt="1"/>
      <dgm:spPr>
        <a:solidFill>
          <a:schemeClr val="tx1">
            <a:lumMod val="85000"/>
            <a:lumOff val="15000"/>
          </a:schemeClr>
        </a:solidFill>
      </dgm:spPr>
    </dgm:pt>
    <dgm:pt modelId="{18BD39FC-9662-5C4A-8FDE-4FE738E98970}" type="pres">
      <dgm:prSet presAssocID="{24E46597-E7B7-2C4F-AE3D-FFEBD794D892}" presName="points" presStyleCnt="0"/>
      <dgm:spPr/>
    </dgm:pt>
    <dgm:pt modelId="{3DC37D09-48BB-4842-B9F7-CBC290D37E5C}" type="pres">
      <dgm:prSet presAssocID="{C69C120D-49A6-664A-81D9-EC2018CAFEF0}" presName="compositeA" presStyleCnt="0"/>
      <dgm:spPr/>
    </dgm:pt>
    <dgm:pt modelId="{013F2CFA-D5DD-B946-9165-9E457A7E6B0A}" type="pres">
      <dgm:prSet presAssocID="{C69C120D-49A6-664A-81D9-EC2018CAFEF0}" presName="textA" presStyleLbl="revTx" presStyleIdx="0" presStyleCnt="4">
        <dgm:presLayoutVars>
          <dgm:bulletEnabled val="1"/>
        </dgm:presLayoutVars>
      </dgm:prSet>
      <dgm:spPr/>
    </dgm:pt>
    <dgm:pt modelId="{019A5432-10F4-0848-8B79-65BBECCB355C}" type="pres">
      <dgm:prSet presAssocID="{C69C120D-49A6-664A-81D9-EC2018CAFEF0}" presName="circleA" presStyleLbl="node1" presStyleIdx="0" presStyleCnt="4"/>
      <dgm:spPr>
        <a:solidFill>
          <a:schemeClr val="accent2"/>
        </a:solidFill>
      </dgm:spPr>
    </dgm:pt>
    <dgm:pt modelId="{E1D6F97D-0DA1-3E4F-88A7-399DD55D8CFE}" type="pres">
      <dgm:prSet presAssocID="{C69C120D-49A6-664A-81D9-EC2018CAFEF0}" presName="spaceA" presStyleCnt="0"/>
      <dgm:spPr/>
    </dgm:pt>
    <dgm:pt modelId="{EB78FDAF-D7AE-5747-91FA-69532A36724B}" type="pres">
      <dgm:prSet presAssocID="{3C656D34-C545-414E-B74E-6DAE8D39D668}" presName="space" presStyleCnt="0"/>
      <dgm:spPr/>
    </dgm:pt>
    <dgm:pt modelId="{4048D7C4-DA70-3046-9206-5AED69C2C774}" type="pres">
      <dgm:prSet presAssocID="{0F6F734C-1B35-D147-BF1F-D25548EA89EB}" presName="compositeB" presStyleCnt="0"/>
      <dgm:spPr/>
    </dgm:pt>
    <dgm:pt modelId="{9BF6A688-F817-DF46-8BAC-009AC833352D}" type="pres">
      <dgm:prSet presAssocID="{0F6F734C-1B35-D147-BF1F-D25548EA89EB}" presName="textB" presStyleLbl="revTx" presStyleIdx="1" presStyleCnt="4">
        <dgm:presLayoutVars>
          <dgm:bulletEnabled val="1"/>
        </dgm:presLayoutVars>
      </dgm:prSet>
      <dgm:spPr/>
    </dgm:pt>
    <dgm:pt modelId="{41351E51-1D1B-C241-A099-7B04D981D11D}" type="pres">
      <dgm:prSet presAssocID="{0F6F734C-1B35-D147-BF1F-D25548EA89EB}" presName="circleB" presStyleLbl="node1" presStyleIdx="1" presStyleCnt="4"/>
      <dgm:spPr>
        <a:solidFill>
          <a:schemeClr val="accent2"/>
        </a:solidFill>
      </dgm:spPr>
    </dgm:pt>
    <dgm:pt modelId="{7E7A1109-8DEE-3B40-9478-1E40984DFE0C}" type="pres">
      <dgm:prSet presAssocID="{0F6F734C-1B35-D147-BF1F-D25548EA89EB}" presName="spaceB" presStyleCnt="0"/>
      <dgm:spPr/>
    </dgm:pt>
    <dgm:pt modelId="{8C02C0E3-9DF7-6848-852F-D6BB1ADBEBD8}" type="pres">
      <dgm:prSet presAssocID="{4E72529B-16FC-D244-81A2-35D5516B4CD3}" presName="space" presStyleCnt="0"/>
      <dgm:spPr/>
    </dgm:pt>
    <dgm:pt modelId="{16440AC4-36AB-4B4D-BD72-6B520AEC5574}" type="pres">
      <dgm:prSet presAssocID="{7B0A6FF9-C1E9-3940-8071-AA22EB1E1A11}" presName="compositeA" presStyleCnt="0"/>
      <dgm:spPr/>
    </dgm:pt>
    <dgm:pt modelId="{E2D1CFD1-041E-E546-84FB-F7601F3AF64E}" type="pres">
      <dgm:prSet presAssocID="{7B0A6FF9-C1E9-3940-8071-AA22EB1E1A11}" presName="textA" presStyleLbl="revTx" presStyleIdx="2" presStyleCnt="4">
        <dgm:presLayoutVars>
          <dgm:bulletEnabled val="1"/>
        </dgm:presLayoutVars>
      </dgm:prSet>
      <dgm:spPr/>
    </dgm:pt>
    <dgm:pt modelId="{7D0C3616-13C5-9F48-8E3D-AC694D294C86}" type="pres">
      <dgm:prSet presAssocID="{7B0A6FF9-C1E9-3940-8071-AA22EB1E1A11}" presName="circleA" presStyleLbl="node1" presStyleIdx="2" presStyleCnt="4"/>
      <dgm:spPr>
        <a:solidFill>
          <a:schemeClr val="accent2"/>
        </a:solidFill>
      </dgm:spPr>
    </dgm:pt>
    <dgm:pt modelId="{84FEF492-DC7A-C449-BEA1-C601C897B082}" type="pres">
      <dgm:prSet presAssocID="{7B0A6FF9-C1E9-3940-8071-AA22EB1E1A11}" presName="spaceA" presStyleCnt="0"/>
      <dgm:spPr/>
    </dgm:pt>
    <dgm:pt modelId="{BBC88CE0-8F90-E547-84E0-8017D12F7049}" type="pres">
      <dgm:prSet presAssocID="{4B3EF3DE-C932-8A47-9689-B52435BA5B45}" presName="space" presStyleCnt="0"/>
      <dgm:spPr/>
    </dgm:pt>
    <dgm:pt modelId="{93F9A084-DA19-554F-9B47-F1913EF2838F}" type="pres">
      <dgm:prSet presAssocID="{BF1540D1-7491-B045-A8D0-58013CB4D1FE}" presName="compositeB" presStyleCnt="0"/>
      <dgm:spPr/>
    </dgm:pt>
    <dgm:pt modelId="{659D690E-EB01-4E4F-BC56-8D63AE82BD5A}" type="pres">
      <dgm:prSet presAssocID="{BF1540D1-7491-B045-A8D0-58013CB4D1FE}" presName="textB" presStyleLbl="revTx" presStyleIdx="3" presStyleCnt="4">
        <dgm:presLayoutVars>
          <dgm:bulletEnabled val="1"/>
        </dgm:presLayoutVars>
      </dgm:prSet>
      <dgm:spPr/>
    </dgm:pt>
    <dgm:pt modelId="{3C66475A-C7EB-544F-8861-E66E53095708}" type="pres">
      <dgm:prSet presAssocID="{BF1540D1-7491-B045-A8D0-58013CB4D1FE}" presName="circleB" presStyleLbl="node1" presStyleIdx="3" presStyleCnt="4"/>
      <dgm:spPr>
        <a:solidFill>
          <a:schemeClr val="accent2"/>
        </a:solidFill>
      </dgm:spPr>
    </dgm:pt>
    <dgm:pt modelId="{F605E89F-DDBF-234B-A64D-75035DD8140A}" type="pres">
      <dgm:prSet presAssocID="{BF1540D1-7491-B045-A8D0-58013CB4D1FE}" presName="spaceB" presStyleCnt="0"/>
      <dgm:spPr/>
    </dgm:pt>
  </dgm:ptLst>
  <dgm:cxnLst>
    <dgm:cxn modelId="{5C591913-8C69-0042-99C0-B864742CEF3B}" srcId="{24E46597-E7B7-2C4F-AE3D-FFEBD794D892}" destId="{C69C120D-49A6-664A-81D9-EC2018CAFEF0}" srcOrd="0" destOrd="0" parTransId="{851FBA85-60A5-774F-B188-D885B6249030}" sibTransId="{3C656D34-C545-414E-B74E-6DAE8D39D668}"/>
    <dgm:cxn modelId="{02E18015-ED65-5141-8CA1-F0574597CA8D}" srcId="{24E46597-E7B7-2C4F-AE3D-FFEBD794D892}" destId="{7B0A6FF9-C1E9-3940-8071-AA22EB1E1A11}" srcOrd="2" destOrd="0" parTransId="{A261681D-4103-734A-8E34-E8963D33EB3E}" sibTransId="{4B3EF3DE-C932-8A47-9689-B52435BA5B45}"/>
    <dgm:cxn modelId="{C335EC3B-0CAA-0F44-ADD8-C1CDE7A5F8D6}" type="presOf" srcId="{24E46597-E7B7-2C4F-AE3D-FFEBD794D892}" destId="{85E67AFF-4EA4-0741-8D97-EB8D55578541}" srcOrd="0" destOrd="0" presId="urn:microsoft.com/office/officeart/2005/8/layout/hProcess11"/>
    <dgm:cxn modelId="{92168149-0369-4444-BF52-13A174315A0A}" type="presOf" srcId="{C69C120D-49A6-664A-81D9-EC2018CAFEF0}" destId="{013F2CFA-D5DD-B946-9165-9E457A7E6B0A}" srcOrd="0" destOrd="0" presId="urn:microsoft.com/office/officeart/2005/8/layout/hProcess11"/>
    <dgm:cxn modelId="{1AB17363-F97B-AE41-8652-0E39F0FE8C2B}" type="presOf" srcId="{BF1540D1-7491-B045-A8D0-58013CB4D1FE}" destId="{659D690E-EB01-4E4F-BC56-8D63AE82BD5A}" srcOrd="0" destOrd="0" presId="urn:microsoft.com/office/officeart/2005/8/layout/hProcess11"/>
    <dgm:cxn modelId="{40BA2CB7-B8F1-B244-9273-C8709704A962}" srcId="{24E46597-E7B7-2C4F-AE3D-FFEBD794D892}" destId="{BF1540D1-7491-B045-A8D0-58013CB4D1FE}" srcOrd="3" destOrd="0" parTransId="{E8D21347-1DBD-3940-B53B-01FCFBE3D5D7}" sibTransId="{9BB812EA-3717-E949-87AE-3452D197A97A}"/>
    <dgm:cxn modelId="{9D32AAD2-359E-284F-9F47-FE3A7C38C381}" type="presOf" srcId="{0F6F734C-1B35-D147-BF1F-D25548EA89EB}" destId="{9BF6A688-F817-DF46-8BAC-009AC833352D}" srcOrd="0" destOrd="0" presId="urn:microsoft.com/office/officeart/2005/8/layout/hProcess11"/>
    <dgm:cxn modelId="{A1412EEC-B02A-0840-B793-F0E0B872845E}" srcId="{24E46597-E7B7-2C4F-AE3D-FFEBD794D892}" destId="{0F6F734C-1B35-D147-BF1F-D25548EA89EB}" srcOrd="1" destOrd="0" parTransId="{97E7C1DE-D6D3-C44D-B7DA-ADEB0DDFFE7B}" sibTransId="{4E72529B-16FC-D244-81A2-35D5516B4CD3}"/>
    <dgm:cxn modelId="{3B76F0F8-A87B-424C-A973-7B271186704A}" type="presOf" srcId="{7B0A6FF9-C1E9-3940-8071-AA22EB1E1A11}" destId="{E2D1CFD1-041E-E546-84FB-F7601F3AF64E}" srcOrd="0" destOrd="0" presId="urn:microsoft.com/office/officeart/2005/8/layout/hProcess11"/>
    <dgm:cxn modelId="{3E00619A-1E23-8148-B819-E512267FCBB3}" type="presParOf" srcId="{85E67AFF-4EA4-0741-8D97-EB8D55578541}" destId="{050DE555-2162-9E43-9570-B19450822F8D}" srcOrd="0" destOrd="0" presId="urn:microsoft.com/office/officeart/2005/8/layout/hProcess11"/>
    <dgm:cxn modelId="{81DA0AA9-F0A4-B84F-AD6C-5F88FC67FABC}" type="presParOf" srcId="{85E67AFF-4EA4-0741-8D97-EB8D55578541}" destId="{18BD39FC-9662-5C4A-8FDE-4FE738E98970}" srcOrd="1" destOrd="0" presId="urn:microsoft.com/office/officeart/2005/8/layout/hProcess11"/>
    <dgm:cxn modelId="{F876BE42-FBA4-714E-9DF5-F11C7B323ACA}" type="presParOf" srcId="{18BD39FC-9662-5C4A-8FDE-4FE738E98970}" destId="{3DC37D09-48BB-4842-B9F7-CBC290D37E5C}" srcOrd="0" destOrd="0" presId="urn:microsoft.com/office/officeart/2005/8/layout/hProcess11"/>
    <dgm:cxn modelId="{ED1958F1-85E9-B74E-9C32-9AEA6B0EA869}" type="presParOf" srcId="{3DC37D09-48BB-4842-B9F7-CBC290D37E5C}" destId="{013F2CFA-D5DD-B946-9165-9E457A7E6B0A}" srcOrd="0" destOrd="0" presId="urn:microsoft.com/office/officeart/2005/8/layout/hProcess11"/>
    <dgm:cxn modelId="{E240AA21-7712-FB4B-8BED-A405CE44D8E5}" type="presParOf" srcId="{3DC37D09-48BB-4842-B9F7-CBC290D37E5C}" destId="{019A5432-10F4-0848-8B79-65BBECCB355C}" srcOrd="1" destOrd="0" presId="urn:microsoft.com/office/officeart/2005/8/layout/hProcess11"/>
    <dgm:cxn modelId="{F42B09FF-C861-044F-9B4C-F759C1267A38}" type="presParOf" srcId="{3DC37D09-48BB-4842-B9F7-CBC290D37E5C}" destId="{E1D6F97D-0DA1-3E4F-88A7-399DD55D8CFE}" srcOrd="2" destOrd="0" presId="urn:microsoft.com/office/officeart/2005/8/layout/hProcess11"/>
    <dgm:cxn modelId="{49202F8B-9B69-4E40-ABF3-17B28B5E69F6}" type="presParOf" srcId="{18BD39FC-9662-5C4A-8FDE-4FE738E98970}" destId="{EB78FDAF-D7AE-5747-91FA-69532A36724B}" srcOrd="1" destOrd="0" presId="urn:microsoft.com/office/officeart/2005/8/layout/hProcess11"/>
    <dgm:cxn modelId="{38C4A5F8-6AD4-8C4A-BAC2-BD55A59182EB}" type="presParOf" srcId="{18BD39FC-9662-5C4A-8FDE-4FE738E98970}" destId="{4048D7C4-DA70-3046-9206-5AED69C2C774}" srcOrd="2" destOrd="0" presId="urn:microsoft.com/office/officeart/2005/8/layout/hProcess11"/>
    <dgm:cxn modelId="{D0B7FD43-7695-BD46-8B57-9A1E8D7B86DA}" type="presParOf" srcId="{4048D7C4-DA70-3046-9206-5AED69C2C774}" destId="{9BF6A688-F817-DF46-8BAC-009AC833352D}" srcOrd="0" destOrd="0" presId="urn:microsoft.com/office/officeart/2005/8/layout/hProcess11"/>
    <dgm:cxn modelId="{F6354B33-E685-D64F-B587-54D50B30C1DD}" type="presParOf" srcId="{4048D7C4-DA70-3046-9206-5AED69C2C774}" destId="{41351E51-1D1B-C241-A099-7B04D981D11D}" srcOrd="1" destOrd="0" presId="urn:microsoft.com/office/officeart/2005/8/layout/hProcess11"/>
    <dgm:cxn modelId="{BB1CDC13-D4DB-2441-B22A-2299E72E9873}" type="presParOf" srcId="{4048D7C4-DA70-3046-9206-5AED69C2C774}" destId="{7E7A1109-8DEE-3B40-9478-1E40984DFE0C}" srcOrd="2" destOrd="0" presId="urn:microsoft.com/office/officeart/2005/8/layout/hProcess11"/>
    <dgm:cxn modelId="{59A05394-7FAC-594C-863F-DDD55A1788EF}" type="presParOf" srcId="{18BD39FC-9662-5C4A-8FDE-4FE738E98970}" destId="{8C02C0E3-9DF7-6848-852F-D6BB1ADBEBD8}" srcOrd="3" destOrd="0" presId="urn:microsoft.com/office/officeart/2005/8/layout/hProcess11"/>
    <dgm:cxn modelId="{D979945D-8F88-234A-9F9A-FBCC45F29EA6}" type="presParOf" srcId="{18BD39FC-9662-5C4A-8FDE-4FE738E98970}" destId="{16440AC4-36AB-4B4D-BD72-6B520AEC5574}" srcOrd="4" destOrd="0" presId="urn:microsoft.com/office/officeart/2005/8/layout/hProcess11"/>
    <dgm:cxn modelId="{4410C4B5-3C87-F844-91AB-55E31E5A58EF}" type="presParOf" srcId="{16440AC4-36AB-4B4D-BD72-6B520AEC5574}" destId="{E2D1CFD1-041E-E546-84FB-F7601F3AF64E}" srcOrd="0" destOrd="0" presId="urn:microsoft.com/office/officeart/2005/8/layout/hProcess11"/>
    <dgm:cxn modelId="{E670759E-B137-3D4D-A337-D2FB692D1682}" type="presParOf" srcId="{16440AC4-36AB-4B4D-BD72-6B520AEC5574}" destId="{7D0C3616-13C5-9F48-8E3D-AC694D294C86}" srcOrd="1" destOrd="0" presId="urn:microsoft.com/office/officeart/2005/8/layout/hProcess11"/>
    <dgm:cxn modelId="{D41BED1D-695B-244B-8AA1-95F16E23F409}" type="presParOf" srcId="{16440AC4-36AB-4B4D-BD72-6B520AEC5574}" destId="{84FEF492-DC7A-C449-BEA1-C601C897B082}" srcOrd="2" destOrd="0" presId="urn:microsoft.com/office/officeart/2005/8/layout/hProcess11"/>
    <dgm:cxn modelId="{9647C62A-0A7D-0140-A4A6-5E0B7B385E97}" type="presParOf" srcId="{18BD39FC-9662-5C4A-8FDE-4FE738E98970}" destId="{BBC88CE0-8F90-E547-84E0-8017D12F7049}" srcOrd="5" destOrd="0" presId="urn:microsoft.com/office/officeart/2005/8/layout/hProcess11"/>
    <dgm:cxn modelId="{09FBAC49-38E3-2E48-8240-080FE3C4882D}" type="presParOf" srcId="{18BD39FC-9662-5C4A-8FDE-4FE738E98970}" destId="{93F9A084-DA19-554F-9B47-F1913EF2838F}" srcOrd="6" destOrd="0" presId="urn:microsoft.com/office/officeart/2005/8/layout/hProcess11"/>
    <dgm:cxn modelId="{FD2A2035-C11C-5441-A329-B36CEFF49A7F}" type="presParOf" srcId="{93F9A084-DA19-554F-9B47-F1913EF2838F}" destId="{659D690E-EB01-4E4F-BC56-8D63AE82BD5A}" srcOrd="0" destOrd="0" presId="urn:microsoft.com/office/officeart/2005/8/layout/hProcess11"/>
    <dgm:cxn modelId="{2D18505B-A5A0-1240-B521-1C86272BB0AF}" type="presParOf" srcId="{93F9A084-DA19-554F-9B47-F1913EF2838F}" destId="{3C66475A-C7EB-544F-8861-E66E53095708}" srcOrd="1" destOrd="0" presId="urn:microsoft.com/office/officeart/2005/8/layout/hProcess11"/>
    <dgm:cxn modelId="{D29194A0-7573-3C4A-B04F-59A9F35CF76F}" type="presParOf" srcId="{93F9A084-DA19-554F-9B47-F1913EF2838F}" destId="{F605E89F-DDBF-234B-A64D-75035DD8140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4E46597-E7B7-2C4F-AE3D-FFEBD794D89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C120D-49A6-664A-81D9-EC2018CAFEF0}">
      <dgm:prSet/>
      <dgm:spPr/>
      <dgm:t>
        <a:bodyPr/>
        <a:lstStyle/>
        <a:p>
          <a:r>
            <a:rPr lang="en-US" b="1" dirty="0"/>
            <a:t>Standardize data</a:t>
          </a:r>
          <a:endParaRPr lang="en-US" dirty="0"/>
        </a:p>
      </dgm:t>
    </dgm:pt>
    <dgm:pt modelId="{851FBA85-60A5-774F-B188-D885B6249030}" type="parTrans" cxnId="{5C591913-8C69-0042-99C0-B864742CEF3B}">
      <dgm:prSet/>
      <dgm:spPr/>
      <dgm:t>
        <a:bodyPr/>
        <a:lstStyle/>
        <a:p>
          <a:endParaRPr lang="en-US"/>
        </a:p>
      </dgm:t>
    </dgm:pt>
    <dgm:pt modelId="{3C656D34-C545-414E-B74E-6DAE8D39D668}" type="sibTrans" cxnId="{5C591913-8C69-0042-99C0-B864742CEF3B}">
      <dgm:prSet/>
      <dgm:spPr/>
      <dgm:t>
        <a:bodyPr/>
        <a:lstStyle/>
        <a:p>
          <a:endParaRPr lang="en-US"/>
        </a:p>
      </dgm:t>
    </dgm:pt>
    <dgm:pt modelId="{7B0A6FF9-C1E9-3940-8071-AA22EB1E1A11}">
      <dgm:prSet/>
      <dgm:spPr/>
      <dgm:t>
        <a:bodyPr/>
        <a:lstStyle/>
        <a:p>
          <a:r>
            <a:rPr lang="en-US" b="1" dirty="0"/>
            <a:t>Compute covariance matrix</a:t>
          </a:r>
          <a:endParaRPr lang="en-US" dirty="0"/>
        </a:p>
      </dgm:t>
    </dgm:pt>
    <dgm:pt modelId="{A261681D-4103-734A-8E34-E8963D33EB3E}" type="parTrans" cxnId="{02E18015-ED65-5141-8CA1-F0574597CA8D}">
      <dgm:prSet/>
      <dgm:spPr/>
      <dgm:t>
        <a:bodyPr/>
        <a:lstStyle/>
        <a:p>
          <a:endParaRPr lang="en-US"/>
        </a:p>
      </dgm:t>
    </dgm:pt>
    <dgm:pt modelId="{4B3EF3DE-C932-8A47-9689-B52435BA5B45}" type="sibTrans" cxnId="{02E18015-ED65-5141-8CA1-F0574597CA8D}">
      <dgm:prSet/>
      <dgm:spPr/>
      <dgm:t>
        <a:bodyPr/>
        <a:lstStyle/>
        <a:p>
          <a:endParaRPr lang="en-US"/>
        </a:p>
      </dgm:t>
    </dgm:pt>
    <dgm:pt modelId="{BF1540D1-7491-B045-A8D0-58013CB4D1FE}">
      <dgm:prSet/>
      <dgm:spPr/>
      <dgm:t>
        <a:bodyPr/>
        <a:lstStyle/>
        <a:p>
          <a:r>
            <a:rPr lang="en-US" b="1"/>
            <a:t>Find eigenvalues &amp; eigenvectors</a:t>
          </a:r>
          <a:endParaRPr lang="en-US"/>
        </a:p>
      </dgm:t>
    </dgm:pt>
    <dgm:pt modelId="{E8D21347-1DBD-3940-B53B-01FCFBE3D5D7}" type="parTrans" cxnId="{40BA2CB7-B8F1-B244-9273-C8709704A962}">
      <dgm:prSet/>
      <dgm:spPr/>
      <dgm:t>
        <a:bodyPr/>
        <a:lstStyle/>
        <a:p>
          <a:endParaRPr lang="en-US"/>
        </a:p>
      </dgm:t>
    </dgm:pt>
    <dgm:pt modelId="{9BB812EA-3717-E949-87AE-3452D197A97A}" type="sibTrans" cxnId="{40BA2CB7-B8F1-B244-9273-C8709704A962}">
      <dgm:prSet/>
      <dgm:spPr/>
      <dgm:t>
        <a:bodyPr/>
        <a:lstStyle/>
        <a:p>
          <a:endParaRPr lang="en-US"/>
        </a:p>
      </dgm:t>
    </dgm:pt>
    <dgm:pt modelId="{0F6F734C-1B35-D147-BF1F-D25548EA89EB}">
      <dgm:prSet custT="1"/>
      <dgm:spPr/>
      <dgm:t>
        <a:bodyPr/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gm:t>
    </dgm:pt>
    <dgm:pt modelId="{97E7C1DE-D6D3-C44D-B7DA-ADEB0DDFFE7B}" type="parTrans" cxnId="{A1412EEC-B02A-0840-B793-F0E0B872845E}">
      <dgm:prSet/>
      <dgm:spPr/>
      <dgm:t>
        <a:bodyPr/>
        <a:lstStyle/>
        <a:p>
          <a:endParaRPr lang="en-US"/>
        </a:p>
      </dgm:t>
    </dgm:pt>
    <dgm:pt modelId="{4E72529B-16FC-D244-81A2-35D5516B4CD3}" type="sibTrans" cxnId="{A1412EEC-B02A-0840-B793-F0E0B872845E}">
      <dgm:prSet/>
      <dgm:spPr/>
      <dgm:t>
        <a:bodyPr/>
        <a:lstStyle/>
        <a:p>
          <a:endParaRPr lang="en-US"/>
        </a:p>
      </dgm:t>
    </dgm:pt>
    <dgm:pt modelId="{85E67AFF-4EA4-0741-8D97-EB8D55578541}" type="pres">
      <dgm:prSet presAssocID="{24E46597-E7B7-2C4F-AE3D-FFEBD794D892}" presName="Name0" presStyleCnt="0">
        <dgm:presLayoutVars>
          <dgm:dir/>
          <dgm:resizeHandles val="exact"/>
        </dgm:presLayoutVars>
      </dgm:prSet>
      <dgm:spPr/>
    </dgm:pt>
    <dgm:pt modelId="{050DE555-2162-9E43-9570-B19450822F8D}" type="pres">
      <dgm:prSet presAssocID="{24E46597-E7B7-2C4F-AE3D-FFEBD794D892}" presName="arrow" presStyleLbl="bgShp" presStyleIdx="0" presStyleCnt="1"/>
      <dgm:spPr>
        <a:solidFill>
          <a:schemeClr val="tx1">
            <a:lumMod val="85000"/>
            <a:lumOff val="15000"/>
          </a:schemeClr>
        </a:solidFill>
      </dgm:spPr>
    </dgm:pt>
    <dgm:pt modelId="{18BD39FC-9662-5C4A-8FDE-4FE738E98970}" type="pres">
      <dgm:prSet presAssocID="{24E46597-E7B7-2C4F-AE3D-FFEBD794D892}" presName="points" presStyleCnt="0"/>
      <dgm:spPr/>
    </dgm:pt>
    <dgm:pt modelId="{3DC37D09-48BB-4842-B9F7-CBC290D37E5C}" type="pres">
      <dgm:prSet presAssocID="{C69C120D-49A6-664A-81D9-EC2018CAFEF0}" presName="compositeA" presStyleCnt="0"/>
      <dgm:spPr/>
    </dgm:pt>
    <dgm:pt modelId="{013F2CFA-D5DD-B946-9165-9E457A7E6B0A}" type="pres">
      <dgm:prSet presAssocID="{C69C120D-49A6-664A-81D9-EC2018CAFEF0}" presName="textA" presStyleLbl="revTx" presStyleIdx="0" presStyleCnt="4">
        <dgm:presLayoutVars>
          <dgm:bulletEnabled val="1"/>
        </dgm:presLayoutVars>
      </dgm:prSet>
      <dgm:spPr/>
    </dgm:pt>
    <dgm:pt modelId="{019A5432-10F4-0848-8B79-65BBECCB355C}" type="pres">
      <dgm:prSet presAssocID="{C69C120D-49A6-664A-81D9-EC2018CAFEF0}" presName="circleA" presStyleLbl="node1" presStyleIdx="0" presStyleCnt="4"/>
      <dgm:spPr>
        <a:solidFill>
          <a:schemeClr val="accent2"/>
        </a:solidFill>
      </dgm:spPr>
    </dgm:pt>
    <dgm:pt modelId="{E1D6F97D-0DA1-3E4F-88A7-399DD55D8CFE}" type="pres">
      <dgm:prSet presAssocID="{C69C120D-49A6-664A-81D9-EC2018CAFEF0}" presName="spaceA" presStyleCnt="0"/>
      <dgm:spPr/>
    </dgm:pt>
    <dgm:pt modelId="{EB78FDAF-D7AE-5747-91FA-69532A36724B}" type="pres">
      <dgm:prSet presAssocID="{3C656D34-C545-414E-B74E-6DAE8D39D668}" presName="space" presStyleCnt="0"/>
      <dgm:spPr/>
    </dgm:pt>
    <dgm:pt modelId="{4048D7C4-DA70-3046-9206-5AED69C2C774}" type="pres">
      <dgm:prSet presAssocID="{0F6F734C-1B35-D147-BF1F-D25548EA89EB}" presName="compositeB" presStyleCnt="0"/>
      <dgm:spPr/>
    </dgm:pt>
    <dgm:pt modelId="{9BF6A688-F817-DF46-8BAC-009AC833352D}" type="pres">
      <dgm:prSet presAssocID="{0F6F734C-1B35-D147-BF1F-D25548EA89EB}" presName="textB" presStyleLbl="revTx" presStyleIdx="1" presStyleCnt="4">
        <dgm:presLayoutVars>
          <dgm:bulletEnabled val="1"/>
        </dgm:presLayoutVars>
      </dgm:prSet>
      <dgm:spPr/>
    </dgm:pt>
    <dgm:pt modelId="{41351E51-1D1B-C241-A099-7B04D981D11D}" type="pres">
      <dgm:prSet presAssocID="{0F6F734C-1B35-D147-BF1F-D25548EA89EB}" presName="circleB" presStyleLbl="node1" presStyleIdx="1" presStyleCnt="4"/>
      <dgm:spPr>
        <a:solidFill>
          <a:schemeClr val="accent2"/>
        </a:solidFill>
      </dgm:spPr>
    </dgm:pt>
    <dgm:pt modelId="{7E7A1109-8DEE-3B40-9478-1E40984DFE0C}" type="pres">
      <dgm:prSet presAssocID="{0F6F734C-1B35-D147-BF1F-D25548EA89EB}" presName="spaceB" presStyleCnt="0"/>
      <dgm:spPr/>
    </dgm:pt>
    <dgm:pt modelId="{8C02C0E3-9DF7-6848-852F-D6BB1ADBEBD8}" type="pres">
      <dgm:prSet presAssocID="{4E72529B-16FC-D244-81A2-35D5516B4CD3}" presName="space" presStyleCnt="0"/>
      <dgm:spPr/>
    </dgm:pt>
    <dgm:pt modelId="{16440AC4-36AB-4B4D-BD72-6B520AEC5574}" type="pres">
      <dgm:prSet presAssocID="{7B0A6FF9-C1E9-3940-8071-AA22EB1E1A11}" presName="compositeA" presStyleCnt="0"/>
      <dgm:spPr/>
    </dgm:pt>
    <dgm:pt modelId="{E2D1CFD1-041E-E546-84FB-F7601F3AF64E}" type="pres">
      <dgm:prSet presAssocID="{7B0A6FF9-C1E9-3940-8071-AA22EB1E1A11}" presName="textA" presStyleLbl="revTx" presStyleIdx="2" presStyleCnt="4">
        <dgm:presLayoutVars>
          <dgm:bulletEnabled val="1"/>
        </dgm:presLayoutVars>
      </dgm:prSet>
      <dgm:spPr/>
    </dgm:pt>
    <dgm:pt modelId="{7D0C3616-13C5-9F48-8E3D-AC694D294C86}" type="pres">
      <dgm:prSet presAssocID="{7B0A6FF9-C1E9-3940-8071-AA22EB1E1A11}" presName="circleA" presStyleLbl="node1" presStyleIdx="2" presStyleCnt="4"/>
      <dgm:spPr>
        <a:solidFill>
          <a:schemeClr val="accent2"/>
        </a:solidFill>
      </dgm:spPr>
    </dgm:pt>
    <dgm:pt modelId="{84FEF492-DC7A-C449-BEA1-C601C897B082}" type="pres">
      <dgm:prSet presAssocID="{7B0A6FF9-C1E9-3940-8071-AA22EB1E1A11}" presName="spaceA" presStyleCnt="0"/>
      <dgm:spPr/>
    </dgm:pt>
    <dgm:pt modelId="{BBC88CE0-8F90-E547-84E0-8017D12F7049}" type="pres">
      <dgm:prSet presAssocID="{4B3EF3DE-C932-8A47-9689-B52435BA5B45}" presName="space" presStyleCnt="0"/>
      <dgm:spPr/>
    </dgm:pt>
    <dgm:pt modelId="{93F9A084-DA19-554F-9B47-F1913EF2838F}" type="pres">
      <dgm:prSet presAssocID="{BF1540D1-7491-B045-A8D0-58013CB4D1FE}" presName="compositeB" presStyleCnt="0"/>
      <dgm:spPr/>
    </dgm:pt>
    <dgm:pt modelId="{659D690E-EB01-4E4F-BC56-8D63AE82BD5A}" type="pres">
      <dgm:prSet presAssocID="{BF1540D1-7491-B045-A8D0-58013CB4D1FE}" presName="textB" presStyleLbl="revTx" presStyleIdx="3" presStyleCnt="4">
        <dgm:presLayoutVars>
          <dgm:bulletEnabled val="1"/>
        </dgm:presLayoutVars>
      </dgm:prSet>
      <dgm:spPr/>
    </dgm:pt>
    <dgm:pt modelId="{3C66475A-C7EB-544F-8861-E66E53095708}" type="pres">
      <dgm:prSet presAssocID="{BF1540D1-7491-B045-A8D0-58013CB4D1FE}" presName="circleB" presStyleLbl="node1" presStyleIdx="3" presStyleCnt="4"/>
      <dgm:spPr>
        <a:solidFill>
          <a:schemeClr val="accent2"/>
        </a:solidFill>
      </dgm:spPr>
    </dgm:pt>
    <dgm:pt modelId="{F605E89F-DDBF-234B-A64D-75035DD8140A}" type="pres">
      <dgm:prSet presAssocID="{BF1540D1-7491-B045-A8D0-58013CB4D1FE}" presName="spaceB" presStyleCnt="0"/>
      <dgm:spPr/>
    </dgm:pt>
  </dgm:ptLst>
  <dgm:cxnLst>
    <dgm:cxn modelId="{5C591913-8C69-0042-99C0-B864742CEF3B}" srcId="{24E46597-E7B7-2C4F-AE3D-FFEBD794D892}" destId="{C69C120D-49A6-664A-81D9-EC2018CAFEF0}" srcOrd="0" destOrd="0" parTransId="{851FBA85-60A5-774F-B188-D885B6249030}" sibTransId="{3C656D34-C545-414E-B74E-6DAE8D39D668}"/>
    <dgm:cxn modelId="{02E18015-ED65-5141-8CA1-F0574597CA8D}" srcId="{24E46597-E7B7-2C4F-AE3D-FFEBD794D892}" destId="{7B0A6FF9-C1E9-3940-8071-AA22EB1E1A11}" srcOrd="2" destOrd="0" parTransId="{A261681D-4103-734A-8E34-E8963D33EB3E}" sibTransId="{4B3EF3DE-C932-8A47-9689-B52435BA5B45}"/>
    <dgm:cxn modelId="{C335EC3B-0CAA-0F44-ADD8-C1CDE7A5F8D6}" type="presOf" srcId="{24E46597-E7B7-2C4F-AE3D-FFEBD794D892}" destId="{85E67AFF-4EA4-0741-8D97-EB8D55578541}" srcOrd="0" destOrd="0" presId="urn:microsoft.com/office/officeart/2005/8/layout/hProcess11"/>
    <dgm:cxn modelId="{92168149-0369-4444-BF52-13A174315A0A}" type="presOf" srcId="{C69C120D-49A6-664A-81D9-EC2018CAFEF0}" destId="{013F2CFA-D5DD-B946-9165-9E457A7E6B0A}" srcOrd="0" destOrd="0" presId="urn:microsoft.com/office/officeart/2005/8/layout/hProcess11"/>
    <dgm:cxn modelId="{1AB17363-F97B-AE41-8652-0E39F0FE8C2B}" type="presOf" srcId="{BF1540D1-7491-B045-A8D0-58013CB4D1FE}" destId="{659D690E-EB01-4E4F-BC56-8D63AE82BD5A}" srcOrd="0" destOrd="0" presId="urn:microsoft.com/office/officeart/2005/8/layout/hProcess11"/>
    <dgm:cxn modelId="{40BA2CB7-B8F1-B244-9273-C8709704A962}" srcId="{24E46597-E7B7-2C4F-AE3D-FFEBD794D892}" destId="{BF1540D1-7491-B045-A8D0-58013CB4D1FE}" srcOrd="3" destOrd="0" parTransId="{E8D21347-1DBD-3940-B53B-01FCFBE3D5D7}" sibTransId="{9BB812EA-3717-E949-87AE-3452D197A97A}"/>
    <dgm:cxn modelId="{9D32AAD2-359E-284F-9F47-FE3A7C38C381}" type="presOf" srcId="{0F6F734C-1B35-D147-BF1F-D25548EA89EB}" destId="{9BF6A688-F817-DF46-8BAC-009AC833352D}" srcOrd="0" destOrd="0" presId="urn:microsoft.com/office/officeart/2005/8/layout/hProcess11"/>
    <dgm:cxn modelId="{A1412EEC-B02A-0840-B793-F0E0B872845E}" srcId="{24E46597-E7B7-2C4F-AE3D-FFEBD794D892}" destId="{0F6F734C-1B35-D147-BF1F-D25548EA89EB}" srcOrd="1" destOrd="0" parTransId="{97E7C1DE-D6D3-C44D-B7DA-ADEB0DDFFE7B}" sibTransId="{4E72529B-16FC-D244-81A2-35D5516B4CD3}"/>
    <dgm:cxn modelId="{3B76F0F8-A87B-424C-A973-7B271186704A}" type="presOf" srcId="{7B0A6FF9-C1E9-3940-8071-AA22EB1E1A11}" destId="{E2D1CFD1-041E-E546-84FB-F7601F3AF64E}" srcOrd="0" destOrd="0" presId="urn:microsoft.com/office/officeart/2005/8/layout/hProcess11"/>
    <dgm:cxn modelId="{3E00619A-1E23-8148-B819-E512267FCBB3}" type="presParOf" srcId="{85E67AFF-4EA4-0741-8D97-EB8D55578541}" destId="{050DE555-2162-9E43-9570-B19450822F8D}" srcOrd="0" destOrd="0" presId="urn:microsoft.com/office/officeart/2005/8/layout/hProcess11"/>
    <dgm:cxn modelId="{81DA0AA9-F0A4-B84F-AD6C-5F88FC67FABC}" type="presParOf" srcId="{85E67AFF-4EA4-0741-8D97-EB8D55578541}" destId="{18BD39FC-9662-5C4A-8FDE-4FE738E98970}" srcOrd="1" destOrd="0" presId="urn:microsoft.com/office/officeart/2005/8/layout/hProcess11"/>
    <dgm:cxn modelId="{F876BE42-FBA4-714E-9DF5-F11C7B323ACA}" type="presParOf" srcId="{18BD39FC-9662-5C4A-8FDE-4FE738E98970}" destId="{3DC37D09-48BB-4842-B9F7-CBC290D37E5C}" srcOrd="0" destOrd="0" presId="urn:microsoft.com/office/officeart/2005/8/layout/hProcess11"/>
    <dgm:cxn modelId="{ED1958F1-85E9-B74E-9C32-9AEA6B0EA869}" type="presParOf" srcId="{3DC37D09-48BB-4842-B9F7-CBC290D37E5C}" destId="{013F2CFA-D5DD-B946-9165-9E457A7E6B0A}" srcOrd="0" destOrd="0" presId="urn:microsoft.com/office/officeart/2005/8/layout/hProcess11"/>
    <dgm:cxn modelId="{E240AA21-7712-FB4B-8BED-A405CE44D8E5}" type="presParOf" srcId="{3DC37D09-48BB-4842-B9F7-CBC290D37E5C}" destId="{019A5432-10F4-0848-8B79-65BBECCB355C}" srcOrd="1" destOrd="0" presId="urn:microsoft.com/office/officeart/2005/8/layout/hProcess11"/>
    <dgm:cxn modelId="{F42B09FF-C861-044F-9B4C-F759C1267A38}" type="presParOf" srcId="{3DC37D09-48BB-4842-B9F7-CBC290D37E5C}" destId="{E1D6F97D-0DA1-3E4F-88A7-399DD55D8CFE}" srcOrd="2" destOrd="0" presId="urn:microsoft.com/office/officeart/2005/8/layout/hProcess11"/>
    <dgm:cxn modelId="{49202F8B-9B69-4E40-ABF3-17B28B5E69F6}" type="presParOf" srcId="{18BD39FC-9662-5C4A-8FDE-4FE738E98970}" destId="{EB78FDAF-D7AE-5747-91FA-69532A36724B}" srcOrd="1" destOrd="0" presId="urn:microsoft.com/office/officeart/2005/8/layout/hProcess11"/>
    <dgm:cxn modelId="{38C4A5F8-6AD4-8C4A-BAC2-BD55A59182EB}" type="presParOf" srcId="{18BD39FC-9662-5C4A-8FDE-4FE738E98970}" destId="{4048D7C4-DA70-3046-9206-5AED69C2C774}" srcOrd="2" destOrd="0" presId="urn:microsoft.com/office/officeart/2005/8/layout/hProcess11"/>
    <dgm:cxn modelId="{D0B7FD43-7695-BD46-8B57-9A1E8D7B86DA}" type="presParOf" srcId="{4048D7C4-DA70-3046-9206-5AED69C2C774}" destId="{9BF6A688-F817-DF46-8BAC-009AC833352D}" srcOrd="0" destOrd="0" presId="urn:microsoft.com/office/officeart/2005/8/layout/hProcess11"/>
    <dgm:cxn modelId="{F6354B33-E685-D64F-B587-54D50B30C1DD}" type="presParOf" srcId="{4048D7C4-DA70-3046-9206-5AED69C2C774}" destId="{41351E51-1D1B-C241-A099-7B04D981D11D}" srcOrd="1" destOrd="0" presId="urn:microsoft.com/office/officeart/2005/8/layout/hProcess11"/>
    <dgm:cxn modelId="{BB1CDC13-D4DB-2441-B22A-2299E72E9873}" type="presParOf" srcId="{4048D7C4-DA70-3046-9206-5AED69C2C774}" destId="{7E7A1109-8DEE-3B40-9478-1E40984DFE0C}" srcOrd="2" destOrd="0" presId="urn:microsoft.com/office/officeart/2005/8/layout/hProcess11"/>
    <dgm:cxn modelId="{59A05394-7FAC-594C-863F-DDD55A1788EF}" type="presParOf" srcId="{18BD39FC-9662-5C4A-8FDE-4FE738E98970}" destId="{8C02C0E3-9DF7-6848-852F-D6BB1ADBEBD8}" srcOrd="3" destOrd="0" presId="urn:microsoft.com/office/officeart/2005/8/layout/hProcess11"/>
    <dgm:cxn modelId="{D979945D-8F88-234A-9F9A-FBCC45F29EA6}" type="presParOf" srcId="{18BD39FC-9662-5C4A-8FDE-4FE738E98970}" destId="{16440AC4-36AB-4B4D-BD72-6B520AEC5574}" srcOrd="4" destOrd="0" presId="urn:microsoft.com/office/officeart/2005/8/layout/hProcess11"/>
    <dgm:cxn modelId="{4410C4B5-3C87-F844-91AB-55E31E5A58EF}" type="presParOf" srcId="{16440AC4-36AB-4B4D-BD72-6B520AEC5574}" destId="{E2D1CFD1-041E-E546-84FB-F7601F3AF64E}" srcOrd="0" destOrd="0" presId="urn:microsoft.com/office/officeart/2005/8/layout/hProcess11"/>
    <dgm:cxn modelId="{E670759E-B137-3D4D-A337-D2FB692D1682}" type="presParOf" srcId="{16440AC4-36AB-4B4D-BD72-6B520AEC5574}" destId="{7D0C3616-13C5-9F48-8E3D-AC694D294C86}" srcOrd="1" destOrd="0" presId="urn:microsoft.com/office/officeart/2005/8/layout/hProcess11"/>
    <dgm:cxn modelId="{D41BED1D-695B-244B-8AA1-95F16E23F409}" type="presParOf" srcId="{16440AC4-36AB-4B4D-BD72-6B520AEC5574}" destId="{84FEF492-DC7A-C449-BEA1-C601C897B082}" srcOrd="2" destOrd="0" presId="urn:microsoft.com/office/officeart/2005/8/layout/hProcess11"/>
    <dgm:cxn modelId="{9647C62A-0A7D-0140-A4A6-5E0B7B385E97}" type="presParOf" srcId="{18BD39FC-9662-5C4A-8FDE-4FE738E98970}" destId="{BBC88CE0-8F90-E547-84E0-8017D12F7049}" srcOrd="5" destOrd="0" presId="urn:microsoft.com/office/officeart/2005/8/layout/hProcess11"/>
    <dgm:cxn modelId="{09FBAC49-38E3-2E48-8240-080FE3C4882D}" type="presParOf" srcId="{18BD39FC-9662-5C4A-8FDE-4FE738E98970}" destId="{93F9A084-DA19-554F-9B47-F1913EF2838F}" srcOrd="6" destOrd="0" presId="urn:microsoft.com/office/officeart/2005/8/layout/hProcess11"/>
    <dgm:cxn modelId="{FD2A2035-C11C-5441-A329-B36CEFF49A7F}" type="presParOf" srcId="{93F9A084-DA19-554F-9B47-F1913EF2838F}" destId="{659D690E-EB01-4E4F-BC56-8D63AE82BD5A}" srcOrd="0" destOrd="0" presId="urn:microsoft.com/office/officeart/2005/8/layout/hProcess11"/>
    <dgm:cxn modelId="{2D18505B-A5A0-1240-B521-1C86272BB0AF}" type="presParOf" srcId="{93F9A084-DA19-554F-9B47-F1913EF2838F}" destId="{3C66475A-C7EB-544F-8861-E66E53095708}" srcOrd="1" destOrd="0" presId="urn:microsoft.com/office/officeart/2005/8/layout/hProcess11"/>
    <dgm:cxn modelId="{D29194A0-7573-3C4A-B04F-59A9F35CF76F}" type="presParOf" srcId="{93F9A084-DA19-554F-9B47-F1913EF2838F}" destId="{F605E89F-DDBF-234B-A64D-75035DD8140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4E46597-E7B7-2C4F-AE3D-FFEBD794D89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C120D-49A6-664A-81D9-EC2018CAFEF0}">
      <dgm:prSet/>
      <dgm:spPr/>
      <dgm:t>
        <a:bodyPr/>
        <a:lstStyle/>
        <a:p>
          <a:r>
            <a:rPr lang="en-US" b="1" dirty="0"/>
            <a:t>Standardize data</a:t>
          </a:r>
          <a:endParaRPr lang="en-US" dirty="0"/>
        </a:p>
      </dgm:t>
    </dgm:pt>
    <dgm:pt modelId="{851FBA85-60A5-774F-B188-D885B6249030}" type="parTrans" cxnId="{5C591913-8C69-0042-99C0-B864742CEF3B}">
      <dgm:prSet/>
      <dgm:spPr/>
      <dgm:t>
        <a:bodyPr/>
        <a:lstStyle/>
        <a:p>
          <a:endParaRPr lang="en-US"/>
        </a:p>
      </dgm:t>
    </dgm:pt>
    <dgm:pt modelId="{3C656D34-C545-414E-B74E-6DAE8D39D668}" type="sibTrans" cxnId="{5C591913-8C69-0042-99C0-B864742CEF3B}">
      <dgm:prSet/>
      <dgm:spPr/>
      <dgm:t>
        <a:bodyPr/>
        <a:lstStyle/>
        <a:p>
          <a:endParaRPr lang="en-US"/>
        </a:p>
      </dgm:t>
    </dgm:pt>
    <dgm:pt modelId="{7B0A6FF9-C1E9-3940-8071-AA22EB1E1A11}">
      <dgm:prSet/>
      <dgm:spPr/>
      <dgm:t>
        <a:bodyPr/>
        <a:lstStyle/>
        <a:p>
          <a:r>
            <a:rPr lang="en-US" b="1" dirty="0"/>
            <a:t>Compute covariance matrix</a:t>
          </a:r>
          <a:endParaRPr lang="en-US" dirty="0"/>
        </a:p>
      </dgm:t>
    </dgm:pt>
    <dgm:pt modelId="{A261681D-4103-734A-8E34-E8963D33EB3E}" type="parTrans" cxnId="{02E18015-ED65-5141-8CA1-F0574597CA8D}">
      <dgm:prSet/>
      <dgm:spPr/>
      <dgm:t>
        <a:bodyPr/>
        <a:lstStyle/>
        <a:p>
          <a:endParaRPr lang="en-US"/>
        </a:p>
      </dgm:t>
    </dgm:pt>
    <dgm:pt modelId="{4B3EF3DE-C932-8A47-9689-B52435BA5B45}" type="sibTrans" cxnId="{02E18015-ED65-5141-8CA1-F0574597CA8D}">
      <dgm:prSet/>
      <dgm:spPr/>
      <dgm:t>
        <a:bodyPr/>
        <a:lstStyle/>
        <a:p>
          <a:endParaRPr lang="en-US"/>
        </a:p>
      </dgm:t>
    </dgm:pt>
    <dgm:pt modelId="{BF1540D1-7491-B045-A8D0-58013CB4D1FE}">
      <dgm:prSet/>
      <dgm:spPr/>
      <dgm:t>
        <a:bodyPr/>
        <a:lstStyle/>
        <a:p>
          <a:r>
            <a:rPr lang="en-US" b="1" dirty="0"/>
            <a:t>Find eigenvalues &amp; eigenvectors</a:t>
          </a:r>
          <a:endParaRPr lang="en-US" dirty="0"/>
        </a:p>
      </dgm:t>
    </dgm:pt>
    <dgm:pt modelId="{E8D21347-1DBD-3940-B53B-01FCFBE3D5D7}" type="parTrans" cxnId="{40BA2CB7-B8F1-B244-9273-C8709704A962}">
      <dgm:prSet/>
      <dgm:spPr/>
      <dgm:t>
        <a:bodyPr/>
        <a:lstStyle/>
        <a:p>
          <a:endParaRPr lang="en-US"/>
        </a:p>
      </dgm:t>
    </dgm:pt>
    <dgm:pt modelId="{9BB812EA-3717-E949-87AE-3452D197A97A}" type="sibTrans" cxnId="{40BA2CB7-B8F1-B244-9273-C8709704A962}">
      <dgm:prSet/>
      <dgm:spPr/>
      <dgm:t>
        <a:bodyPr/>
        <a:lstStyle/>
        <a:p>
          <a:endParaRPr lang="en-US"/>
        </a:p>
      </dgm:t>
    </dgm:pt>
    <dgm:pt modelId="{0F6F734C-1B35-D147-BF1F-D25548EA89EB}">
      <dgm:prSet custT="1"/>
      <dgm:spPr/>
      <dgm:t>
        <a:bodyPr/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gm:t>
    </dgm:pt>
    <dgm:pt modelId="{97E7C1DE-D6D3-C44D-B7DA-ADEB0DDFFE7B}" type="parTrans" cxnId="{A1412EEC-B02A-0840-B793-F0E0B872845E}">
      <dgm:prSet/>
      <dgm:spPr/>
      <dgm:t>
        <a:bodyPr/>
        <a:lstStyle/>
        <a:p>
          <a:endParaRPr lang="en-US"/>
        </a:p>
      </dgm:t>
    </dgm:pt>
    <dgm:pt modelId="{4E72529B-16FC-D244-81A2-35D5516B4CD3}" type="sibTrans" cxnId="{A1412EEC-B02A-0840-B793-F0E0B872845E}">
      <dgm:prSet/>
      <dgm:spPr/>
      <dgm:t>
        <a:bodyPr/>
        <a:lstStyle/>
        <a:p>
          <a:endParaRPr lang="en-US"/>
        </a:p>
      </dgm:t>
    </dgm:pt>
    <dgm:pt modelId="{85E67AFF-4EA4-0741-8D97-EB8D55578541}" type="pres">
      <dgm:prSet presAssocID="{24E46597-E7B7-2C4F-AE3D-FFEBD794D892}" presName="Name0" presStyleCnt="0">
        <dgm:presLayoutVars>
          <dgm:dir/>
          <dgm:resizeHandles val="exact"/>
        </dgm:presLayoutVars>
      </dgm:prSet>
      <dgm:spPr/>
    </dgm:pt>
    <dgm:pt modelId="{050DE555-2162-9E43-9570-B19450822F8D}" type="pres">
      <dgm:prSet presAssocID="{24E46597-E7B7-2C4F-AE3D-FFEBD794D892}" presName="arrow" presStyleLbl="bgShp" presStyleIdx="0" presStyleCnt="1"/>
      <dgm:spPr>
        <a:solidFill>
          <a:schemeClr val="tx1">
            <a:lumMod val="85000"/>
            <a:lumOff val="15000"/>
          </a:schemeClr>
        </a:solidFill>
      </dgm:spPr>
    </dgm:pt>
    <dgm:pt modelId="{18BD39FC-9662-5C4A-8FDE-4FE738E98970}" type="pres">
      <dgm:prSet presAssocID="{24E46597-E7B7-2C4F-AE3D-FFEBD794D892}" presName="points" presStyleCnt="0"/>
      <dgm:spPr/>
    </dgm:pt>
    <dgm:pt modelId="{3DC37D09-48BB-4842-B9F7-CBC290D37E5C}" type="pres">
      <dgm:prSet presAssocID="{C69C120D-49A6-664A-81D9-EC2018CAFEF0}" presName="compositeA" presStyleCnt="0"/>
      <dgm:spPr/>
    </dgm:pt>
    <dgm:pt modelId="{013F2CFA-D5DD-B946-9165-9E457A7E6B0A}" type="pres">
      <dgm:prSet presAssocID="{C69C120D-49A6-664A-81D9-EC2018CAFEF0}" presName="textA" presStyleLbl="revTx" presStyleIdx="0" presStyleCnt="4">
        <dgm:presLayoutVars>
          <dgm:bulletEnabled val="1"/>
        </dgm:presLayoutVars>
      </dgm:prSet>
      <dgm:spPr/>
    </dgm:pt>
    <dgm:pt modelId="{019A5432-10F4-0848-8B79-65BBECCB355C}" type="pres">
      <dgm:prSet presAssocID="{C69C120D-49A6-664A-81D9-EC2018CAFEF0}" presName="circleA" presStyleLbl="node1" presStyleIdx="0" presStyleCnt="4"/>
      <dgm:spPr>
        <a:solidFill>
          <a:schemeClr val="accent2"/>
        </a:solidFill>
      </dgm:spPr>
    </dgm:pt>
    <dgm:pt modelId="{E1D6F97D-0DA1-3E4F-88A7-399DD55D8CFE}" type="pres">
      <dgm:prSet presAssocID="{C69C120D-49A6-664A-81D9-EC2018CAFEF0}" presName="spaceA" presStyleCnt="0"/>
      <dgm:spPr/>
    </dgm:pt>
    <dgm:pt modelId="{EB78FDAF-D7AE-5747-91FA-69532A36724B}" type="pres">
      <dgm:prSet presAssocID="{3C656D34-C545-414E-B74E-6DAE8D39D668}" presName="space" presStyleCnt="0"/>
      <dgm:spPr/>
    </dgm:pt>
    <dgm:pt modelId="{4048D7C4-DA70-3046-9206-5AED69C2C774}" type="pres">
      <dgm:prSet presAssocID="{0F6F734C-1B35-D147-BF1F-D25548EA89EB}" presName="compositeB" presStyleCnt="0"/>
      <dgm:spPr/>
    </dgm:pt>
    <dgm:pt modelId="{9BF6A688-F817-DF46-8BAC-009AC833352D}" type="pres">
      <dgm:prSet presAssocID="{0F6F734C-1B35-D147-BF1F-D25548EA89EB}" presName="textB" presStyleLbl="revTx" presStyleIdx="1" presStyleCnt="4">
        <dgm:presLayoutVars>
          <dgm:bulletEnabled val="1"/>
        </dgm:presLayoutVars>
      </dgm:prSet>
      <dgm:spPr/>
    </dgm:pt>
    <dgm:pt modelId="{41351E51-1D1B-C241-A099-7B04D981D11D}" type="pres">
      <dgm:prSet presAssocID="{0F6F734C-1B35-D147-BF1F-D25548EA89EB}" presName="circleB" presStyleLbl="node1" presStyleIdx="1" presStyleCnt="4"/>
      <dgm:spPr>
        <a:solidFill>
          <a:schemeClr val="accent2"/>
        </a:solidFill>
      </dgm:spPr>
    </dgm:pt>
    <dgm:pt modelId="{7E7A1109-8DEE-3B40-9478-1E40984DFE0C}" type="pres">
      <dgm:prSet presAssocID="{0F6F734C-1B35-D147-BF1F-D25548EA89EB}" presName="spaceB" presStyleCnt="0"/>
      <dgm:spPr/>
    </dgm:pt>
    <dgm:pt modelId="{8C02C0E3-9DF7-6848-852F-D6BB1ADBEBD8}" type="pres">
      <dgm:prSet presAssocID="{4E72529B-16FC-D244-81A2-35D5516B4CD3}" presName="space" presStyleCnt="0"/>
      <dgm:spPr/>
    </dgm:pt>
    <dgm:pt modelId="{16440AC4-36AB-4B4D-BD72-6B520AEC5574}" type="pres">
      <dgm:prSet presAssocID="{7B0A6FF9-C1E9-3940-8071-AA22EB1E1A11}" presName="compositeA" presStyleCnt="0"/>
      <dgm:spPr/>
    </dgm:pt>
    <dgm:pt modelId="{E2D1CFD1-041E-E546-84FB-F7601F3AF64E}" type="pres">
      <dgm:prSet presAssocID="{7B0A6FF9-C1E9-3940-8071-AA22EB1E1A11}" presName="textA" presStyleLbl="revTx" presStyleIdx="2" presStyleCnt="4">
        <dgm:presLayoutVars>
          <dgm:bulletEnabled val="1"/>
        </dgm:presLayoutVars>
      </dgm:prSet>
      <dgm:spPr/>
    </dgm:pt>
    <dgm:pt modelId="{7D0C3616-13C5-9F48-8E3D-AC694D294C86}" type="pres">
      <dgm:prSet presAssocID="{7B0A6FF9-C1E9-3940-8071-AA22EB1E1A11}" presName="circleA" presStyleLbl="node1" presStyleIdx="2" presStyleCnt="4"/>
      <dgm:spPr>
        <a:solidFill>
          <a:schemeClr val="accent2"/>
        </a:solidFill>
      </dgm:spPr>
    </dgm:pt>
    <dgm:pt modelId="{84FEF492-DC7A-C449-BEA1-C601C897B082}" type="pres">
      <dgm:prSet presAssocID="{7B0A6FF9-C1E9-3940-8071-AA22EB1E1A11}" presName="spaceA" presStyleCnt="0"/>
      <dgm:spPr/>
    </dgm:pt>
    <dgm:pt modelId="{BBC88CE0-8F90-E547-84E0-8017D12F7049}" type="pres">
      <dgm:prSet presAssocID="{4B3EF3DE-C932-8A47-9689-B52435BA5B45}" presName="space" presStyleCnt="0"/>
      <dgm:spPr/>
    </dgm:pt>
    <dgm:pt modelId="{93F9A084-DA19-554F-9B47-F1913EF2838F}" type="pres">
      <dgm:prSet presAssocID="{BF1540D1-7491-B045-A8D0-58013CB4D1FE}" presName="compositeB" presStyleCnt="0"/>
      <dgm:spPr/>
    </dgm:pt>
    <dgm:pt modelId="{659D690E-EB01-4E4F-BC56-8D63AE82BD5A}" type="pres">
      <dgm:prSet presAssocID="{BF1540D1-7491-B045-A8D0-58013CB4D1FE}" presName="textB" presStyleLbl="revTx" presStyleIdx="3" presStyleCnt="4">
        <dgm:presLayoutVars>
          <dgm:bulletEnabled val="1"/>
        </dgm:presLayoutVars>
      </dgm:prSet>
      <dgm:spPr/>
    </dgm:pt>
    <dgm:pt modelId="{3C66475A-C7EB-544F-8861-E66E53095708}" type="pres">
      <dgm:prSet presAssocID="{BF1540D1-7491-B045-A8D0-58013CB4D1FE}" presName="circleB" presStyleLbl="node1" presStyleIdx="3" presStyleCnt="4"/>
      <dgm:spPr>
        <a:solidFill>
          <a:schemeClr val="accent2"/>
        </a:solidFill>
      </dgm:spPr>
    </dgm:pt>
    <dgm:pt modelId="{F605E89F-DDBF-234B-A64D-75035DD8140A}" type="pres">
      <dgm:prSet presAssocID="{BF1540D1-7491-B045-A8D0-58013CB4D1FE}" presName="spaceB" presStyleCnt="0"/>
      <dgm:spPr/>
    </dgm:pt>
  </dgm:ptLst>
  <dgm:cxnLst>
    <dgm:cxn modelId="{5C591913-8C69-0042-99C0-B864742CEF3B}" srcId="{24E46597-E7B7-2C4F-AE3D-FFEBD794D892}" destId="{C69C120D-49A6-664A-81D9-EC2018CAFEF0}" srcOrd="0" destOrd="0" parTransId="{851FBA85-60A5-774F-B188-D885B6249030}" sibTransId="{3C656D34-C545-414E-B74E-6DAE8D39D668}"/>
    <dgm:cxn modelId="{02E18015-ED65-5141-8CA1-F0574597CA8D}" srcId="{24E46597-E7B7-2C4F-AE3D-FFEBD794D892}" destId="{7B0A6FF9-C1E9-3940-8071-AA22EB1E1A11}" srcOrd="2" destOrd="0" parTransId="{A261681D-4103-734A-8E34-E8963D33EB3E}" sibTransId="{4B3EF3DE-C932-8A47-9689-B52435BA5B45}"/>
    <dgm:cxn modelId="{C335EC3B-0CAA-0F44-ADD8-C1CDE7A5F8D6}" type="presOf" srcId="{24E46597-E7B7-2C4F-AE3D-FFEBD794D892}" destId="{85E67AFF-4EA4-0741-8D97-EB8D55578541}" srcOrd="0" destOrd="0" presId="urn:microsoft.com/office/officeart/2005/8/layout/hProcess11"/>
    <dgm:cxn modelId="{92168149-0369-4444-BF52-13A174315A0A}" type="presOf" srcId="{C69C120D-49A6-664A-81D9-EC2018CAFEF0}" destId="{013F2CFA-D5DD-B946-9165-9E457A7E6B0A}" srcOrd="0" destOrd="0" presId="urn:microsoft.com/office/officeart/2005/8/layout/hProcess11"/>
    <dgm:cxn modelId="{1AB17363-F97B-AE41-8652-0E39F0FE8C2B}" type="presOf" srcId="{BF1540D1-7491-B045-A8D0-58013CB4D1FE}" destId="{659D690E-EB01-4E4F-BC56-8D63AE82BD5A}" srcOrd="0" destOrd="0" presId="urn:microsoft.com/office/officeart/2005/8/layout/hProcess11"/>
    <dgm:cxn modelId="{40BA2CB7-B8F1-B244-9273-C8709704A962}" srcId="{24E46597-E7B7-2C4F-AE3D-FFEBD794D892}" destId="{BF1540D1-7491-B045-A8D0-58013CB4D1FE}" srcOrd="3" destOrd="0" parTransId="{E8D21347-1DBD-3940-B53B-01FCFBE3D5D7}" sibTransId="{9BB812EA-3717-E949-87AE-3452D197A97A}"/>
    <dgm:cxn modelId="{9D32AAD2-359E-284F-9F47-FE3A7C38C381}" type="presOf" srcId="{0F6F734C-1B35-D147-BF1F-D25548EA89EB}" destId="{9BF6A688-F817-DF46-8BAC-009AC833352D}" srcOrd="0" destOrd="0" presId="urn:microsoft.com/office/officeart/2005/8/layout/hProcess11"/>
    <dgm:cxn modelId="{A1412EEC-B02A-0840-B793-F0E0B872845E}" srcId="{24E46597-E7B7-2C4F-AE3D-FFEBD794D892}" destId="{0F6F734C-1B35-D147-BF1F-D25548EA89EB}" srcOrd="1" destOrd="0" parTransId="{97E7C1DE-D6D3-C44D-B7DA-ADEB0DDFFE7B}" sibTransId="{4E72529B-16FC-D244-81A2-35D5516B4CD3}"/>
    <dgm:cxn modelId="{3B76F0F8-A87B-424C-A973-7B271186704A}" type="presOf" srcId="{7B0A6FF9-C1E9-3940-8071-AA22EB1E1A11}" destId="{E2D1CFD1-041E-E546-84FB-F7601F3AF64E}" srcOrd="0" destOrd="0" presId="urn:microsoft.com/office/officeart/2005/8/layout/hProcess11"/>
    <dgm:cxn modelId="{3E00619A-1E23-8148-B819-E512267FCBB3}" type="presParOf" srcId="{85E67AFF-4EA4-0741-8D97-EB8D55578541}" destId="{050DE555-2162-9E43-9570-B19450822F8D}" srcOrd="0" destOrd="0" presId="urn:microsoft.com/office/officeart/2005/8/layout/hProcess11"/>
    <dgm:cxn modelId="{81DA0AA9-F0A4-B84F-AD6C-5F88FC67FABC}" type="presParOf" srcId="{85E67AFF-4EA4-0741-8D97-EB8D55578541}" destId="{18BD39FC-9662-5C4A-8FDE-4FE738E98970}" srcOrd="1" destOrd="0" presId="urn:microsoft.com/office/officeart/2005/8/layout/hProcess11"/>
    <dgm:cxn modelId="{F876BE42-FBA4-714E-9DF5-F11C7B323ACA}" type="presParOf" srcId="{18BD39FC-9662-5C4A-8FDE-4FE738E98970}" destId="{3DC37D09-48BB-4842-B9F7-CBC290D37E5C}" srcOrd="0" destOrd="0" presId="urn:microsoft.com/office/officeart/2005/8/layout/hProcess11"/>
    <dgm:cxn modelId="{ED1958F1-85E9-B74E-9C32-9AEA6B0EA869}" type="presParOf" srcId="{3DC37D09-48BB-4842-B9F7-CBC290D37E5C}" destId="{013F2CFA-D5DD-B946-9165-9E457A7E6B0A}" srcOrd="0" destOrd="0" presId="urn:microsoft.com/office/officeart/2005/8/layout/hProcess11"/>
    <dgm:cxn modelId="{E240AA21-7712-FB4B-8BED-A405CE44D8E5}" type="presParOf" srcId="{3DC37D09-48BB-4842-B9F7-CBC290D37E5C}" destId="{019A5432-10F4-0848-8B79-65BBECCB355C}" srcOrd="1" destOrd="0" presId="urn:microsoft.com/office/officeart/2005/8/layout/hProcess11"/>
    <dgm:cxn modelId="{F42B09FF-C861-044F-9B4C-F759C1267A38}" type="presParOf" srcId="{3DC37D09-48BB-4842-B9F7-CBC290D37E5C}" destId="{E1D6F97D-0DA1-3E4F-88A7-399DD55D8CFE}" srcOrd="2" destOrd="0" presId="urn:microsoft.com/office/officeart/2005/8/layout/hProcess11"/>
    <dgm:cxn modelId="{49202F8B-9B69-4E40-ABF3-17B28B5E69F6}" type="presParOf" srcId="{18BD39FC-9662-5C4A-8FDE-4FE738E98970}" destId="{EB78FDAF-D7AE-5747-91FA-69532A36724B}" srcOrd="1" destOrd="0" presId="urn:microsoft.com/office/officeart/2005/8/layout/hProcess11"/>
    <dgm:cxn modelId="{38C4A5F8-6AD4-8C4A-BAC2-BD55A59182EB}" type="presParOf" srcId="{18BD39FC-9662-5C4A-8FDE-4FE738E98970}" destId="{4048D7C4-DA70-3046-9206-5AED69C2C774}" srcOrd="2" destOrd="0" presId="urn:microsoft.com/office/officeart/2005/8/layout/hProcess11"/>
    <dgm:cxn modelId="{D0B7FD43-7695-BD46-8B57-9A1E8D7B86DA}" type="presParOf" srcId="{4048D7C4-DA70-3046-9206-5AED69C2C774}" destId="{9BF6A688-F817-DF46-8BAC-009AC833352D}" srcOrd="0" destOrd="0" presId="urn:microsoft.com/office/officeart/2005/8/layout/hProcess11"/>
    <dgm:cxn modelId="{F6354B33-E685-D64F-B587-54D50B30C1DD}" type="presParOf" srcId="{4048D7C4-DA70-3046-9206-5AED69C2C774}" destId="{41351E51-1D1B-C241-A099-7B04D981D11D}" srcOrd="1" destOrd="0" presId="urn:microsoft.com/office/officeart/2005/8/layout/hProcess11"/>
    <dgm:cxn modelId="{BB1CDC13-D4DB-2441-B22A-2299E72E9873}" type="presParOf" srcId="{4048D7C4-DA70-3046-9206-5AED69C2C774}" destId="{7E7A1109-8DEE-3B40-9478-1E40984DFE0C}" srcOrd="2" destOrd="0" presId="urn:microsoft.com/office/officeart/2005/8/layout/hProcess11"/>
    <dgm:cxn modelId="{59A05394-7FAC-594C-863F-DDD55A1788EF}" type="presParOf" srcId="{18BD39FC-9662-5C4A-8FDE-4FE738E98970}" destId="{8C02C0E3-9DF7-6848-852F-D6BB1ADBEBD8}" srcOrd="3" destOrd="0" presId="urn:microsoft.com/office/officeart/2005/8/layout/hProcess11"/>
    <dgm:cxn modelId="{D979945D-8F88-234A-9F9A-FBCC45F29EA6}" type="presParOf" srcId="{18BD39FC-9662-5C4A-8FDE-4FE738E98970}" destId="{16440AC4-36AB-4B4D-BD72-6B520AEC5574}" srcOrd="4" destOrd="0" presId="urn:microsoft.com/office/officeart/2005/8/layout/hProcess11"/>
    <dgm:cxn modelId="{4410C4B5-3C87-F844-91AB-55E31E5A58EF}" type="presParOf" srcId="{16440AC4-36AB-4B4D-BD72-6B520AEC5574}" destId="{E2D1CFD1-041E-E546-84FB-F7601F3AF64E}" srcOrd="0" destOrd="0" presId="urn:microsoft.com/office/officeart/2005/8/layout/hProcess11"/>
    <dgm:cxn modelId="{E670759E-B137-3D4D-A337-D2FB692D1682}" type="presParOf" srcId="{16440AC4-36AB-4B4D-BD72-6B520AEC5574}" destId="{7D0C3616-13C5-9F48-8E3D-AC694D294C86}" srcOrd="1" destOrd="0" presId="urn:microsoft.com/office/officeart/2005/8/layout/hProcess11"/>
    <dgm:cxn modelId="{D41BED1D-695B-244B-8AA1-95F16E23F409}" type="presParOf" srcId="{16440AC4-36AB-4B4D-BD72-6B520AEC5574}" destId="{84FEF492-DC7A-C449-BEA1-C601C897B082}" srcOrd="2" destOrd="0" presId="urn:microsoft.com/office/officeart/2005/8/layout/hProcess11"/>
    <dgm:cxn modelId="{9647C62A-0A7D-0140-A4A6-5E0B7B385E97}" type="presParOf" srcId="{18BD39FC-9662-5C4A-8FDE-4FE738E98970}" destId="{BBC88CE0-8F90-E547-84E0-8017D12F7049}" srcOrd="5" destOrd="0" presId="urn:microsoft.com/office/officeart/2005/8/layout/hProcess11"/>
    <dgm:cxn modelId="{09FBAC49-38E3-2E48-8240-080FE3C4882D}" type="presParOf" srcId="{18BD39FC-9662-5C4A-8FDE-4FE738E98970}" destId="{93F9A084-DA19-554F-9B47-F1913EF2838F}" srcOrd="6" destOrd="0" presId="urn:microsoft.com/office/officeart/2005/8/layout/hProcess11"/>
    <dgm:cxn modelId="{FD2A2035-C11C-5441-A329-B36CEFF49A7F}" type="presParOf" srcId="{93F9A084-DA19-554F-9B47-F1913EF2838F}" destId="{659D690E-EB01-4E4F-BC56-8D63AE82BD5A}" srcOrd="0" destOrd="0" presId="urn:microsoft.com/office/officeart/2005/8/layout/hProcess11"/>
    <dgm:cxn modelId="{2D18505B-A5A0-1240-B521-1C86272BB0AF}" type="presParOf" srcId="{93F9A084-DA19-554F-9B47-F1913EF2838F}" destId="{3C66475A-C7EB-544F-8861-E66E53095708}" srcOrd="1" destOrd="0" presId="urn:microsoft.com/office/officeart/2005/8/layout/hProcess11"/>
    <dgm:cxn modelId="{D29194A0-7573-3C4A-B04F-59A9F35CF76F}" type="presParOf" srcId="{93F9A084-DA19-554F-9B47-F1913EF2838F}" destId="{F605E89F-DDBF-234B-A64D-75035DD8140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4E46597-E7B7-2C4F-AE3D-FFEBD794D89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C120D-49A6-664A-81D9-EC2018CAFEF0}">
      <dgm:prSet/>
      <dgm:spPr/>
      <dgm:t>
        <a:bodyPr/>
        <a:lstStyle/>
        <a:p>
          <a:r>
            <a:rPr lang="en-US" b="1" dirty="0"/>
            <a:t>Standardize data</a:t>
          </a:r>
          <a:endParaRPr lang="en-US" dirty="0"/>
        </a:p>
      </dgm:t>
    </dgm:pt>
    <dgm:pt modelId="{851FBA85-60A5-774F-B188-D885B6249030}" type="parTrans" cxnId="{5C591913-8C69-0042-99C0-B864742CEF3B}">
      <dgm:prSet/>
      <dgm:spPr/>
      <dgm:t>
        <a:bodyPr/>
        <a:lstStyle/>
        <a:p>
          <a:endParaRPr lang="en-US"/>
        </a:p>
      </dgm:t>
    </dgm:pt>
    <dgm:pt modelId="{3C656D34-C545-414E-B74E-6DAE8D39D668}" type="sibTrans" cxnId="{5C591913-8C69-0042-99C0-B864742CEF3B}">
      <dgm:prSet/>
      <dgm:spPr/>
      <dgm:t>
        <a:bodyPr/>
        <a:lstStyle/>
        <a:p>
          <a:endParaRPr lang="en-US"/>
        </a:p>
      </dgm:t>
    </dgm:pt>
    <dgm:pt modelId="{7B0A6FF9-C1E9-3940-8071-AA22EB1E1A11}">
      <dgm:prSet/>
      <dgm:spPr/>
      <dgm:t>
        <a:bodyPr/>
        <a:lstStyle/>
        <a:p>
          <a:r>
            <a:rPr lang="en-US" b="1" dirty="0"/>
            <a:t>Compute covariance matrix</a:t>
          </a:r>
          <a:endParaRPr lang="en-US" dirty="0"/>
        </a:p>
      </dgm:t>
    </dgm:pt>
    <dgm:pt modelId="{A261681D-4103-734A-8E34-E8963D33EB3E}" type="parTrans" cxnId="{02E18015-ED65-5141-8CA1-F0574597CA8D}">
      <dgm:prSet/>
      <dgm:spPr/>
      <dgm:t>
        <a:bodyPr/>
        <a:lstStyle/>
        <a:p>
          <a:endParaRPr lang="en-US"/>
        </a:p>
      </dgm:t>
    </dgm:pt>
    <dgm:pt modelId="{4B3EF3DE-C932-8A47-9689-B52435BA5B45}" type="sibTrans" cxnId="{02E18015-ED65-5141-8CA1-F0574597CA8D}">
      <dgm:prSet/>
      <dgm:spPr/>
      <dgm:t>
        <a:bodyPr/>
        <a:lstStyle/>
        <a:p>
          <a:endParaRPr lang="en-US"/>
        </a:p>
      </dgm:t>
    </dgm:pt>
    <dgm:pt modelId="{BF1540D1-7491-B045-A8D0-58013CB4D1FE}">
      <dgm:prSet/>
      <dgm:spPr/>
      <dgm:t>
        <a:bodyPr/>
        <a:lstStyle/>
        <a:p>
          <a:r>
            <a:rPr lang="en-US" b="1"/>
            <a:t>Find eigenvalues &amp; eigenvectors</a:t>
          </a:r>
          <a:endParaRPr lang="en-US"/>
        </a:p>
      </dgm:t>
    </dgm:pt>
    <dgm:pt modelId="{E8D21347-1DBD-3940-B53B-01FCFBE3D5D7}" type="parTrans" cxnId="{40BA2CB7-B8F1-B244-9273-C8709704A962}">
      <dgm:prSet/>
      <dgm:spPr/>
      <dgm:t>
        <a:bodyPr/>
        <a:lstStyle/>
        <a:p>
          <a:endParaRPr lang="en-US"/>
        </a:p>
      </dgm:t>
    </dgm:pt>
    <dgm:pt modelId="{9BB812EA-3717-E949-87AE-3452D197A97A}" type="sibTrans" cxnId="{40BA2CB7-B8F1-B244-9273-C8709704A962}">
      <dgm:prSet/>
      <dgm:spPr/>
      <dgm:t>
        <a:bodyPr/>
        <a:lstStyle/>
        <a:p>
          <a:endParaRPr lang="en-US"/>
        </a:p>
      </dgm:t>
    </dgm:pt>
    <dgm:pt modelId="{0F6F734C-1B35-D147-BF1F-D25548EA89EB}">
      <dgm:prSet custT="1"/>
      <dgm:spPr/>
      <dgm:t>
        <a:bodyPr/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gm:t>
    </dgm:pt>
    <dgm:pt modelId="{97E7C1DE-D6D3-C44D-B7DA-ADEB0DDFFE7B}" type="parTrans" cxnId="{A1412EEC-B02A-0840-B793-F0E0B872845E}">
      <dgm:prSet/>
      <dgm:spPr/>
      <dgm:t>
        <a:bodyPr/>
        <a:lstStyle/>
        <a:p>
          <a:endParaRPr lang="en-US"/>
        </a:p>
      </dgm:t>
    </dgm:pt>
    <dgm:pt modelId="{4E72529B-16FC-D244-81A2-35D5516B4CD3}" type="sibTrans" cxnId="{A1412EEC-B02A-0840-B793-F0E0B872845E}">
      <dgm:prSet/>
      <dgm:spPr/>
      <dgm:t>
        <a:bodyPr/>
        <a:lstStyle/>
        <a:p>
          <a:endParaRPr lang="en-US"/>
        </a:p>
      </dgm:t>
    </dgm:pt>
    <dgm:pt modelId="{85E67AFF-4EA4-0741-8D97-EB8D55578541}" type="pres">
      <dgm:prSet presAssocID="{24E46597-E7B7-2C4F-AE3D-FFEBD794D892}" presName="Name0" presStyleCnt="0">
        <dgm:presLayoutVars>
          <dgm:dir/>
          <dgm:resizeHandles val="exact"/>
        </dgm:presLayoutVars>
      </dgm:prSet>
      <dgm:spPr/>
    </dgm:pt>
    <dgm:pt modelId="{050DE555-2162-9E43-9570-B19450822F8D}" type="pres">
      <dgm:prSet presAssocID="{24E46597-E7B7-2C4F-AE3D-FFEBD794D892}" presName="arrow" presStyleLbl="bgShp" presStyleIdx="0" presStyleCnt="1"/>
      <dgm:spPr>
        <a:solidFill>
          <a:schemeClr val="tx1">
            <a:lumMod val="85000"/>
            <a:lumOff val="15000"/>
          </a:schemeClr>
        </a:solidFill>
      </dgm:spPr>
    </dgm:pt>
    <dgm:pt modelId="{18BD39FC-9662-5C4A-8FDE-4FE738E98970}" type="pres">
      <dgm:prSet presAssocID="{24E46597-E7B7-2C4F-AE3D-FFEBD794D892}" presName="points" presStyleCnt="0"/>
      <dgm:spPr/>
    </dgm:pt>
    <dgm:pt modelId="{3DC37D09-48BB-4842-B9F7-CBC290D37E5C}" type="pres">
      <dgm:prSet presAssocID="{C69C120D-49A6-664A-81D9-EC2018CAFEF0}" presName="compositeA" presStyleCnt="0"/>
      <dgm:spPr/>
    </dgm:pt>
    <dgm:pt modelId="{013F2CFA-D5DD-B946-9165-9E457A7E6B0A}" type="pres">
      <dgm:prSet presAssocID="{C69C120D-49A6-664A-81D9-EC2018CAFEF0}" presName="textA" presStyleLbl="revTx" presStyleIdx="0" presStyleCnt="4">
        <dgm:presLayoutVars>
          <dgm:bulletEnabled val="1"/>
        </dgm:presLayoutVars>
      </dgm:prSet>
      <dgm:spPr/>
    </dgm:pt>
    <dgm:pt modelId="{019A5432-10F4-0848-8B79-65BBECCB355C}" type="pres">
      <dgm:prSet presAssocID="{C69C120D-49A6-664A-81D9-EC2018CAFEF0}" presName="circleA" presStyleLbl="node1" presStyleIdx="0" presStyleCnt="4"/>
      <dgm:spPr>
        <a:solidFill>
          <a:schemeClr val="accent2"/>
        </a:solidFill>
      </dgm:spPr>
    </dgm:pt>
    <dgm:pt modelId="{E1D6F97D-0DA1-3E4F-88A7-399DD55D8CFE}" type="pres">
      <dgm:prSet presAssocID="{C69C120D-49A6-664A-81D9-EC2018CAFEF0}" presName="spaceA" presStyleCnt="0"/>
      <dgm:spPr/>
    </dgm:pt>
    <dgm:pt modelId="{EB78FDAF-D7AE-5747-91FA-69532A36724B}" type="pres">
      <dgm:prSet presAssocID="{3C656D34-C545-414E-B74E-6DAE8D39D668}" presName="space" presStyleCnt="0"/>
      <dgm:spPr/>
    </dgm:pt>
    <dgm:pt modelId="{4048D7C4-DA70-3046-9206-5AED69C2C774}" type="pres">
      <dgm:prSet presAssocID="{0F6F734C-1B35-D147-BF1F-D25548EA89EB}" presName="compositeB" presStyleCnt="0"/>
      <dgm:spPr/>
    </dgm:pt>
    <dgm:pt modelId="{9BF6A688-F817-DF46-8BAC-009AC833352D}" type="pres">
      <dgm:prSet presAssocID="{0F6F734C-1B35-D147-BF1F-D25548EA89EB}" presName="textB" presStyleLbl="revTx" presStyleIdx="1" presStyleCnt="4">
        <dgm:presLayoutVars>
          <dgm:bulletEnabled val="1"/>
        </dgm:presLayoutVars>
      </dgm:prSet>
      <dgm:spPr/>
    </dgm:pt>
    <dgm:pt modelId="{41351E51-1D1B-C241-A099-7B04D981D11D}" type="pres">
      <dgm:prSet presAssocID="{0F6F734C-1B35-D147-BF1F-D25548EA89EB}" presName="circleB" presStyleLbl="node1" presStyleIdx="1" presStyleCnt="4"/>
      <dgm:spPr>
        <a:solidFill>
          <a:schemeClr val="accent2"/>
        </a:solidFill>
      </dgm:spPr>
    </dgm:pt>
    <dgm:pt modelId="{7E7A1109-8DEE-3B40-9478-1E40984DFE0C}" type="pres">
      <dgm:prSet presAssocID="{0F6F734C-1B35-D147-BF1F-D25548EA89EB}" presName="spaceB" presStyleCnt="0"/>
      <dgm:spPr/>
    </dgm:pt>
    <dgm:pt modelId="{8C02C0E3-9DF7-6848-852F-D6BB1ADBEBD8}" type="pres">
      <dgm:prSet presAssocID="{4E72529B-16FC-D244-81A2-35D5516B4CD3}" presName="space" presStyleCnt="0"/>
      <dgm:spPr/>
    </dgm:pt>
    <dgm:pt modelId="{16440AC4-36AB-4B4D-BD72-6B520AEC5574}" type="pres">
      <dgm:prSet presAssocID="{7B0A6FF9-C1E9-3940-8071-AA22EB1E1A11}" presName="compositeA" presStyleCnt="0"/>
      <dgm:spPr/>
    </dgm:pt>
    <dgm:pt modelId="{E2D1CFD1-041E-E546-84FB-F7601F3AF64E}" type="pres">
      <dgm:prSet presAssocID="{7B0A6FF9-C1E9-3940-8071-AA22EB1E1A11}" presName="textA" presStyleLbl="revTx" presStyleIdx="2" presStyleCnt="4">
        <dgm:presLayoutVars>
          <dgm:bulletEnabled val="1"/>
        </dgm:presLayoutVars>
      </dgm:prSet>
      <dgm:spPr/>
    </dgm:pt>
    <dgm:pt modelId="{7D0C3616-13C5-9F48-8E3D-AC694D294C86}" type="pres">
      <dgm:prSet presAssocID="{7B0A6FF9-C1E9-3940-8071-AA22EB1E1A11}" presName="circleA" presStyleLbl="node1" presStyleIdx="2" presStyleCnt="4"/>
      <dgm:spPr>
        <a:solidFill>
          <a:schemeClr val="accent2"/>
        </a:solidFill>
      </dgm:spPr>
    </dgm:pt>
    <dgm:pt modelId="{84FEF492-DC7A-C449-BEA1-C601C897B082}" type="pres">
      <dgm:prSet presAssocID="{7B0A6FF9-C1E9-3940-8071-AA22EB1E1A11}" presName="spaceA" presStyleCnt="0"/>
      <dgm:spPr/>
    </dgm:pt>
    <dgm:pt modelId="{BBC88CE0-8F90-E547-84E0-8017D12F7049}" type="pres">
      <dgm:prSet presAssocID="{4B3EF3DE-C932-8A47-9689-B52435BA5B45}" presName="space" presStyleCnt="0"/>
      <dgm:spPr/>
    </dgm:pt>
    <dgm:pt modelId="{93F9A084-DA19-554F-9B47-F1913EF2838F}" type="pres">
      <dgm:prSet presAssocID="{BF1540D1-7491-B045-A8D0-58013CB4D1FE}" presName="compositeB" presStyleCnt="0"/>
      <dgm:spPr/>
    </dgm:pt>
    <dgm:pt modelId="{659D690E-EB01-4E4F-BC56-8D63AE82BD5A}" type="pres">
      <dgm:prSet presAssocID="{BF1540D1-7491-B045-A8D0-58013CB4D1FE}" presName="textB" presStyleLbl="revTx" presStyleIdx="3" presStyleCnt="4">
        <dgm:presLayoutVars>
          <dgm:bulletEnabled val="1"/>
        </dgm:presLayoutVars>
      </dgm:prSet>
      <dgm:spPr/>
    </dgm:pt>
    <dgm:pt modelId="{3C66475A-C7EB-544F-8861-E66E53095708}" type="pres">
      <dgm:prSet presAssocID="{BF1540D1-7491-B045-A8D0-58013CB4D1FE}" presName="circleB" presStyleLbl="node1" presStyleIdx="3" presStyleCnt="4"/>
      <dgm:spPr>
        <a:solidFill>
          <a:schemeClr val="accent2"/>
        </a:solidFill>
      </dgm:spPr>
    </dgm:pt>
    <dgm:pt modelId="{F605E89F-DDBF-234B-A64D-75035DD8140A}" type="pres">
      <dgm:prSet presAssocID="{BF1540D1-7491-B045-A8D0-58013CB4D1FE}" presName="spaceB" presStyleCnt="0"/>
      <dgm:spPr/>
    </dgm:pt>
  </dgm:ptLst>
  <dgm:cxnLst>
    <dgm:cxn modelId="{5C591913-8C69-0042-99C0-B864742CEF3B}" srcId="{24E46597-E7B7-2C4F-AE3D-FFEBD794D892}" destId="{C69C120D-49A6-664A-81D9-EC2018CAFEF0}" srcOrd="0" destOrd="0" parTransId="{851FBA85-60A5-774F-B188-D885B6249030}" sibTransId="{3C656D34-C545-414E-B74E-6DAE8D39D668}"/>
    <dgm:cxn modelId="{02E18015-ED65-5141-8CA1-F0574597CA8D}" srcId="{24E46597-E7B7-2C4F-AE3D-FFEBD794D892}" destId="{7B0A6FF9-C1E9-3940-8071-AA22EB1E1A11}" srcOrd="2" destOrd="0" parTransId="{A261681D-4103-734A-8E34-E8963D33EB3E}" sibTransId="{4B3EF3DE-C932-8A47-9689-B52435BA5B45}"/>
    <dgm:cxn modelId="{C335EC3B-0CAA-0F44-ADD8-C1CDE7A5F8D6}" type="presOf" srcId="{24E46597-E7B7-2C4F-AE3D-FFEBD794D892}" destId="{85E67AFF-4EA4-0741-8D97-EB8D55578541}" srcOrd="0" destOrd="0" presId="urn:microsoft.com/office/officeart/2005/8/layout/hProcess11"/>
    <dgm:cxn modelId="{92168149-0369-4444-BF52-13A174315A0A}" type="presOf" srcId="{C69C120D-49A6-664A-81D9-EC2018CAFEF0}" destId="{013F2CFA-D5DD-B946-9165-9E457A7E6B0A}" srcOrd="0" destOrd="0" presId="urn:microsoft.com/office/officeart/2005/8/layout/hProcess11"/>
    <dgm:cxn modelId="{1AB17363-F97B-AE41-8652-0E39F0FE8C2B}" type="presOf" srcId="{BF1540D1-7491-B045-A8D0-58013CB4D1FE}" destId="{659D690E-EB01-4E4F-BC56-8D63AE82BD5A}" srcOrd="0" destOrd="0" presId="urn:microsoft.com/office/officeart/2005/8/layout/hProcess11"/>
    <dgm:cxn modelId="{40BA2CB7-B8F1-B244-9273-C8709704A962}" srcId="{24E46597-E7B7-2C4F-AE3D-FFEBD794D892}" destId="{BF1540D1-7491-B045-A8D0-58013CB4D1FE}" srcOrd="3" destOrd="0" parTransId="{E8D21347-1DBD-3940-B53B-01FCFBE3D5D7}" sibTransId="{9BB812EA-3717-E949-87AE-3452D197A97A}"/>
    <dgm:cxn modelId="{9D32AAD2-359E-284F-9F47-FE3A7C38C381}" type="presOf" srcId="{0F6F734C-1B35-D147-BF1F-D25548EA89EB}" destId="{9BF6A688-F817-DF46-8BAC-009AC833352D}" srcOrd="0" destOrd="0" presId="urn:microsoft.com/office/officeart/2005/8/layout/hProcess11"/>
    <dgm:cxn modelId="{A1412EEC-B02A-0840-B793-F0E0B872845E}" srcId="{24E46597-E7B7-2C4F-AE3D-FFEBD794D892}" destId="{0F6F734C-1B35-D147-BF1F-D25548EA89EB}" srcOrd="1" destOrd="0" parTransId="{97E7C1DE-D6D3-C44D-B7DA-ADEB0DDFFE7B}" sibTransId="{4E72529B-16FC-D244-81A2-35D5516B4CD3}"/>
    <dgm:cxn modelId="{3B76F0F8-A87B-424C-A973-7B271186704A}" type="presOf" srcId="{7B0A6FF9-C1E9-3940-8071-AA22EB1E1A11}" destId="{E2D1CFD1-041E-E546-84FB-F7601F3AF64E}" srcOrd="0" destOrd="0" presId="urn:microsoft.com/office/officeart/2005/8/layout/hProcess11"/>
    <dgm:cxn modelId="{3E00619A-1E23-8148-B819-E512267FCBB3}" type="presParOf" srcId="{85E67AFF-4EA4-0741-8D97-EB8D55578541}" destId="{050DE555-2162-9E43-9570-B19450822F8D}" srcOrd="0" destOrd="0" presId="urn:microsoft.com/office/officeart/2005/8/layout/hProcess11"/>
    <dgm:cxn modelId="{81DA0AA9-F0A4-B84F-AD6C-5F88FC67FABC}" type="presParOf" srcId="{85E67AFF-4EA4-0741-8D97-EB8D55578541}" destId="{18BD39FC-9662-5C4A-8FDE-4FE738E98970}" srcOrd="1" destOrd="0" presId="urn:microsoft.com/office/officeart/2005/8/layout/hProcess11"/>
    <dgm:cxn modelId="{F876BE42-FBA4-714E-9DF5-F11C7B323ACA}" type="presParOf" srcId="{18BD39FC-9662-5C4A-8FDE-4FE738E98970}" destId="{3DC37D09-48BB-4842-B9F7-CBC290D37E5C}" srcOrd="0" destOrd="0" presId="urn:microsoft.com/office/officeart/2005/8/layout/hProcess11"/>
    <dgm:cxn modelId="{ED1958F1-85E9-B74E-9C32-9AEA6B0EA869}" type="presParOf" srcId="{3DC37D09-48BB-4842-B9F7-CBC290D37E5C}" destId="{013F2CFA-D5DD-B946-9165-9E457A7E6B0A}" srcOrd="0" destOrd="0" presId="urn:microsoft.com/office/officeart/2005/8/layout/hProcess11"/>
    <dgm:cxn modelId="{E240AA21-7712-FB4B-8BED-A405CE44D8E5}" type="presParOf" srcId="{3DC37D09-48BB-4842-B9F7-CBC290D37E5C}" destId="{019A5432-10F4-0848-8B79-65BBECCB355C}" srcOrd="1" destOrd="0" presId="urn:microsoft.com/office/officeart/2005/8/layout/hProcess11"/>
    <dgm:cxn modelId="{F42B09FF-C861-044F-9B4C-F759C1267A38}" type="presParOf" srcId="{3DC37D09-48BB-4842-B9F7-CBC290D37E5C}" destId="{E1D6F97D-0DA1-3E4F-88A7-399DD55D8CFE}" srcOrd="2" destOrd="0" presId="urn:microsoft.com/office/officeart/2005/8/layout/hProcess11"/>
    <dgm:cxn modelId="{49202F8B-9B69-4E40-ABF3-17B28B5E69F6}" type="presParOf" srcId="{18BD39FC-9662-5C4A-8FDE-4FE738E98970}" destId="{EB78FDAF-D7AE-5747-91FA-69532A36724B}" srcOrd="1" destOrd="0" presId="urn:microsoft.com/office/officeart/2005/8/layout/hProcess11"/>
    <dgm:cxn modelId="{38C4A5F8-6AD4-8C4A-BAC2-BD55A59182EB}" type="presParOf" srcId="{18BD39FC-9662-5C4A-8FDE-4FE738E98970}" destId="{4048D7C4-DA70-3046-9206-5AED69C2C774}" srcOrd="2" destOrd="0" presId="urn:microsoft.com/office/officeart/2005/8/layout/hProcess11"/>
    <dgm:cxn modelId="{D0B7FD43-7695-BD46-8B57-9A1E8D7B86DA}" type="presParOf" srcId="{4048D7C4-DA70-3046-9206-5AED69C2C774}" destId="{9BF6A688-F817-DF46-8BAC-009AC833352D}" srcOrd="0" destOrd="0" presId="urn:microsoft.com/office/officeart/2005/8/layout/hProcess11"/>
    <dgm:cxn modelId="{F6354B33-E685-D64F-B587-54D50B30C1DD}" type="presParOf" srcId="{4048D7C4-DA70-3046-9206-5AED69C2C774}" destId="{41351E51-1D1B-C241-A099-7B04D981D11D}" srcOrd="1" destOrd="0" presId="urn:microsoft.com/office/officeart/2005/8/layout/hProcess11"/>
    <dgm:cxn modelId="{BB1CDC13-D4DB-2441-B22A-2299E72E9873}" type="presParOf" srcId="{4048D7C4-DA70-3046-9206-5AED69C2C774}" destId="{7E7A1109-8DEE-3B40-9478-1E40984DFE0C}" srcOrd="2" destOrd="0" presId="urn:microsoft.com/office/officeart/2005/8/layout/hProcess11"/>
    <dgm:cxn modelId="{59A05394-7FAC-594C-863F-DDD55A1788EF}" type="presParOf" srcId="{18BD39FC-9662-5C4A-8FDE-4FE738E98970}" destId="{8C02C0E3-9DF7-6848-852F-D6BB1ADBEBD8}" srcOrd="3" destOrd="0" presId="urn:microsoft.com/office/officeart/2005/8/layout/hProcess11"/>
    <dgm:cxn modelId="{D979945D-8F88-234A-9F9A-FBCC45F29EA6}" type="presParOf" srcId="{18BD39FC-9662-5C4A-8FDE-4FE738E98970}" destId="{16440AC4-36AB-4B4D-BD72-6B520AEC5574}" srcOrd="4" destOrd="0" presId="urn:microsoft.com/office/officeart/2005/8/layout/hProcess11"/>
    <dgm:cxn modelId="{4410C4B5-3C87-F844-91AB-55E31E5A58EF}" type="presParOf" srcId="{16440AC4-36AB-4B4D-BD72-6B520AEC5574}" destId="{E2D1CFD1-041E-E546-84FB-F7601F3AF64E}" srcOrd="0" destOrd="0" presId="urn:microsoft.com/office/officeart/2005/8/layout/hProcess11"/>
    <dgm:cxn modelId="{E670759E-B137-3D4D-A337-D2FB692D1682}" type="presParOf" srcId="{16440AC4-36AB-4B4D-BD72-6B520AEC5574}" destId="{7D0C3616-13C5-9F48-8E3D-AC694D294C86}" srcOrd="1" destOrd="0" presId="urn:microsoft.com/office/officeart/2005/8/layout/hProcess11"/>
    <dgm:cxn modelId="{D41BED1D-695B-244B-8AA1-95F16E23F409}" type="presParOf" srcId="{16440AC4-36AB-4B4D-BD72-6B520AEC5574}" destId="{84FEF492-DC7A-C449-BEA1-C601C897B082}" srcOrd="2" destOrd="0" presId="urn:microsoft.com/office/officeart/2005/8/layout/hProcess11"/>
    <dgm:cxn modelId="{9647C62A-0A7D-0140-A4A6-5E0B7B385E97}" type="presParOf" srcId="{18BD39FC-9662-5C4A-8FDE-4FE738E98970}" destId="{BBC88CE0-8F90-E547-84E0-8017D12F7049}" srcOrd="5" destOrd="0" presId="urn:microsoft.com/office/officeart/2005/8/layout/hProcess11"/>
    <dgm:cxn modelId="{09FBAC49-38E3-2E48-8240-080FE3C4882D}" type="presParOf" srcId="{18BD39FC-9662-5C4A-8FDE-4FE738E98970}" destId="{93F9A084-DA19-554F-9B47-F1913EF2838F}" srcOrd="6" destOrd="0" presId="urn:microsoft.com/office/officeart/2005/8/layout/hProcess11"/>
    <dgm:cxn modelId="{FD2A2035-C11C-5441-A329-B36CEFF49A7F}" type="presParOf" srcId="{93F9A084-DA19-554F-9B47-F1913EF2838F}" destId="{659D690E-EB01-4E4F-BC56-8D63AE82BD5A}" srcOrd="0" destOrd="0" presId="urn:microsoft.com/office/officeart/2005/8/layout/hProcess11"/>
    <dgm:cxn modelId="{2D18505B-A5A0-1240-B521-1C86272BB0AF}" type="presParOf" srcId="{93F9A084-DA19-554F-9B47-F1913EF2838F}" destId="{3C66475A-C7EB-544F-8861-E66E53095708}" srcOrd="1" destOrd="0" presId="urn:microsoft.com/office/officeart/2005/8/layout/hProcess11"/>
    <dgm:cxn modelId="{D29194A0-7573-3C4A-B04F-59A9F35CF76F}" type="presParOf" srcId="{93F9A084-DA19-554F-9B47-F1913EF2838F}" destId="{F605E89F-DDBF-234B-A64D-75035DD8140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DE555-2162-9E43-9570-B19450822F8D}">
      <dsp:nvSpPr>
        <dsp:cNvPr id="0" name=""/>
        <dsp:cNvSpPr/>
      </dsp:nvSpPr>
      <dsp:spPr>
        <a:xfrm>
          <a:off x="0" y="743063"/>
          <a:ext cx="8229600" cy="990751"/>
        </a:xfrm>
        <a:prstGeom prst="notchedRightArrow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F2CFA-D5DD-B946-9165-9E457A7E6B0A}">
      <dsp:nvSpPr>
        <dsp:cNvPr id="0" name=""/>
        <dsp:cNvSpPr/>
      </dsp:nvSpPr>
      <dsp:spPr>
        <a:xfrm>
          <a:off x="3706" y="0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Standardize data</a:t>
          </a:r>
          <a:endParaRPr lang="en-US" sz="1700" kern="1200" dirty="0"/>
        </a:p>
      </dsp:txBody>
      <dsp:txXfrm>
        <a:off x="3706" y="0"/>
        <a:ext cx="1782946" cy="990751"/>
      </dsp:txXfrm>
    </dsp:sp>
    <dsp:sp modelId="{019A5432-10F4-0848-8B79-65BBECCB355C}">
      <dsp:nvSpPr>
        <dsp:cNvPr id="0" name=""/>
        <dsp:cNvSpPr/>
      </dsp:nvSpPr>
      <dsp:spPr>
        <a:xfrm>
          <a:off x="771336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6A688-F817-DF46-8BAC-009AC833352D}">
      <dsp:nvSpPr>
        <dsp:cNvPr id="0" name=""/>
        <dsp:cNvSpPr/>
      </dsp:nvSpPr>
      <dsp:spPr>
        <a:xfrm>
          <a:off x="1875800" y="1486126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sp:txBody>
      <dsp:txXfrm>
        <a:off x="1875800" y="1486126"/>
        <a:ext cx="1782946" cy="990751"/>
      </dsp:txXfrm>
    </dsp:sp>
    <dsp:sp modelId="{41351E51-1D1B-C241-A099-7B04D981D11D}">
      <dsp:nvSpPr>
        <dsp:cNvPr id="0" name=""/>
        <dsp:cNvSpPr/>
      </dsp:nvSpPr>
      <dsp:spPr>
        <a:xfrm>
          <a:off x="2643429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CFD1-041E-E546-84FB-F7601F3AF64E}">
      <dsp:nvSpPr>
        <dsp:cNvPr id="0" name=""/>
        <dsp:cNvSpPr/>
      </dsp:nvSpPr>
      <dsp:spPr>
        <a:xfrm>
          <a:off x="3747893" y="0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Compute covariance matrix</a:t>
          </a:r>
          <a:endParaRPr lang="en-US" sz="1700" kern="1200" dirty="0"/>
        </a:p>
      </dsp:txBody>
      <dsp:txXfrm>
        <a:off x="3747893" y="0"/>
        <a:ext cx="1782946" cy="990751"/>
      </dsp:txXfrm>
    </dsp:sp>
    <dsp:sp modelId="{7D0C3616-13C5-9F48-8E3D-AC694D294C86}">
      <dsp:nvSpPr>
        <dsp:cNvPr id="0" name=""/>
        <dsp:cNvSpPr/>
      </dsp:nvSpPr>
      <dsp:spPr>
        <a:xfrm>
          <a:off x="4515522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D690E-EB01-4E4F-BC56-8D63AE82BD5A}">
      <dsp:nvSpPr>
        <dsp:cNvPr id="0" name=""/>
        <dsp:cNvSpPr/>
      </dsp:nvSpPr>
      <dsp:spPr>
        <a:xfrm>
          <a:off x="5619987" y="1486126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Find eigenvalues &amp; eigenvectors</a:t>
          </a:r>
          <a:endParaRPr lang="en-US" sz="1700" kern="1200"/>
        </a:p>
      </dsp:txBody>
      <dsp:txXfrm>
        <a:off x="5619987" y="1486126"/>
        <a:ext cx="1782946" cy="990751"/>
      </dsp:txXfrm>
    </dsp:sp>
    <dsp:sp modelId="{3C66475A-C7EB-544F-8861-E66E53095708}">
      <dsp:nvSpPr>
        <dsp:cNvPr id="0" name=""/>
        <dsp:cNvSpPr/>
      </dsp:nvSpPr>
      <dsp:spPr>
        <a:xfrm>
          <a:off x="6387616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DE555-2162-9E43-9570-B19450822F8D}">
      <dsp:nvSpPr>
        <dsp:cNvPr id="0" name=""/>
        <dsp:cNvSpPr/>
      </dsp:nvSpPr>
      <dsp:spPr>
        <a:xfrm>
          <a:off x="0" y="743063"/>
          <a:ext cx="8229600" cy="990751"/>
        </a:xfrm>
        <a:prstGeom prst="notchedRightArrow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F2CFA-D5DD-B946-9165-9E457A7E6B0A}">
      <dsp:nvSpPr>
        <dsp:cNvPr id="0" name=""/>
        <dsp:cNvSpPr/>
      </dsp:nvSpPr>
      <dsp:spPr>
        <a:xfrm>
          <a:off x="3706" y="0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Standardize data</a:t>
          </a:r>
          <a:endParaRPr lang="en-US" sz="1700" kern="1200" dirty="0"/>
        </a:p>
      </dsp:txBody>
      <dsp:txXfrm>
        <a:off x="3706" y="0"/>
        <a:ext cx="1782946" cy="990751"/>
      </dsp:txXfrm>
    </dsp:sp>
    <dsp:sp modelId="{019A5432-10F4-0848-8B79-65BBECCB355C}">
      <dsp:nvSpPr>
        <dsp:cNvPr id="0" name=""/>
        <dsp:cNvSpPr/>
      </dsp:nvSpPr>
      <dsp:spPr>
        <a:xfrm>
          <a:off x="771336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6A688-F817-DF46-8BAC-009AC833352D}">
      <dsp:nvSpPr>
        <dsp:cNvPr id="0" name=""/>
        <dsp:cNvSpPr/>
      </dsp:nvSpPr>
      <dsp:spPr>
        <a:xfrm>
          <a:off x="1875800" y="1486126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sp:txBody>
      <dsp:txXfrm>
        <a:off x="1875800" y="1486126"/>
        <a:ext cx="1782946" cy="990751"/>
      </dsp:txXfrm>
    </dsp:sp>
    <dsp:sp modelId="{41351E51-1D1B-C241-A099-7B04D981D11D}">
      <dsp:nvSpPr>
        <dsp:cNvPr id="0" name=""/>
        <dsp:cNvSpPr/>
      </dsp:nvSpPr>
      <dsp:spPr>
        <a:xfrm>
          <a:off x="2643429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CFD1-041E-E546-84FB-F7601F3AF64E}">
      <dsp:nvSpPr>
        <dsp:cNvPr id="0" name=""/>
        <dsp:cNvSpPr/>
      </dsp:nvSpPr>
      <dsp:spPr>
        <a:xfrm>
          <a:off x="3747893" y="0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Compute covariance matrix</a:t>
          </a:r>
          <a:endParaRPr lang="en-US" sz="1700" kern="1200" dirty="0"/>
        </a:p>
      </dsp:txBody>
      <dsp:txXfrm>
        <a:off x="3747893" y="0"/>
        <a:ext cx="1782946" cy="990751"/>
      </dsp:txXfrm>
    </dsp:sp>
    <dsp:sp modelId="{7D0C3616-13C5-9F48-8E3D-AC694D294C86}">
      <dsp:nvSpPr>
        <dsp:cNvPr id="0" name=""/>
        <dsp:cNvSpPr/>
      </dsp:nvSpPr>
      <dsp:spPr>
        <a:xfrm>
          <a:off x="4515522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D690E-EB01-4E4F-BC56-8D63AE82BD5A}">
      <dsp:nvSpPr>
        <dsp:cNvPr id="0" name=""/>
        <dsp:cNvSpPr/>
      </dsp:nvSpPr>
      <dsp:spPr>
        <a:xfrm>
          <a:off x="5619987" y="1486126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Find eigenvalues &amp; eigenvectors</a:t>
          </a:r>
          <a:endParaRPr lang="en-US" sz="1700" kern="1200"/>
        </a:p>
      </dsp:txBody>
      <dsp:txXfrm>
        <a:off x="5619987" y="1486126"/>
        <a:ext cx="1782946" cy="990751"/>
      </dsp:txXfrm>
    </dsp:sp>
    <dsp:sp modelId="{3C66475A-C7EB-544F-8861-E66E53095708}">
      <dsp:nvSpPr>
        <dsp:cNvPr id="0" name=""/>
        <dsp:cNvSpPr/>
      </dsp:nvSpPr>
      <dsp:spPr>
        <a:xfrm>
          <a:off x="6387616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DE555-2162-9E43-9570-B19450822F8D}">
      <dsp:nvSpPr>
        <dsp:cNvPr id="0" name=""/>
        <dsp:cNvSpPr/>
      </dsp:nvSpPr>
      <dsp:spPr>
        <a:xfrm>
          <a:off x="0" y="743063"/>
          <a:ext cx="8229600" cy="990751"/>
        </a:xfrm>
        <a:prstGeom prst="notchedRightArrow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F2CFA-D5DD-B946-9165-9E457A7E6B0A}">
      <dsp:nvSpPr>
        <dsp:cNvPr id="0" name=""/>
        <dsp:cNvSpPr/>
      </dsp:nvSpPr>
      <dsp:spPr>
        <a:xfrm>
          <a:off x="3706" y="0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Standardize data</a:t>
          </a:r>
          <a:endParaRPr lang="en-US" sz="1700" kern="1200" dirty="0"/>
        </a:p>
      </dsp:txBody>
      <dsp:txXfrm>
        <a:off x="3706" y="0"/>
        <a:ext cx="1782946" cy="990751"/>
      </dsp:txXfrm>
    </dsp:sp>
    <dsp:sp modelId="{019A5432-10F4-0848-8B79-65BBECCB355C}">
      <dsp:nvSpPr>
        <dsp:cNvPr id="0" name=""/>
        <dsp:cNvSpPr/>
      </dsp:nvSpPr>
      <dsp:spPr>
        <a:xfrm>
          <a:off x="771336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6A688-F817-DF46-8BAC-009AC833352D}">
      <dsp:nvSpPr>
        <dsp:cNvPr id="0" name=""/>
        <dsp:cNvSpPr/>
      </dsp:nvSpPr>
      <dsp:spPr>
        <a:xfrm>
          <a:off x="1875800" y="1486126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sp:txBody>
      <dsp:txXfrm>
        <a:off x="1875800" y="1486126"/>
        <a:ext cx="1782946" cy="990751"/>
      </dsp:txXfrm>
    </dsp:sp>
    <dsp:sp modelId="{41351E51-1D1B-C241-A099-7B04D981D11D}">
      <dsp:nvSpPr>
        <dsp:cNvPr id="0" name=""/>
        <dsp:cNvSpPr/>
      </dsp:nvSpPr>
      <dsp:spPr>
        <a:xfrm>
          <a:off x="2643429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CFD1-041E-E546-84FB-F7601F3AF64E}">
      <dsp:nvSpPr>
        <dsp:cNvPr id="0" name=""/>
        <dsp:cNvSpPr/>
      </dsp:nvSpPr>
      <dsp:spPr>
        <a:xfrm>
          <a:off x="3747893" y="0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Compute covariance matrix</a:t>
          </a:r>
          <a:endParaRPr lang="en-US" sz="1700" kern="1200" dirty="0"/>
        </a:p>
      </dsp:txBody>
      <dsp:txXfrm>
        <a:off x="3747893" y="0"/>
        <a:ext cx="1782946" cy="990751"/>
      </dsp:txXfrm>
    </dsp:sp>
    <dsp:sp modelId="{7D0C3616-13C5-9F48-8E3D-AC694D294C86}">
      <dsp:nvSpPr>
        <dsp:cNvPr id="0" name=""/>
        <dsp:cNvSpPr/>
      </dsp:nvSpPr>
      <dsp:spPr>
        <a:xfrm>
          <a:off x="4515522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D690E-EB01-4E4F-BC56-8D63AE82BD5A}">
      <dsp:nvSpPr>
        <dsp:cNvPr id="0" name=""/>
        <dsp:cNvSpPr/>
      </dsp:nvSpPr>
      <dsp:spPr>
        <a:xfrm>
          <a:off x="5619987" y="1486126"/>
          <a:ext cx="1782946" cy="9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Find eigenvalues &amp; eigenvectors</a:t>
          </a:r>
          <a:endParaRPr lang="en-US" sz="1700" kern="1200"/>
        </a:p>
      </dsp:txBody>
      <dsp:txXfrm>
        <a:off x="5619987" y="1486126"/>
        <a:ext cx="1782946" cy="990751"/>
      </dsp:txXfrm>
    </dsp:sp>
    <dsp:sp modelId="{3C66475A-C7EB-544F-8861-E66E53095708}">
      <dsp:nvSpPr>
        <dsp:cNvPr id="0" name=""/>
        <dsp:cNvSpPr/>
      </dsp:nvSpPr>
      <dsp:spPr>
        <a:xfrm>
          <a:off x="6387616" y="1114595"/>
          <a:ext cx="247687" cy="247687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DE555-2162-9E43-9570-B19450822F8D}">
      <dsp:nvSpPr>
        <dsp:cNvPr id="0" name=""/>
        <dsp:cNvSpPr/>
      </dsp:nvSpPr>
      <dsp:spPr>
        <a:xfrm>
          <a:off x="0" y="1142250"/>
          <a:ext cx="34814656" cy="1523000"/>
        </a:xfrm>
        <a:prstGeom prst="notchedRightArrow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F2CFA-D5DD-B946-9165-9E457A7E6B0A}">
      <dsp:nvSpPr>
        <dsp:cNvPr id="0" name=""/>
        <dsp:cNvSpPr/>
      </dsp:nvSpPr>
      <dsp:spPr>
        <a:xfrm>
          <a:off x="15681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Standardize data</a:t>
          </a:r>
          <a:endParaRPr lang="en-US" sz="4100" kern="1200" dirty="0"/>
        </a:p>
      </dsp:txBody>
      <dsp:txXfrm>
        <a:off x="15681" y="0"/>
        <a:ext cx="7542608" cy="1523000"/>
      </dsp:txXfrm>
    </dsp:sp>
    <dsp:sp modelId="{019A5432-10F4-0848-8B79-65BBECCB355C}">
      <dsp:nvSpPr>
        <dsp:cNvPr id="0" name=""/>
        <dsp:cNvSpPr/>
      </dsp:nvSpPr>
      <dsp:spPr>
        <a:xfrm>
          <a:off x="3596611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6A688-F817-DF46-8BAC-009AC833352D}">
      <dsp:nvSpPr>
        <dsp:cNvPr id="0" name=""/>
        <dsp:cNvSpPr/>
      </dsp:nvSpPr>
      <dsp:spPr>
        <a:xfrm>
          <a:off x="7935421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sp:txBody>
      <dsp:txXfrm>
        <a:off x="7935421" y="2284500"/>
        <a:ext cx="7542608" cy="1523000"/>
      </dsp:txXfrm>
    </dsp:sp>
    <dsp:sp modelId="{41351E51-1D1B-C241-A099-7B04D981D11D}">
      <dsp:nvSpPr>
        <dsp:cNvPr id="0" name=""/>
        <dsp:cNvSpPr/>
      </dsp:nvSpPr>
      <dsp:spPr>
        <a:xfrm>
          <a:off x="11516350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CFD1-041E-E546-84FB-F7601F3AF64E}">
      <dsp:nvSpPr>
        <dsp:cNvPr id="0" name=""/>
        <dsp:cNvSpPr/>
      </dsp:nvSpPr>
      <dsp:spPr>
        <a:xfrm>
          <a:off x="15855160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Compute covariance matrix</a:t>
          </a:r>
          <a:endParaRPr lang="en-US" sz="4100" kern="1200" dirty="0"/>
        </a:p>
      </dsp:txBody>
      <dsp:txXfrm>
        <a:off x="15855160" y="0"/>
        <a:ext cx="7542608" cy="1523000"/>
      </dsp:txXfrm>
    </dsp:sp>
    <dsp:sp modelId="{7D0C3616-13C5-9F48-8E3D-AC694D294C86}">
      <dsp:nvSpPr>
        <dsp:cNvPr id="0" name=""/>
        <dsp:cNvSpPr/>
      </dsp:nvSpPr>
      <dsp:spPr>
        <a:xfrm>
          <a:off x="1943608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D690E-EB01-4E4F-BC56-8D63AE82BD5A}">
      <dsp:nvSpPr>
        <dsp:cNvPr id="0" name=""/>
        <dsp:cNvSpPr/>
      </dsp:nvSpPr>
      <dsp:spPr>
        <a:xfrm>
          <a:off x="23774899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t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Find eigenvalues &amp; eigenvectors</a:t>
          </a:r>
          <a:endParaRPr lang="en-US" sz="4100" kern="1200"/>
        </a:p>
      </dsp:txBody>
      <dsp:txXfrm>
        <a:off x="23774899" y="2284500"/>
        <a:ext cx="7542608" cy="1523000"/>
      </dsp:txXfrm>
    </dsp:sp>
    <dsp:sp modelId="{3C66475A-C7EB-544F-8861-E66E53095708}">
      <dsp:nvSpPr>
        <dsp:cNvPr id="0" name=""/>
        <dsp:cNvSpPr/>
      </dsp:nvSpPr>
      <dsp:spPr>
        <a:xfrm>
          <a:off x="2735582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DE555-2162-9E43-9570-B19450822F8D}">
      <dsp:nvSpPr>
        <dsp:cNvPr id="0" name=""/>
        <dsp:cNvSpPr/>
      </dsp:nvSpPr>
      <dsp:spPr>
        <a:xfrm>
          <a:off x="0" y="1142250"/>
          <a:ext cx="34814656" cy="1523000"/>
        </a:xfrm>
        <a:prstGeom prst="notchedRightArrow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F2CFA-D5DD-B946-9165-9E457A7E6B0A}">
      <dsp:nvSpPr>
        <dsp:cNvPr id="0" name=""/>
        <dsp:cNvSpPr/>
      </dsp:nvSpPr>
      <dsp:spPr>
        <a:xfrm>
          <a:off x="15681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Standardize data</a:t>
          </a:r>
          <a:endParaRPr lang="en-US" sz="4100" kern="1200" dirty="0"/>
        </a:p>
      </dsp:txBody>
      <dsp:txXfrm>
        <a:off x="15681" y="0"/>
        <a:ext cx="7542608" cy="1523000"/>
      </dsp:txXfrm>
    </dsp:sp>
    <dsp:sp modelId="{019A5432-10F4-0848-8B79-65BBECCB355C}">
      <dsp:nvSpPr>
        <dsp:cNvPr id="0" name=""/>
        <dsp:cNvSpPr/>
      </dsp:nvSpPr>
      <dsp:spPr>
        <a:xfrm>
          <a:off x="3596611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6A688-F817-DF46-8BAC-009AC833352D}">
      <dsp:nvSpPr>
        <dsp:cNvPr id="0" name=""/>
        <dsp:cNvSpPr/>
      </dsp:nvSpPr>
      <dsp:spPr>
        <a:xfrm>
          <a:off x="7935421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sp:txBody>
      <dsp:txXfrm>
        <a:off x="7935421" y="2284500"/>
        <a:ext cx="7542608" cy="1523000"/>
      </dsp:txXfrm>
    </dsp:sp>
    <dsp:sp modelId="{41351E51-1D1B-C241-A099-7B04D981D11D}">
      <dsp:nvSpPr>
        <dsp:cNvPr id="0" name=""/>
        <dsp:cNvSpPr/>
      </dsp:nvSpPr>
      <dsp:spPr>
        <a:xfrm>
          <a:off x="11516350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CFD1-041E-E546-84FB-F7601F3AF64E}">
      <dsp:nvSpPr>
        <dsp:cNvPr id="0" name=""/>
        <dsp:cNvSpPr/>
      </dsp:nvSpPr>
      <dsp:spPr>
        <a:xfrm>
          <a:off x="15855160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Compute covariance matrix</a:t>
          </a:r>
          <a:endParaRPr lang="en-US" sz="4100" kern="1200" dirty="0"/>
        </a:p>
      </dsp:txBody>
      <dsp:txXfrm>
        <a:off x="15855160" y="0"/>
        <a:ext cx="7542608" cy="1523000"/>
      </dsp:txXfrm>
    </dsp:sp>
    <dsp:sp modelId="{7D0C3616-13C5-9F48-8E3D-AC694D294C86}">
      <dsp:nvSpPr>
        <dsp:cNvPr id="0" name=""/>
        <dsp:cNvSpPr/>
      </dsp:nvSpPr>
      <dsp:spPr>
        <a:xfrm>
          <a:off x="1943608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D690E-EB01-4E4F-BC56-8D63AE82BD5A}">
      <dsp:nvSpPr>
        <dsp:cNvPr id="0" name=""/>
        <dsp:cNvSpPr/>
      </dsp:nvSpPr>
      <dsp:spPr>
        <a:xfrm>
          <a:off x="23774899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t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Find eigenvalues &amp; eigenvectors</a:t>
          </a:r>
          <a:endParaRPr lang="en-US" sz="4100" kern="1200"/>
        </a:p>
      </dsp:txBody>
      <dsp:txXfrm>
        <a:off x="23774899" y="2284500"/>
        <a:ext cx="7542608" cy="1523000"/>
      </dsp:txXfrm>
    </dsp:sp>
    <dsp:sp modelId="{3C66475A-C7EB-544F-8861-E66E53095708}">
      <dsp:nvSpPr>
        <dsp:cNvPr id="0" name=""/>
        <dsp:cNvSpPr/>
      </dsp:nvSpPr>
      <dsp:spPr>
        <a:xfrm>
          <a:off x="2735582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DE555-2162-9E43-9570-B19450822F8D}">
      <dsp:nvSpPr>
        <dsp:cNvPr id="0" name=""/>
        <dsp:cNvSpPr/>
      </dsp:nvSpPr>
      <dsp:spPr>
        <a:xfrm>
          <a:off x="0" y="1142250"/>
          <a:ext cx="34814656" cy="1523000"/>
        </a:xfrm>
        <a:prstGeom prst="notchedRightArrow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F2CFA-D5DD-B946-9165-9E457A7E6B0A}">
      <dsp:nvSpPr>
        <dsp:cNvPr id="0" name=""/>
        <dsp:cNvSpPr/>
      </dsp:nvSpPr>
      <dsp:spPr>
        <a:xfrm>
          <a:off x="15681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Standardize data</a:t>
          </a:r>
          <a:endParaRPr lang="en-US" sz="4100" kern="1200" dirty="0"/>
        </a:p>
      </dsp:txBody>
      <dsp:txXfrm>
        <a:off x="15681" y="0"/>
        <a:ext cx="7542608" cy="1523000"/>
      </dsp:txXfrm>
    </dsp:sp>
    <dsp:sp modelId="{019A5432-10F4-0848-8B79-65BBECCB355C}">
      <dsp:nvSpPr>
        <dsp:cNvPr id="0" name=""/>
        <dsp:cNvSpPr/>
      </dsp:nvSpPr>
      <dsp:spPr>
        <a:xfrm>
          <a:off x="3596611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6A688-F817-DF46-8BAC-009AC833352D}">
      <dsp:nvSpPr>
        <dsp:cNvPr id="0" name=""/>
        <dsp:cNvSpPr/>
      </dsp:nvSpPr>
      <dsp:spPr>
        <a:xfrm>
          <a:off x="7935421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sp:txBody>
      <dsp:txXfrm>
        <a:off x="7935421" y="2284500"/>
        <a:ext cx="7542608" cy="1523000"/>
      </dsp:txXfrm>
    </dsp:sp>
    <dsp:sp modelId="{41351E51-1D1B-C241-A099-7B04D981D11D}">
      <dsp:nvSpPr>
        <dsp:cNvPr id="0" name=""/>
        <dsp:cNvSpPr/>
      </dsp:nvSpPr>
      <dsp:spPr>
        <a:xfrm>
          <a:off x="11516350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CFD1-041E-E546-84FB-F7601F3AF64E}">
      <dsp:nvSpPr>
        <dsp:cNvPr id="0" name=""/>
        <dsp:cNvSpPr/>
      </dsp:nvSpPr>
      <dsp:spPr>
        <a:xfrm>
          <a:off x="15855160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Compute covariance matrix</a:t>
          </a:r>
          <a:endParaRPr lang="en-US" sz="4100" kern="1200" dirty="0"/>
        </a:p>
      </dsp:txBody>
      <dsp:txXfrm>
        <a:off x="15855160" y="0"/>
        <a:ext cx="7542608" cy="1523000"/>
      </dsp:txXfrm>
    </dsp:sp>
    <dsp:sp modelId="{7D0C3616-13C5-9F48-8E3D-AC694D294C86}">
      <dsp:nvSpPr>
        <dsp:cNvPr id="0" name=""/>
        <dsp:cNvSpPr/>
      </dsp:nvSpPr>
      <dsp:spPr>
        <a:xfrm>
          <a:off x="1943608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D690E-EB01-4E4F-BC56-8D63AE82BD5A}">
      <dsp:nvSpPr>
        <dsp:cNvPr id="0" name=""/>
        <dsp:cNvSpPr/>
      </dsp:nvSpPr>
      <dsp:spPr>
        <a:xfrm>
          <a:off x="23774899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t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Find eigenvalues &amp; eigenvectors</a:t>
          </a:r>
          <a:endParaRPr lang="en-US" sz="4100" kern="1200" dirty="0"/>
        </a:p>
      </dsp:txBody>
      <dsp:txXfrm>
        <a:off x="23774899" y="2284500"/>
        <a:ext cx="7542608" cy="1523000"/>
      </dsp:txXfrm>
    </dsp:sp>
    <dsp:sp modelId="{3C66475A-C7EB-544F-8861-E66E53095708}">
      <dsp:nvSpPr>
        <dsp:cNvPr id="0" name=""/>
        <dsp:cNvSpPr/>
      </dsp:nvSpPr>
      <dsp:spPr>
        <a:xfrm>
          <a:off x="2735582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DE555-2162-9E43-9570-B19450822F8D}">
      <dsp:nvSpPr>
        <dsp:cNvPr id="0" name=""/>
        <dsp:cNvSpPr/>
      </dsp:nvSpPr>
      <dsp:spPr>
        <a:xfrm>
          <a:off x="0" y="1142250"/>
          <a:ext cx="34814656" cy="1523000"/>
        </a:xfrm>
        <a:prstGeom prst="notchedRightArrow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F2CFA-D5DD-B946-9165-9E457A7E6B0A}">
      <dsp:nvSpPr>
        <dsp:cNvPr id="0" name=""/>
        <dsp:cNvSpPr/>
      </dsp:nvSpPr>
      <dsp:spPr>
        <a:xfrm>
          <a:off x="15681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Standardize data</a:t>
          </a:r>
          <a:endParaRPr lang="en-US" sz="4100" kern="1200" dirty="0"/>
        </a:p>
      </dsp:txBody>
      <dsp:txXfrm>
        <a:off x="15681" y="0"/>
        <a:ext cx="7542608" cy="1523000"/>
      </dsp:txXfrm>
    </dsp:sp>
    <dsp:sp modelId="{019A5432-10F4-0848-8B79-65BBECCB355C}">
      <dsp:nvSpPr>
        <dsp:cNvPr id="0" name=""/>
        <dsp:cNvSpPr/>
      </dsp:nvSpPr>
      <dsp:spPr>
        <a:xfrm>
          <a:off x="3596611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6A688-F817-DF46-8BAC-009AC833352D}">
      <dsp:nvSpPr>
        <dsp:cNvPr id="0" name=""/>
        <dsp:cNvSpPr/>
      </dsp:nvSpPr>
      <dsp:spPr>
        <a:xfrm>
          <a:off x="7935421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sp:txBody>
      <dsp:txXfrm>
        <a:off x="7935421" y="2284500"/>
        <a:ext cx="7542608" cy="1523000"/>
      </dsp:txXfrm>
    </dsp:sp>
    <dsp:sp modelId="{41351E51-1D1B-C241-A099-7B04D981D11D}">
      <dsp:nvSpPr>
        <dsp:cNvPr id="0" name=""/>
        <dsp:cNvSpPr/>
      </dsp:nvSpPr>
      <dsp:spPr>
        <a:xfrm>
          <a:off x="11516350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CFD1-041E-E546-84FB-F7601F3AF64E}">
      <dsp:nvSpPr>
        <dsp:cNvPr id="0" name=""/>
        <dsp:cNvSpPr/>
      </dsp:nvSpPr>
      <dsp:spPr>
        <a:xfrm>
          <a:off x="15855160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Compute covariance matrix</a:t>
          </a:r>
          <a:endParaRPr lang="en-US" sz="4100" kern="1200" dirty="0"/>
        </a:p>
      </dsp:txBody>
      <dsp:txXfrm>
        <a:off x="15855160" y="0"/>
        <a:ext cx="7542608" cy="1523000"/>
      </dsp:txXfrm>
    </dsp:sp>
    <dsp:sp modelId="{7D0C3616-13C5-9F48-8E3D-AC694D294C86}">
      <dsp:nvSpPr>
        <dsp:cNvPr id="0" name=""/>
        <dsp:cNvSpPr/>
      </dsp:nvSpPr>
      <dsp:spPr>
        <a:xfrm>
          <a:off x="1943608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D690E-EB01-4E4F-BC56-8D63AE82BD5A}">
      <dsp:nvSpPr>
        <dsp:cNvPr id="0" name=""/>
        <dsp:cNvSpPr/>
      </dsp:nvSpPr>
      <dsp:spPr>
        <a:xfrm>
          <a:off x="23774899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t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Find eigenvalues &amp; eigenvectors</a:t>
          </a:r>
          <a:endParaRPr lang="en-US" sz="4100" kern="1200"/>
        </a:p>
      </dsp:txBody>
      <dsp:txXfrm>
        <a:off x="23774899" y="2284500"/>
        <a:ext cx="7542608" cy="1523000"/>
      </dsp:txXfrm>
    </dsp:sp>
    <dsp:sp modelId="{3C66475A-C7EB-544F-8861-E66E53095708}">
      <dsp:nvSpPr>
        <dsp:cNvPr id="0" name=""/>
        <dsp:cNvSpPr/>
      </dsp:nvSpPr>
      <dsp:spPr>
        <a:xfrm>
          <a:off x="2735582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DE555-2162-9E43-9570-B19450822F8D}">
      <dsp:nvSpPr>
        <dsp:cNvPr id="0" name=""/>
        <dsp:cNvSpPr/>
      </dsp:nvSpPr>
      <dsp:spPr>
        <a:xfrm>
          <a:off x="0" y="1142250"/>
          <a:ext cx="34814656" cy="1523000"/>
        </a:xfrm>
        <a:prstGeom prst="notchedRightArrow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F2CFA-D5DD-B946-9165-9E457A7E6B0A}">
      <dsp:nvSpPr>
        <dsp:cNvPr id="0" name=""/>
        <dsp:cNvSpPr/>
      </dsp:nvSpPr>
      <dsp:spPr>
        <a:xfrm>
          <a:off x="15681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Standardize data</a:t>
          </a:r>
          <a:endParaRPr lang="en-US" sz="4100" kern="1200" dirty="0"/>
        </a:p>
      </dsp:txBody>
      <dsp:txXfrm>
        <a:off x="15681" y="0"/>
        <a:ext cx="7542608" cy="1523000"/>
      </dsp:txXfrm>
    </dsp:sp>
    <dsp:sp modelId="{019A5432-10F4-0848-8B79-65BBECCB355C}">
      <dsp:nvSpPr>
        <dsp:cNvPr id="0" name=""/>
        <dsp:cNvSpPr/>
      </dsp:nvSpPr>
      <dsp:spPr>
        <a:xfrm>
          <a:off x="3596611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6A688-F817-DF46-8BAC-009AC833352D}">
      <dsp:nvSpPr>
        <dsp:cNvPr id="0" name=""/>
        <dsp:cNvSpPr/>
      </dsp:nvSpPr>
      <dsp:spPr>
        <a:xfrm>
          <a:off x="7935421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sp:txBody>
      <dsp:txXfrm>
        <a:off x="7935421" y="2284500"/>
        <a:ext cx="7542608" cy="1523000"/>
      </dsp:txXfrm>
    </dsp:sp>
    <dsp:sp modelId="{41351E51-1D1B-C241-A099-7B04D981D11D}">
      <dsp:nvSpPr>
        <dsp:cNvPr id="0" name=""/>
        <dsp:cNvSpPr/>
      </dsp:nvSpPr>
      <dsp:spPr>
        <a:xfrm>
          <a:off x="11516350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CFD1-041E-E546-84FB-F7601F3AF64E}">
      <dsp:nvSpPr>
        <dsp:cNvPr id="0" name=""/>
        <dsp:cNvSpPr/>
      </dsp:nvSpPr>
      <dsp:spPr>
        <a:xfrm>
          <a:off x="15855160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Compute covariance matrix</a:t>
          </a:r>
          <a:endParaRPr lang="en-US" sz="4100" kern="1200" dirty="0"/>
        </a:p>
      </dsp:txBody>
      <dsp:txXfrm>
        <a:off x="15855160" y="0"/>
        <a:ext cx="7542608" cy="1523000"/>
      </dsp:txXfrm>
    </dsp:sp>
    <dsp:sp modelId="{7D0C3616-13C5-9F48-8E3D-AC694D294C86}">
      <dsp:nvSpPr>
        <dsp:cNvPr id="0" name=""/>
        <dsp:cNvSpPr/>
      </dsp:nvSpPr>
      <dsp:spPr>
        <a:xfrm>
          <a:off x="1943608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D690E-EB01-4E4F-BC56-8D63AE82BD5A}">
      <dsp:nvSpPr>
        <dsp:cNvPr id="0" name=""/>
        <dsp:cNvSpPr/>
      </dsp:nvSpPr>
      <dsp:spPr>
        <a:xfrm>
          <a:off x="23774899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t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Find eigenvalues &amp; eigenvectors</a:t>
          </a:r>
          <a:endParaRPr lang="en-US" sz="4100" kern="1200" dirty="0"/>
        </a:p>
      </dsp:txBody>
      <dsp:txXfrm>
        <a:off x="23774899" y="2284500"/>
        <a:ext cx="7542608" cy="1523000"/>
      </dsp:txXfrm>
    </dsp:sp>
    <dsp:sp modelId="{3C66475A-C7EB-544F-8861-E66E53095708}">
      <dsp:nvSpPr>
        <dsp:cNvPr id="0" name=""/>
        <dsp:cNvSpPr/>
      </dsp:nvSpPr>
      <dsp:spPr>
        <a:xfrm>
          <a:off x="2735582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DE555-2162-9E43-9570-B19450822F8D}">
      <dsp:nvSpPr>
        <dsp:cNvPr id="0" name=""/>
        <dsp:cNvSpPr/>
      </dsp:nvSpPr>
      <dsp:spPr>
        <a:xfrm>
          <a:off x="0" y="1142250"/>
          <a:ext cx="34814656" cy="1523000"/>
        </a:xfrm>
        <a:prstGeom prst="notchedRightArrow">
          <a:avLst/>
        </a:prstGeom>
        <a:solidFill>
          <a:schemeClr val="tx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F2CFA-D5DD-B946-9165-9E457A7E6B0A}">
      <dsp:nvSpPr>
        <dsp:cNvPr id="0" name=""/>
        <dsp:cNvSpPr/>
      </dsp:nvSpPr>
      <dsp:spPr>
        <a:xfrm>
          <a:off x="15681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Standardize data</a:t>
          </a:r>
          <a:endParaRPr lang="en-US" sz="4100" kern="1200" dirty="0"/>
        </a:p>
      </dsp:txBody>
      <dsp:txXfrm>
        <a:off x="15681" y="0"/>
        <a:ext cx="7542608" cy="1523000"/>
      </dsp:txXfrm>
    </dsp:sp>
    <dsp:sp modelId="{019A5432-10F4-0848-8B79-65BBECCB355C}">
      <dsp:nvSpPr>
        <dsp:cNvPr id="0" name=""/>
        <dsp:cNvSpPr/>
      </dsp:nvSpPr>
      <dsp:spPr>
        <a:xfrm>
          <a:off x="3596611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6A688-F817-DF46-8BAC-009AC833352D}">
      <dsp:nvSpPr>
        <dsp:cNvPr id="0" name=""/>
        <dsp:cNvSpPr/>
      </dsp:nvSpPr>
      <dsp:spPr>
        <a:xfrm>
          <a:off x="7935421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Center the data</a:t>
          </a:r>
        </a:p>
      </dsp:txBody>
      <dsp:txXfrm>
        <a:off x="7935421" y="2284500"/>
        <a:ext cx="7542608" cy="1523000"/>
      </dsp:txXfrm>
    </dsp:sp>
    <dsp:sp modelId="{41351E51-1D1B-C241-A099-7B04D981D11D}">
      <dsp:nvSpPr>
        <dsp:cNvPr id="0" name=""/>
        <dsp:cNvSpPr/>
      </dsp:nvSpPr>
      <dsp:spPr>
        <a:xfrm>
          <a:off x="11516350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1CFD1-041E-E546-84FB-F7601F3AF64E}">
      <dsp:nvSpPr>
        <dsp:cNvPr id="0" name=""/>
        <dsp:cNvSpPr/>
      </dsp:nvSpPr>
      <dsp:spPr>
        <a:xfrm>
          <a:off x="15855160" y="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b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 dirty="0"/>
            <a:t>Compute covariance matrix</a:t>
          </a:r>
          <a:endParaRPr lang="en-US" sz="4100" kern="1200" dirty="0"/>
        </a:p>
      </dsp:txBody>
      <dsp:txXfrm>
        <a:off x="15855160" y="0"/>
        <a:ext cx="7542608" cy="1523000"/>
      </dsp:txXfrm>
    </dsp:sp>
    <dsp:sp modelId="{7D0C3616-13C5-9F48-8E3D-AC694D294C86}">
      <dsp:nvSpPr>
        <dsp:cNvPr id="0" name=""/>
        <dsp:cNvSpPr/>
      </dsp:nvSpPr>
      <dsp:spPr>
        <a:xfrm>
          <a:off x="1943608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D690E-EB01-4E4F-BC56-8D63AE82BD5A}">
      <dsp:nvSpPr>
        <dsp:cNvPr id="0" name=""/>
        <dsp:cNvSpPr/>
      </dsp:nvSpPr>
      <dsp:spPr>
        <a:xfrm>
          <a:off x="23774899" y="2284500"/>
          <a:ext cx="7542608" cy="152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91592" rIns="291592" bIns="291592" numCol="1" spcCol="1270" anchor="t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kern="1200"/>
            <a:t>Find eigenvalues &amp; eigenvectors</a:t>
          </a:r>
          <a:endParaRPr lang="en-US" sz="4100" kern="1200"/>
        </a:p>
      </dsp:txBody>
      <dsp:txXfrm>
        <a:off x="23774899" y="2284500"/>
        <a:ext cx="7542608" cy="1523000"/>
      </dsp:txXfrm>
    </dsp:sp>
    <dsp:sp modelId="{3C66475A-C7EB-544F-8861-E66E53095708}">
      <dsp:nvSpPr>
        <dsp:cNvPr id="0" name=""/>
        <dsp:cNvSpPr/>
      </dsp:nvSpPr>
      <dsp:spPr>
        <a:xfrm>
          <a:off x="27355829" y="1713375"/>
          <a:ext cx="380750" cy="380750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06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D8D7B-6F16-AE84-59D8-D4E7647A0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C7A10-00DA-CF70-04B6-797F16338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F2640-FBAA-C984-F18B-AC9F4E5AF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225DF-2DDF-9C87-D27F-EF5A1F6E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65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1228-073C-C33A-734B-DC7DD04EE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88CB3-A93A-FD6C-767D-F4625489E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1F902-5633-6536-C0E2-E88D9A22D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0EEAC-2521-DFE2-6A64-B5D902DF9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14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DDF0-DD6E-4B88-8323-80310A81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0A59F-1C9C-3354-C335-9A103156C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ACC28-1299-5527-5191-814B77244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20E73-43EC-8519-DBD8-1082A8133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07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4A5C8-054B-4753-B945-299AD89D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8A588-24F9-471D-E552-2B09D2A39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2BA0D-75E3-8610-869A-D27D08565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86CE2-FF1E-5C7E-C018-9C4024B5B0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27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884FF-ECFF-4913-7ED5-0E492372A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E0BF9-CEBB-6DDB-EE3A-595498AEF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7BAE0-859C-B5C6-2E54-899E67394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DE065-1ABF-6C9C-AC5B-9CED3B870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34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DFBE2-D8C8-8CC4-DC61-6397211E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2D0A8-83BD-38D1-9FD5-79A1937B6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203AC-1F74-070B-A9A2-BEDD75E70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CA816-F708-E3C9-14ED-9FEC79195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20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D71BE-F094-6560-28A4-A9ED3273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43ECF-9AD4-A958-EFBD-2DC74396D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9486F-89F1-9EF6-F756-44204A447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D0C67-205F-E238-6CB4-7FB357F9B3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11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986C5-3236-EF5B-3E73-DF5E3F90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095EA-8997-073D-2C3C-F9589B684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C2708-C3A7-4C04-5E79-9DA9A85B1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33D54-72F8-F64E-64DB-02C7AEC45D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06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3E17B-01C3-EA52-D729-E96E9E1D7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BB8C1-4FC2-B331-70E3-DAB059073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7F8BF-26C0-41A6-A550-FEA74E192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068EC-BDE4-1229-61E1-FBD897AE8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34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F5EF-061B-60BA-751E-1321A1F4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0F4F3-B7DE-AC6D-999B-8E1A9927A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F07E7-B4C3-6426-959B-5EBA361D0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8C0CE-AA3E-11E4-CB46-761212DCF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06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E1DA-0246-2CAB-12D0-D0D40C34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95EF8-7C8B-C342-C5AC-C3D5A814A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51618-4286-16D8-8835-0E78C0423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B7B74-E183-3C13-C492-E6EFF95F7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75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B242-FAF3-59D1-34FC-BA01037D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97ABF-182A-F063-4320-4430D5852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5C507-D035-AE73-4863-C1F40103E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87A91-4216-2CCC-EF00-EBD919944C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0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8CA3-4E04-2DB6-8888-DA62633FF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1B674-CA84-5531-CA1B-795E6FBDB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CF4C4-FFB2-CA4F-446C-9EC3CA2DE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D994E-5FC9-E267-72FF-9DD15B1605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715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D30A9-9113-515B-1D29-3C0FFA004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11FFD-18DF-19BF-8AD6-ED0277D68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CC1B0-5923-95D3-75F0-17CFEB42D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CED3E-6564-9C5E-C9C7-0E77D5812E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1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CCA5-8843-4A26-2B44-D380D81D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D3097-F346-0F0C-1052-07023B4E4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04C27-34BE-4B8A-AB42-8B4E4B089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E964A-C10E-7BD9-0B0A-BAE7FBFA8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411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532C7-7213-BD86-B79D-4589268BE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F52FA-FD7C-A393-5790-4B5876D0B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8DB4F-432C-DFD2-9C3C-42ADB06C0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74CB5-795D-7309-FD65-20FF34E85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920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37CA7-9DD6-5B29-BC90-69C4CD85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ACBD6-9AAD-F323-002D-61E68FA9B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E1EA4-A3EF-98AD-A99E-73E6A689B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3D44A-D88C-3BF8-5659-69843DBF8C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280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9BB1E-C055-29C2-7C63-CD6028CC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D01E3-1961-7BB1-177A-7408BC28B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8C122-5EDA-C374-1DEB-40ED2E43A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6685E-4E42-8AF8-DE87-4C0D20887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233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493A-23ED-A561-7F8C-7B02B36A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8F5F5-DE01-13CB-B5BB-0F244818A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CE0A9-2907-D3ED-0A67-2396F8171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5A9B9-A429-1B34-334F-A545FBA7B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460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5E0E4-617D-6BC9-E762-D1DEE8C4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8BB8A-C8A1-49BA-E04E-4C1CF2A76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8C35-84EF-1767-67F7-C2EB3C457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7DABB-E273-70BD-9814-DA0EF2C16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456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88B96-F3E2-66E0-BA65-2C13AC2D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F9C9D-85A4-CD20-872A-E0FDFBC53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E2705-39EA-ADEB-3218-1C628ECA2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2C65F-6D5F-238A-AAB7-B15D23DB6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7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9DD8-F7BA-F702-A8DB-F10A27D56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34216-A32D-73D3-BC13-7308C7143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0EC57-4800-39AB-069F-44D9D7D2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FC79B-316E-31B7-3F86-0E8F5F4E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00CB7-BE1A-548C-E3DA-DC5802CE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05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90B7-0544-7F19-8864-64A30B65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F5B2C-45EC-71A3-443A-196AA9D60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0C0C5-1571-1B49-FEF9-F689CECD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7EE6C-E815-2F57-75EB-7C7822EC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81F2C-C34D-6AB2-E9C2-3E89C483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0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9FAF-098A-CA88-7131-D6FC30041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5C1D7-7A99-A7EA-0B0C-7BAF1A4D0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BF197-4044-06D8-DCDE-E9A15E0E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A36F3-4D9E-8E9B-E6D9-CF6E1691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9B3DE-6226-4DFA-F4C3-5AFAF0BA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4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53A0-077B-EF7B-39FE-B9355CCB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44692-B725-35F9-7179-B9835CF0C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FD9AD-153F-7808-93A8-DF15069C5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02733-1C7E-56C0-1F85-9CAE6E74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E8578-C4B9-53D5-4E23-36446932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1549F-2EF0-4E16-848B-E6AF0DC6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2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FE7A-4213-402A-F065-DC50D88AD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F9B40-1AE1-39F5-D872-314BD9350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078F2-974F-A681-A7F8-8F57BF072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BF3C7-7417-D79C-7FD3-5EEB01B0F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9B8AA-8138-09E9-7112-3E80562E9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415F0-1290-4CB4-2DB5-6484D8E53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9FDCC-6EB1-1CFE-2840-39BB7BDBC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DC81B1-D67D-7C2C-8521-34A21BA7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1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E51F-078F-BC01-294D-CD58B5CE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9A524-6FE1-500A-3F34-6ABD5F56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E1B5E-A491-6810-72EB-C793AE83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7AD6E-3184-E13D-D663-19D054B3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9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4166E-ED1E-60C1-A63D-3030865CD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ACA77-6FBA-BDD1-F3FA-F038FF0D6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1DAB7-D08A-2C55-8B57-736596CA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9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8703-A037-56E3-126E-529592BB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39A2F-2E33-150E-2D99-C159BBF74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7202D-6FD9-DBEF-DECD-5D9C55C6C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0A016-B67C-60B5-ACAF-71FC067C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9FFA7-5162-D736-6CAD-F3DC490D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D99F3-4C9A-CC6D-8A87-BC8FEDD9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8270-69A7-6E02-961C-ECFC169A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EFDAA6-5FA4-4C0E-4161-EA1DAB62B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E6E33-F8F9-8F2F-F2DD-C27465F0F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5135F-1ADE-1073-12E4-A596152E7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EEA4F-A6EA-8151-F20A-F8C7DD09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4735F-C3EA-544A-819E-481D573D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0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F273-09B3-474A-8715-8063B6FE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3079C-76F2-B10C-57E7-F9A63300E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17102-FA54-3D14-55F9-D7B1D7E1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C9208-D523-3F6D-731D-C78B5C78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804D-9B1E-2487-482A-020010457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6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A5F409-E408-6BEA-0EFB-5E1C60966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23674-153C-06E2-5847-CA96974CB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B1F59-489B-ADF0-B14F-1A437548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C992D-2185-BCE2-6834-1D4A19BF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ED60D-A769-B772-E631-A21207C5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87A7-33F0-CD47-A576-51E09A5B8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7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80B792-3400-49F7-96D4-8E0457FBC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A0EC3-F81C-EE8F-3048-7990671A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0D26B-834A-53C2-503C-8CD81D2E1E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EC487-FD73-3A42-94F9-3DBB748A0AA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6E3FF-39FD-E87B-1E27-A0041590E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82675-E11C-42BE-A270-943494145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9" name="Text 69">
            <a:extLst>
              <a:ext uri="{FF2B5EF4-FFF2-40B4-BE49-F238E27FC236}">
                <a16:creationId xmlns:a16="http://schemas.microsoft.com/office/drawing/2014/main" id="{1C6E34C7-D03A-CAA5-7777-631CFB23D512}"/>
              </a:ext>
            </a:extLst>
          </p:cNvPr>
          <p:cNvSpPr/>
          <p:nvPr userDrawn="1"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fld id="{024787A7-33F0-CD47-A576-51E09A5B8A49}" type="slidenum">
              <a:rPr lang="en-US" sz="1000" smtClean="0"/>
              <a:pPr marL="0" indent="0" algn="r">
                <a:buNone/>
              </a:pPr>
              <a:t>‹#›</a:t>
            </a:fld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3414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NULL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10" Type="http://schemas.openxmlformats.org/officeDocument/2006/relationships/image" Target="../media/image15.png"/><Relationship Id="rId4" Type="http://schemas.openxmlformats.org/officeDocument/2006/relationships/diagramData" Target="../diagrams/data9.xml"/><Relationship Id="rId9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752844" y="749808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48640" y="11430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87552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486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Presentation</a:t>
            </a:r>
            <a:endParaRPr lang="en-US" sz="6000" dirty="0"/>
          </a:p>
        </p:txBody>
      </p:sp>
      <p:sp>
        <p:nvSpPr>
          <p:cNvPr id="67" name="Shape 65"/>
          <p:cNvSpPr/>
          <p:nvPr/>
        </p:nvSpPr>
        <p:spPr>
          <a:xfrm>
            <a:off x="548640" y="297180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48640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BY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97364" y="33832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Shaddad  ·  19003873</a:t>
            </a:r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Mohab Nassar  ·  19003767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Saad  ·  19009338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Hamza Ali  ·  19008496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572000" y="33832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Lana Hatem  ·  13004852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Siraj Kandil  ·  16009213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Raouf  ·  700284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 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FF74E-8502-E14B-A8B9-F6E8C5C6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D9774A-BAA7-F70C-370A-8A215EEDF236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0FBB3C-F916-A1AF-CB06-0F72C3C30F2E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DF9DA53-E8A7-ECB6-8C69-5EF543ADA7DE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FB09C1-4A57-6D46-F99B-F7B1857291F5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188CA0-7D13-7E4F-DD1D-6AAFFBA7ED7E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0DE75F-A072-C9AD-6BFB-1251E0527734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549F23B-081E-A90F-6A40-DD5C506FC625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4A042B2-7E76-7C61-530B-04A6753F6256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9BCCB3B-1325-0825-1819-A333D85BD341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F93C5B6-1952-D422-B9BA-99497A376A16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84F97C5-E88C-3C31-3031-61E162E1B21A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93B743D-D7CE-89EE-F4C8-7A5067680BDD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8E2C91E-1BBD-9A22-38A0-FEAAA9D08551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C343379-21D1-EC14-A0E0-7ABBB0116EAE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53ED3F5-7F9C-84A3-A638-F9AD6C8737B4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3439C65-2D28-8650-62B4-959CE546E7BA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D6CE69B-4CD8-613A-92B2-02F730EF2F69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9DEBEE2-868D-8D9F-8C03-E25450F4A4A4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DD1073E-F9FF-CF91-746C-648411E1A5B8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63BFFBB-CEEB-E31A-B411-251F0680B3A0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83124B5-9D5C-3DBD-809A-D701506A04E8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66CC10F-072F-A84A-7D87-492BD222B9A9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BE800C3-08C9-FD1E-D5FD-180DCCC3EC0C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D4D5A44-C960-1678-76ED-5CD43F4531C8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AEB9629-EA1F-2E0E-509D-9762C4E71CA3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64BCAD9-18FD-9849-4BDD-D750F2AFE73F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3547292-BA44-1713-E1D3-21ED49C8658A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1EAA920-FE76-CF2B-E58A-DA7960829720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B53ED91-98AE-0428-6B66-D9F4DA1A198B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005636C-B371-14DA-E3EB-0D9D385CD5C3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AC5C462-79D9-40B6-38BF-6467E81598EF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D532866-2F6B-5FAB-FC0E-AAB179BF6F22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0D76266-2412-5CED-8F1E-33AAD9650159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2B6CFBB-AF70-26ED-4C3D-CCCA46BA56E7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8A27A09-3853-B2F8-B829-9E8BEDEBB835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3BE94FB-B195-E1E7-45DD-1A430DADEF43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9ED1372-0226-59B3-A2BD-7E21DF7E92FA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864A04EC-A0F5-3F7A-EFFE-AB13781D6BF7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EC7B44E-EEF6-50B8-8CF6-33CEDAF89070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9D50FD2-6C7A-A563-2FC9-283D8BEA8CF5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F913278-2B1C-AEB6-4835-74085FCD06C1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4174705-4063-6890-E4E9-17D55048F4A1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40665F5-AAA0-C787-D411-289AC96491B4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2A5BA46-2ADC-12CC-E5ED-0CE3B5265D65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F0C6F336-00D4-2CCB-9747-BD64B1B4E3BC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80EC7D2-4FD6-5CF8-3C60-91DAA7EDDCDE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1F101F04-D48D-6EB3-932B-8AD187B32C4E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96725BB-DBC1-8829-C54E-D362499A4969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0AD2574F-7AA9-D89F-3F75-F3F87129B920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DFF0FB00-22CD-8123-384C-79C86DD611BB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F59D72E-1F1D-0528-8076-3FE72D3E6A17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8B5EA62-F5BA-2CCB-C4E8-99E9364FA176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E40CAC1-7AD7-AC6D-7FC9-56DA4FEEE161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A017BB03-6B13-14A7-B2DF-549C3C429A1B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A435EAC-727B-ECDE-F5FA-9E442CDD015A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2AC84F1D-F5F2-EBF9-3666-28624A6D075B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A03F7CDD-F1DE-54BC-D6F2-B6025F86B954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EE63189F-AD4A-D10B-45C7-D014C513BDBA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B39B9D7E-ACB3-C716-24DD-4BAD1DF738E4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E32058A9-56E6-7DBA-7ACE-2CDFA3866CF2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D29D2CBD-5171-AE65-B220-2B359D389BD0}"/>
              </a:ext>
            </a:extLst>
          </p:cNvPr>
          <p:cNvSpPr/>
          <p:nvPr/>
        </p:nvSpPr>
        <p:spPr>
          <a:xfrm>
            <a:off x="6954012" y="75438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496AE0AD-F14D-9BC2-3A1C-49A12CCFBCC9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409123E4-D62E-0765-ED26-CC70BD347605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9C37F75-83D4-2C26-8F9A-C4A80AADA192}"/>
              </a:ext>
            </a:extLst>
          </p:cNvPr>
          <p:cNvSpPr/>
          <p:nvPr/>
        </p:nvSpPr>
        <p:spPr>
          <a:xfrm>
            <a:off x="548640" y="2296655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6000" dirty="0"/>
          </a:p>
          <a:p>
            <a:endParaRPr lang="en-US" sz="60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8D5DDF8E-E24A-4972-CDC5-16E554106661}"/>
              </a:ext>
            </a:extLst>
          </p:cNvPr>
          <p:cNvSpPr/>
          <p:nvPr/>
        </p:nvSpPr>
        <p:spPr>
          <a:xfrm>
            <a:off x="548640" y="3938617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E221866C-1C13-C8E0-A0BF-88E03679A529}"/>
              </a:ext>
            </a:extLst>
          </p:cNvPr>
          <p:cNvSpPr/>
          <p:nvPr/>
        </p:nvSpPr>
        <p:spPr>
          <a:xfrm>
            <a:off x="548639" y="4075777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Implementation</a:t>
            </a:r>
            <a:endParaRPr lang="en-US" sz="10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EF6FDFA7-77C5-C06B-DAD6-405D3174DBBA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12</a:t>
            </a:r>
            <a:endParaRPr lang="en-US" sz="1000" dirty="0"/>
          </a:p>
        </p:txBody>
      </p:sp>
      <p:pic>
        <p:nvPicPr>
          <p:cNvPr id="65" name="Picture 6">
            <a:extLst>
              <a:ext uri="{FF2B5EF4-FFF2-40B4-BE49-F238E27FC236}">
                <a16:creationId xmlns:a16="http://schemas.microsoft.com/office/drawing/2014/main" id="{2647DA21-D9A0-2753-7911-89469EAFD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815" y="5383158"/>
            <a:ext cx="1058209" cy="105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8" descr="Google Gemini Icon SVG Vector &amp; PNG Free Download | UXWing">
            <a:extLst>
              <a:ext uri="{FF2B5EF4-FFF2-40B4-BE49-F238E27FC236}">
                <a16:creationId xmlns:a16="http://schemas.microsoft.com/office/drawing/2014/main" id="{1074CF23-C6B1-3006-F96B-F36505F6C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7695">
            <a:off x="9661787" y="-11551"/>
            <a:ext cx="1340816" cy="134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12" descr="Free Cursor logo PNG and vector files (svg, ai) - Brandlogos.net">
            <a:extLst>
              <a:ext uri="{FF2B5EF4-FFF2-40B4-BE49-F238E27FC236}">
                <a16:creationId xmlns:a16="http://schemas.microsoft.com/office/drawing/2014/main" id="{5BF745D2-978C-36E5-3DE0-879080B29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06446">
            <a:off x="9783167" y="2170755"/>
            <a:ext cx="1098057" cy="109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OpenAI, ChatGPT Logo Icon 22227364 PNG">
            <a:extLst>
              <a:ext uri="{FF2B5EF4-FFF2-40B4-BE49-F238E27FC236}">
                <a16:creationId xmlns:a16="http://schemas.microsoft.com/office/drawing/2014/main" id="{12FA3C7D-6D4E-DF62-92E5-6D2997674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650" y="5143500"/>
            <a:ext cx="950830" cy="95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14" descr="Perplexity Ai Icon SVG Vector &amp; PNG Free Download | UXWing">
            <a:extLst>
              <a:ext uri="{FF2B5EF4-FFF2-40B4-BE49-F238E27FC236}">
                <a16:creationId xmlns:a16="http://schemas.microsoft.com/office/drawing/2014/main" id="{0CE836A6-D2BD-C50E-A65F-0E4EDD761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592" y="3938617"/>
            <a:ext cx="830395" cy="83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10" descr="Microsoft Copilot Icon | Dashboard Icons">
            <a:extLst>
              <a:ext uri="{FF2B5EF4-FFF2-40B4-BE49-F238E27FC236}">
                <a16:creationId xmlns:a16="http://schemas.microsoft.com/office/drawing/2014/main" id="{6C1BA629-02A0-082A-DE0C-A0D53CC8C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662" y="5786878"/>
            <a:ext cx="937981" cy="852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4" descr="DeepSeek Free SVG, PNG, and vector d... · LobeHub">
            <a:extLst>
              <a:ext uri="{FF2B5EF4-FFF2-40B4-BE49-F238E27FC236}">
                <a16:creationId xmlns:a16="http://schemas.microsoft.com/office/drawing/2014/main" id="{7102A76C-AC83-34EA-FC97-074179155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535" y="5498032"/>
            <a:ext cx="1153741" cy="1153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106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C72B3-43BC-36FF-0B98-9710E898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2D5ADE08-EC5D-2ABE-4431-F148E7075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546" y="2657713"/>
            <a:ext cx="1058209" cy="105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oogle Gemini Icon SVG Vector &amp; PNG Free Download | UXWing">
            <a:extLst>
              <a:ext uri="{FF2B5EF4-FFF2-40B4-BE49-F238E27FC236}">
                <a16:creationId xmlns:a16="http://schemas.microsoft.com/office/drawing/2014/main" id="{87593613-3E9B-EB2D-1A76-E3E400A13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7695">
            <a:off x="6821451" y="2158464"/>
            <a:ext cx="1340816" cy="134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255DBF5-50CE-BB52-DD23-42E6E1EAF145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08AC0C-1F5F-D7FA-9FDC-B619F392D8F2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4A9B6F3-9D75-21D7-4129-46757C0DB330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2E14B3-AA01-569C-3310-1716C09F8D8C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AAB9EE-8F1D-1FBA-8A71-195AA8D7DD91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A2E9059-E0D5-D3DD-0955-C994632D5FB9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82F80E-94E6-8697-5606-A15EF9292E2B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1C14D63-DD01-EB88-41DC-47D2FC5D7FFA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788C1FD-EC72-F9D8-0B0E-BCED3D40C57A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3C5E7CB-4FB2-7C54-B076-1888406610B2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9938AF1-1CCF-13D7-8117-1394EB965C4F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E9CBAB-41A0-2538-36EC-8B06AE07DB53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DFB7DAC-0783-9A58-DF07-BB6D0494BD80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FCDFF84-2C8E-A3DF-434D-4E101575CED0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DACBABD-81AB-35DE-B21C-F9403F796112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D013C1B-A444-1442-B54A-EA713B009105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F573307-03C4-6385-775F-174CC34C6F94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2CC1225-771F-538C-4007-07D235DBFBE2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6D17497-BCAC-7B3D-1555-89E1B902B028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B1CA21E-AB1B-D9EA-82F2-7B49CE21DEEC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563C2C0-F3D8-379F-DE6C-7A9DBF6D70D1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9E67036-A510-D94F-8C3D-DC8067E0CB78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050ACF7-0319-3E7E-6FEB-D36DC6658621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17E3040-1DA6-CDBB-4512-2F72AF9D97D1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5DC5FCC-6957-EC25-23DB-ED4C0FAFA66A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59249DD-8540-EDAB-56E9-448DE258DEDE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F7F38D2-ABB6-FFAD-B48A-822909844B17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0A66AA3-23C0-4D4E-C243-1B7A14ACFDA5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0C4257D-33EE-9AA7-24A7-4E17A795DED1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67116FA-7AF0-4848-645B-F4622AB2E41D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3B92C9B-F352-F8B2-0E4C-12C1EDCE78A4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924CFAD-3630-3B0A-DDE1-578333489C3F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B8B966D-B83C-5A74-47F1-318C383D354F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F99CCBE-7823-E8B8-DC51-6F4326664144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7092636-CADA-189F-877F-1B995AFB6BD9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039BB20-1800-F9CA-73DE-C8918EBDF88B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66E6DAE-0576-93D1-3A4D-C072E3A1B05F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762D319-4C72-B996-ECD7-72936D0D84AC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CC7FE74-3C21-82E5-A486-4BC861740DA1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452039F-02EE-1EE4-EF6D-DFBC90AA41BE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0092343-A8E8-ED40-7FFF-1CB82690B1EF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A6CD33D-0D85-010B-1A2E-F14E227D9B98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3D3AF83-858F-FB31-CACF-3E1D80F5FE2E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AA24F0D5-E7D8-AF31-321D-6C90898A35C6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99E3114-E047-3B48-D1E9-FDB4F1B74CFB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C790F20-9323-3090-BBFC-6D1CB48855BE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8782E05-EB47-8ED3-07B1-F6ECA4DAB531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6ADB4E6-A34E-18B0-E503-07086C90D046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890B1D6-FCFB-27FB-D3F0-1F73030933A2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76F9C29D-9EBE-9104-AF38-A4FA2F23B841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74857E6-5233-4A0C-C4D9-97CB37708D85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689C0E11-1820-44B0-470D-9DC601C3F4F0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6729DA2-147C-2AA3-2262-2564B31AAB1C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E1057DEE-C36D-63A1-D648-861C16D56054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99441735-F768-7DD5-9AB0-F90EFD93F715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F3F2A580-5CCE-F234-5254-BC5B7B8A0EEE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E8AF9AEB-B559-A0E4-9A6A-9C598DD79428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591551BD-E65B-6214-C49C-6CB65DFB26CE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8FD37772-45E1-749E-95CA-A05DEF1A0926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8F9E0481-4DA2-CDA6-5313-C06DED8CDFC4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4E13564A-C0FA-63BD-A954-77F620710C51}"/>
              </a:ext>
            </a:extLst>
          </p:cNvPr>
          <p:cNvSpPr/>
          <p:nvPr/>
        </p:nvSpPr>
        <p:spPr>
          <a:xfrm>
            <a:off x="7155180" y="76289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3E3070DF-509F-A883-296B-E6EAD3A561E2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C3309636-6254-AF71-711D-183D1A562731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C2DBD5D-65A2-1AEA-984E-ED447D6B1BCD}"/>
              </a:ext>
            </a:extLst>
          </p:cNvPr>
          <p:cNvSpPr/>
          <p:nvPr/>
        </p:nvSpPr>
        <p:spPr>
          <a:xfrm>
            <a:off x="495373" y="58326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60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F1A9E2FE-C4F1-05EF-00F2-A942EB60C1FA}"/>
              </a:ext>
            </a:extLst>
          </p:cNvPr>
          <p:cNvSpPr/>
          <p:nvPr/>
        </p:nvSpPr>
        <p:spPr>
          <a:xfrm>
            <a:off x="548640" y="3938617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E7A9FD00-4C14-8318-6227-CEEEC02505C4}"/>
              </a:ext>
            </a:extLst>
          </p:cNvPr>
          <p:cNvSpPr/>
          <p:nvPr/>
        </p:nvSpPr>
        <p:spPr>
          <a:xfrm>
            <a:off x="548639" y="4075777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Implementation</a:t>
            </a:r>
            <a:endParaRPr lang="en-US" sz="10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0A37AD1-694F-A6BA-AE00-0D3FCFAD5CB3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12</a:t>
            </a:r>
            <a:endParaRPr 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5E72AD-8E05-E237-AF5A-F8831793EDD4}"/>
              </a:ext>
            </a:extLst>
          </p:cNvPr>
          <p:cNvSpPr txBox="1"/>
          <p:nvPr/>
        </p:nvSpPr>
        <p:spPr>
          <a:xfrm>
            <a:off x="495375" y="1864310"/>
            <a:ext cx="5479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-30" dirty="0">
                <a:solidFill>
                  <a:schemeClr val="bg1"/>
                </a:solidFill>
                <a:latin typeface="Cambria" pitchFamily="34" charset="0"/>
              </a:rPr>
              <a:t>How does AI get trained on petabytes of data?</a:t>
            </a:r>
          </a:p>
        </p:txBody>
      </p:sp>
      <p:pic>
        <p:nvPicPr>
          <p:cNvPr id="1036" name="Picture 12" descr="Free Cursor logo PNG and vector files (svg, ai) - Brandlogos.net">
            <a:extLst>
              <a:ext uri="{FF2B5EF4-FFF2-40B4-BE49-F238E27FC236}">
                <a16:creationId xmlns:a16="http://schemas.microsoft.com/office/drawing/2014/main" id="{5318EFBD-D2B1-23AA-EBC4-5DD144975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06446">
            <a:off x="7686707" y="2662920"/>
            <a:ext cx="1098057" cy="109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penAI, ChatGPT Logo Icon 22227364 PNG">
            <a:extLst>
              <a:ext uri="{FF2B5EF4-FFF2-40B4-BE49-F238E27FC236}">
                <a16:creationId xmlns:a16="http://schemas.microsoft.com/office/drawing/2014/main" id="{72DE3AD1-96D0-81A2-F38A-B51B75B0E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458" y="2916189"/>
            <a:ext cx="950830" cy="95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erplexity Ai Icon SVG Vector &amp; PNG Free Download | UXWing">
            <a:extLst>
              <a:ext uri="{FF2B5EF4-FFF2-40B4-BE49-F238E27FC236}">
                <a16:creationId xmlns:a16="http://schemas.microsoft.com/office/drawing/2014/main" id="{243A99D2-CF50-6795-26A0-0395DC412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677" y="3591132"/>
            <a:ext cx="830395" cy="83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icrosoft Copilot Icon | Dashboard Icons">
            <a:extLst>
              <a:ext uri="{FF2B5EF4-FFF2-40B4-BE49-F238E27FC236}">
                <a16:creationId xmlns:a16="http://schemas.microsoft.com/office/drawing/2014/main" id="{6F58EFDD-1568-75B3-764A-505C61EC1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447" y="3643455"/>
            <a:ext cx="937981" cy="852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epSeek Free SVG, PNG, and vector d... · LobeHub">
            <a:extLst>
              <a:ext uri="{FF2B5EF4-FFF2-40B4-BE49-F238E27FC236}">
                <a16:creationId xmlns:a16="http://schemas.microsoft.com/office/drawing/2014/main" id="{73F331BF-3313-1DA2-E37A-FAC11A76A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982" y="3221663"/>
            <a:ext cx="1153741" cy="1153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BF06419D-D80D-1677-34B5-03C5D4461B47}"/>
              </a:ext>
            </a:extLst>
          </p:cNvPr>
          <p:cNvSpPr txBox="1"/>
          <p:nvPr/>
        </p:nvSpPr>
        <p:spPr>
          <a:xfrm>
            <a:off x="-4689199" y="2370801"/>
            <a:ext cx="499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spc="-30" dirty="0">
                <a:solidFill>
                  <a:schemeClr val="bg1"/>
                </a:solidFill>
                <a:latin typeface="Cambria" pitchFamily="34" charset="0"/>
              </a:rPr>
              <a:t>While… You can download high end models ranging anywhere from 10 to 200GB</a:t>
            </a:r>
          </a:p>
        </p:txBody>
      </p:sp>
    </p:spTree>
    <p:extLst>
      <p:ext uri="{BB962C8B-B14F-4D97-AF65-F5344CB8AC3E}">
        <p14:creationId xmlns:p14="http://schemas.microsoft.com/office/powerpoint/2010/main" val="1198269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01763-8C4E-D855-F6BF-083AED9E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7CEA24-3CF3-C33E-B423-07E4DBCAFF0E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C254D4-D00B-386F-EFB7-5DACC5428A41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2955C52-9DD2-65B6-3F8A-F343E86B156D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CB3F3DE-DBB0-7539-81AD-811FA1A5C372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59ECBE-BD7F-4290-176C-E542CAA15635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10CCF3-4A95-47B8-5F3F-9AC74133E80B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A2CDB31-4F2D-8939-90BF-743647B090B8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DDD5C16-DFEA-AA09-A563-2CD0CB52819B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195E423-90B9-4039-5786-EF60B60AF8FB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E1C92A3-5A28-5B12-47ED-CBB1788C649D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0DF4908-B8F0-99EE-CB0B-546A9DF97B81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68BB8DF-137F-2489-F0E5-7FA7F9304E7E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4EB943D-5E95-296F-2022-FFA587CB3EFD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52A79A2-92D0-B8A1-72B1-CAE8E757052F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CFDB54A-627B-94A2-8538-40A0688D7CB0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50FCA8B-C6D8-30A7-3115-624C8C40DE39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FC5DEA5-E9A9-8139-E815-409412F20A36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C082D84-53B0-F710-AD35-B20C7C61E29E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C415003-B2FA-3CC3-A54E-E9BBA07F89F0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1A3C42F-B3CD-6753-C84F-DEF070FAF32A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243806C-F419-4C31-ACA4-139C1CA59326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7CE741D-26C1-8CA7-1BFE-7DD454BCFDC0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273BF4B-8D5B-7BE2-9A57-2CB91EC0A40D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EF51E89-928A-0CC4-AD8D-A5BAA7F08B3E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97799A2-59F3-35B2-C900-360B5B0F6F3D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2A04707-A86C-EE02-B3ED-F3C6599012AA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B681AF9-E42C-4D0F-E3AE-78AB4AC4C491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83E0B67-9E56-1D77-8D95-3D4FDD06C3D6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0C25811-667F-21E0-9DC6-E22EB1C3B867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B190C8B-8B41-3CF6-43ED-30CB8DCDF88C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5A709A1-176A-3CA0-66CB-D06838FA4AB3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17EB074-1DA5-129A-064C-8B841643AAE0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F21F395-E5DD-4B04-8FF0-3A39F4223901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91E8B56-2B99-D963-3E70-DA72B6767BE8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226CC79-2C58-D07A-461E-7BA6C98E2A6B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8ECB4EF-60C2-969F-2EC9-A88126B3E74A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7E8B9C-B491-5F9A-BD48-E66FD61EAF8A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371E36F-1B1A-8B1D-289B-756C0B031FF1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6C3D43E-5265-BF63-8C18-67CC45D60FD5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ADDF806-51A9-5B5C-7541-81EC7E15ACEE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AD8B832-1CAD-232C-C3BB-0FA84EEB04FD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188AC2D-FA76-8650-6F2C-45A2091319CF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4B44833-AFED-2143-1529-5AAB1498AE4D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661D1EE-087B-3523-7C57-A825B3707760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5668C3F7-C816-F38E-DFA4-5FC363455FE0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54B7AA6-299F-8961-D5C9-731911321D65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981A5DE8-03C7-A097-CD66-C9B72B000797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90F9168-79D8-7CD8-8642-6718D8BFA6B6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2A4372CA-4597-E0DE-3CEE-25F83DD929E0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F1BE24A-0B14-69EE-F1F0-73D18AB194C1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160B4CD-B8CC-62BC-5454-C1E45124C015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E2BB4EA4-19C7-E766-7E09-99BBBA12117D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9F268AD0-9E97-877D-1DAF-24293EA2C086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A9B9047-2EC6-4442-5E95-0AADCE6B02EF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5B68690F-F9AE-8C64-465B-897BB510893E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BD54008-0483-CB9E-9480-72B883943C88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0402D38E-CE7D-C4A0-603D-267DD9968ED7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D7CEA458-5A40-1112-5A64-B61048B7F5BF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CEF6DC7E-71DC-00F4-19A6-F4E305E4C6C5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C4E020E1-AB16-9689-FA42-DCE53AA91867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DA1683BA-C34E-A687-E7BD-E1A257FA3D93}"/>
              </a:ext>
            </a:extLst>
          </p:cNvPr>
          <p:cNvSpPr/>
          <p:nvPr/>
        </p:nvSpPr>
        <p:spPr>
          <a:xfrm>
            <a:off x="7355268" y="76809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B85526F5-DB8E-0B9B-35C0-248BE3D86D75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2EAB3931-31FF-35F8-8F67-328EE3AD5E06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8B61FA4-0B4E-1BE6-BF61-A22150DDCA7A}"/>
              </a:ext>
            </a:extLst>
          </p:cNvPr>
          <p:cNvSpPr/>
          <p:nvPr/>
        </p:nvSpPr>
        <p:spPr>
          <a:xfrm>
            <a:off x="495373" y="58326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60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B4CBB1B-6273-DB7A-800F-76E93D62C72D}"/>
              </a:ext>
            </a:extLst>
          </p:cNvPr>
          <p:cNvSpPr/>
          <p:nvPr/>
        </p:nvSpPr>
        <p:spPr>
          <a:xfrm>
            <a:off x="548640" y="3938617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2F6D7206-311F-D37A-4F10-CF2A7A115044}"/>
              </a:ext>
            </a:extLst>
          </p:cNvPr>
          <p:cNvSpPr/>
          <p:nvPr/>
        </p:nvSpPr>
        <p:spPr>
          <a:xfrm>
            <a:off x="548639" y="4075777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Implementation</a:t>
            </a:r>
            <a:endParaRPr lang="en-US" sz="10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3A4C2B2B-F2A7-B263-2486-D438370D3C03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12</a:t>
            </a:r>
            <a:endParaRPr 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A1031F-39DE-CC15-637F-B13840CFD835}"/>
              </a:ext>
            </a:extLst>
          </p:cNvPr>
          <p:cNvSpPr txBox="1"/>
          <p:nvPr/>
        </p:nvSpPr>
        <p:spPr>
          <a:xfrm>
            <a:off x="495375" y="1864310"/>
            <a:ext cx="5479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-30" dirty="0">
                <a:solidFill>
                  <a:schemeClr val="bg1"/>
                </a:solidFill>
                <a:latin typeface="Cambria" pitchFamily="34" charset="0"/>
              </a:rPr>
              <a:t>How does AI get trained on petabytes of data?</a:t>
            </a:r>
          </a:p>
        </p:txBody>
      </p:sp>
      <p:pic>
        <p:nvPicPr>
          <p:cNvPr id="1028" name="Picture 4" descr="DeepSeek Free SVG, PNG, and vector d... · LobeHub">
            <a:extLst>
              <a:ext uri="{FF2B5EF4-FFF2-40B4-BE49-F238E27FC236}">
                <a16:creationId xmlns:a16="http://schemas.microsoft.com/office/drawing/2014/main" id="{8F36E53E-BF83-CC81-9973-0383F3877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982" y="1953413"/>
            <a:ext cx="2421991" cy="2421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6F6FACEE-2610-DD6F-549C-3392670E5514}"/>
              </a:ext>
            </a:extLst>
          </p:cNvPr>
          <p:cNvSpPr txBox="1"/>
          <p:nvPr/>
        </p:nvSpPr>
        <p:spPr>
          <a:xfrm>
            <a:off x="495375" y="2370801"/>
            <a:ext cx="4991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spc="-30" dirty="0">
                <a:solidFill>
                  <a:schemeClr val="bg1"/>
                </a:solidFill>
                <a:latin typeface="Cambria" pitchFamily="34" charset="0"/>
              </a:rPr>
              <a:t>While… You can download high end models ranging anywhere from 10 to 200GB</a:t>
            </a:r>
          </a:p>
        </p:txBody>
      </p:sp>
      <p:sp>
        <p:nvSpPr>
          <p:cNvPr id="72" name="Text 64">
            <a:extLst>
              <a:ext uri="{FF2B5EF4-FFF2-40B4-BE49-F238E27FC236}">
                <a16:creationId xmlns:a16="http://schemas.microsoft.com/office/drawing/2014/main" id="{E1B5A36B-D2F7-D3B6-AA95-BA12BC519EE1}"/>
              </a:ext>
            </a:extLst>
          </p:cNvPr>
          <p:cNvSpPr/>
          <p:nvPr/>
        </p:nvSpPr>
        <p:spPr>
          <a:xfrm>
            <a:off x="-4436007" y="186431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</a:t>
            </a:r>
            <a:endParaRPr lang="en-US" sz="6000" dirty="0"/>
          </a:p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</a:t>
            </a:r>
            <a:endParaRPr lang="en-US" sz="6000" dirty="0"/>
          </a:p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742656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DE71E-3116-200F-4467-A9600933A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E37D28-6359-FE7B-B972-444101F38AAD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3D70ABE-050E-5B53-CA3A-BD40831D4352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6DCE50-C4DF-E32F-94FF-0E991BEE13B8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291551F-7E05-36DE-3722-F31AD03A88E4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0A0583A-DB9B-AC49-8283-6ECA19CE1C2C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46157D-ECB0-11A8-AE81-3D743AD8568B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A2D27A7-6281-4039-66A2-F33641DA9D08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2405C71-806A-0F96-0D1A-1D7D54E2039E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1E30EB-8CFA-7AC8-8F88-74BF5AC057F3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1D2E6FF-7E0D-49F6-6FF0-7083E1F7164B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82E6A76-E5ED-734E-CAE2-BFD794548D4F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919D61-A5FF-A6E2-20B2-011753D60A5E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55634F0-BC4D-1B95-71A7-4086FCC629E3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106531F-903D-640E-DDF6-52E1F7560AD3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F0F3E45-BBC1-26F0-6AEA-90A34E1C05A1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A90356A-D804-1F13-6279-55E6356345B9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62C1E11-0767-8749-4E01-9D56B0444601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BA7A362-2BB0-BC6A-DB7E-8212AE4CF2D6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F46DB49-ECAF-9D54-08F2-940405954D3D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A3B2FB-9264-2DB5-1214-C06120F36A40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C8EED61-8EDE-13B7-41B8-C899CE44E3D8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1DB30FE-AC83-9961-6F4C-E5E911E7D639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8B376FD-DD56-0017-E4AE-1D94812807AA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6C847A4-B66A-7DAC-C3C9-46BE819050CE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356151C-5AA9-E2D1-22D5-AC9C05526499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3C82DA6-C211-C02B-9A0D-45131C6BDBB3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42425B9-E117-E944-05F1-32AD3F071034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AE20524-71D4-5D3D-1C44-264AE6DAB5C8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5D05280-EF6A-D9D6-DF8F-0CB9E83C52BB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91E8C43-A0B6-2C3D-3D95-1B89556B9AC1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0EAC4BE-8954-AC65-0C3F-8CFB7C012AB3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FBCFB5F-EEEB-15E6-68B7-80E1F7859C7B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1E3D534-B4EB-77DE-75BE-002DD8B1FFA0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5EAF1D8-5051-3BEC-9AB6-2A47EEF7CA37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BF38209C-9C19-33FA-EA7D-7AE6959ED196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92A76FF-FCF9-205D-1694-52FD02F47765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114E831-88DF-7F58-6B19-0B9D1828F5E8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0843526-CDC9-590A-7674-D480C64D2748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B61AB0F-995B-2E41-F104-CC99D6CD8D6E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A21FD64-224C-1F48-4147-1C85CD38C0D5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A8D320E-A8B6-F92B-448A-BE10CEF80B3D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A13973B-B9DC-E776-1C14-C4AC4501A69A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DD60E0B-5014-DB50-507E-3849B8E73E5E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C3AE1C8-CDCE-EBE7-F985-4D57A920AC98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468B4CF4-47E3-94D2-DBDF-0EE2D840E1CE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229CD44D-28C0-5198-977E-C7CC6ED1FD4E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0C7BC260-5E07-64CA-68D1-1E009C808B79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208F6B2-C663-D989-7A5C-353222E01AFC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C551D0F-BA9A-9F15-F04C-10C67F1C63F6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0CD98B71-BFA6-BD4D-F89E-5EEF39012BDE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BDEA75B-BE9C-5148-A08D-E71CEA442ED9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D96ABAB6-2323-622A-3B2A-705008E4F06D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52EBBD43-2ACB-D727-101B-76490BF41CA8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21D9FC8-1DA8-FFC3-FC27-696A1D5B9AA4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C06CD536-D1BD-23F0-2817-31F029A835B9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2D7CBDDC-ACDC-37A2-2A21-1D9D721EB870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ADF40E1B-042A-AFDD-163D-D3593566C6F6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783DF0CA-AF36-BDD6-A441-5FE4324978FB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9BB4233-CA35-6029-5EE8-AB91C141C007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687E04E-6701-D6FB-6FAD-EEBF198F5D02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82181D0D-566B-2905-AF11-BED02CDAFFA3}"/>
              </a:ext>
            </a:extLst>
          </p:cNvPr>
          <p:cNvSpPr/>
          <p:nvPr/>
        </p:nvSpPr>
        <p:spPr>
          <a:xfrm>
            <a:off x="7557516" y="761238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E8E8A12C-2688-22DF-2EAC-13F7A8390A81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E27B297C-D9F5-ABD9-B339-8790D912F4FC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FD7AC48-8535-A16D-D9D7-AB7681E239BE}"/>
              </a:ext>
            </a:extLst>
          </p:cNvPr>
          <p:cNvSpPr/>
          <p:nvPr/>
        </p:nvSpPr>
        <p:spPr>
          <a:xfrm>
            <a:off x="5486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</a:t>
            </a:r>
            <a:endParaRPr lang="en-US" sz="6000" dirty="0"/>
          </a:p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</a:t>
            </a:r>
            <a:endParaRPr lang="en-US" sz="6000" dirty="0"/>
          </a:p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60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428C747B-9E27-71F4-BB01-C78E45F58B65}"/>
              </a:ext>
            </a:extLst>
          </p:cNvPr>
          <p:cNvSpPr/>
          <p:nvPr/>
        </p:nvSpPr>
        <p:spPr>
          <a:xfrm>
            <a:off x="548640" y="3938617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C7EF8419-08BD-2A1E-68AD-9EBEF7222467}"/>
              </a:ext>
            </a:extLst>
          </p:cNvPr>
          <p:cNvSpPr/>
          <p:nvPr/>
        </p:nvSpPr>
        <p:spPr>
          <a:xfrm>
            <a:off x="548639" y="4075777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Implementation</a:t>
            </a:r>
            <a:endParaRPr lang="en-US" sz="10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62C55819-6A69-A31B-CE65-90FCC5AD7E2A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12</a:t>
            </a:r>
            <a:endParaRPr lang="en-US"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E7BE9D-C8BA-4B3D-39D8-0327B440352E}"/>
              </a:ext>
            </a:extLst>
          </p:cNvPr>
          <p:cNvSpPr txBox="1"/>
          <p:nvPr/>
        </p:nvSpPr>
        <p:spPr>
          <a:xfrm>
            <a:off x="6376047" y="1394460"/>
            <a:ext cx="42997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kern="0" spc="-1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(PCA)</a:t>
            </a:r>
            <a:endParaRPr lang="en-US" sz="7200" dirty="0"/>
          </a:p>
        </p:txBody>
      </p:sp>
      <p:pic>
        <p:nvPicPr>
          <p:cNvPr id="74" name="Picture 4" descr="DeepSeek Free SVG, PNG, and vector d... · LobeHub">
            <a:extLst>
              <a:ext uri="{FF2B5EF4-FFF2-40B4-BE49-F238E27FC236}">
                <a16:creationId xmlns:a16="http://schemas.microsoft.com/office/drawing/2014/main" id="{B8744085-9F09-94D5-C2D7-0F32F6B25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340" y="1763269"/>
            <a:ext cx="2421991" cy="2421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67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E0971-A188-CF78-C410-1A2BEDC7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1F14AE-0E13-AC4C-3214-E8D023B46479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1CE787E-E701-DD1B-B39F-A4844B2A4F39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B1A984-64D2-FE4A-289F-FE32621D1C96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B36D71-5E54-B0FC-DAC0-578FE09DBE36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9CBAF53-DDCB-E317-83E4-B66798EBE703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3D6CF37-0427-585E-AF3D-1F7D7042F178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E39F1CF-DEBD-BE3F-FDCC-35F040DE57BC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03827B4-11C6-20D4-C8AB-BD9C76BBB7F2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4501E56-B090-CAEC-0D03-B4A5B96AFC6F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8861E18-5C3B-1BD3-497E-617155E6B843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8CA3FDF-742B-56AB-1078-39AFFE909B94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9EBB004-4EFE-8BDA-8E0F-88CC9923FCDA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DE45BA0-44C0-E11E-1FEB-5CFDCCF8F06B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843C1DA-22B5-926F-D605-D45F3CCACF77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B800A0F-4E70-1BAD-2601-7D424738D038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474B05E-EEB2-A157-4951-FBBB877BEAE7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6A7CC03-5B13-098B-22A4-74949D75CA33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0B1B11A-F54D-F434-A595-7A74003A1590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A566771-53D0-FCEB-EF53-5C5C2DC007D3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1FF814D-92D9-8090-7C68-0757C71A06C5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1EBAD28-5BAC-CEFB-28C8-F4191B474D61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E054AD1-CC95-5615-0C56-25899CE81D5A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79B5ED1-00E2-F7AE-53F0-9AB2065BB0D3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67F528E-AB9D-CDCF-5B1C-3A73D08A71C5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48B1598-E122-64FC-50DD-D659671D3A81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09C8CBD-30F5-DFC9-F4EB-3E661C3D5114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D504EA6-BE22-446C-A97F-35844C7C86EB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4881D06-41BA-D35A-B70C-74C39EC77266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CA8AFCE-C85E-CCF9-575B-4967D8F5DB1B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39CA80F-59EA-EE89-BF79-8E6D45E0350A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9B21CBF-732F-E93E-7F11-2AA927901533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6CF5AAA-68E9-C6FC-5A93-9B2BB82F1718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01A540B-AE19-B5FD-3297-A86B9F8BEA88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0F3CAD7-AAC8-4A91-B088-A38FC37B8583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8AA877C-F1AE-86E8-2CD9-9A2C4C598BD2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1EB4AA4-0A48-170B-BC81-1F722A7ACCA9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EE26E10-3F13-D598-8811-5497B516037C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AD64DFF-EC12-235A-6092-537F43FBC187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B854A5D-1135-766B-88C9-D214CFA413CE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5627C45-1531-665A-19E0-7B0B296A641A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C6F2677-0702-A486-8FAD-C6B8804D66E1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D99F09F-4F8F-128D-4576-84F4F3413149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B3F58C03-D6BB-189F-B584-D6BBC97DD20A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F80DDFA-8B28-0718-D22F-60973211A392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272F290-59A6-A37F-BC09-DC92BF620D46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2E522D3F-A7A4-7863-BE8A-2AE0E255CAF6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F681C6D-3839-1E43-6F2A-B99FC5EB39EA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E236F3B-7175-7DA1-283A-E1672A2031DD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67E98A7E-E833-7540-66E4-5A201CC0E73E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02B7D942-B304-A692-DB9F-F62C260A629C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65FD421-2BFE-35EB-42B7-8008B3DF8210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7564D48A-9CBB-BD05-3ECD-9521CCDA58BD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D26F8CB-7489-79AF-FF47-269DC8A49FAA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EBBF5231-7553-2EBA-2BF5-5178EB4649BC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87ABBC67-AB7A-2F17-A0DC-DD4A624E49AF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F9E5140-F0AC-E681-B4DB-8F7B67A9E238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3DA1987F-F2B2-F1B8-6F2B-6797871F91A7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56A0966F-D252-01D8-5EEB-8E26CE5F2393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F808A6CD-1AA9-120D-1586-05B519AF3EC0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C6E4600-0C3B-BE46-FDDC-447FC010902F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83D2BBF3-2516-A548-5C84-B301728DD60A}"/>
              </a:ext>
            </a:extLst>
          </p:cNvPr>
          <p:cNvSpPr/>
          <p:nvPr/>
        </p:nvSpPr>
        <p:spPr>
          <a:xfrm>
            <a:off x="7755668" y="76809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D35C136A-AC80-AB5A-B640-49FC46D05048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3316BDC2-D26D-0ECF-51D5-81B55C8A8ED9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DB000A5E-143B-4E15-B5AC-520C8370BF4F}"/>
              </a:ext>
            </a:extLst>
          </p:cNvPr>
          <p:cNvSpPr/>
          <p:nvPr/>
        </p:nvSpPr>
        <p:spPr>
          <a:xfrm>
            <a:off x="5486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Issues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DDBD3E3-BF24-7940-E761-A98F1D537F27}"/>
              </a:ext>
            </a:extLst>
          </p:cNvPr>
          <p:cNvSpPr/>
          <p:nvPr/>
        </p:nvSpPr>
        <p:spPr>
          <a:xfrm>
            <a:off x="548640" y="3938617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07401809-D31E-66AE-B61E-89C42DC461B4}"/>
              </a:ext>
            </a:extLst>
          </p:cNvPr>
          <p:cNvSpPr/>
          <p:nvPr/>
        </p:nvSpPr>
        <p:spPr>
          <a:xfrm>
            <a:off x="548639" y="4075777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C3743B54-C5DC-6F80-9485-A1232ACD0184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12</a:t>
            </a:r>
            <a:endParaRPr lang="en-US"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571ADF-32F8-ADA6-2795-BF197E9A5AA5}"/>
              </a:ext>
            </a:extLst>
          </p:cNvPr>
          <p:cNvSpPr txBox="1"/>
          <p:nvPr/>
        </p:nvSpPr>
        <p:spPr>
          <a:xfrm>
            <a:off x="9246308" y="1394460"/>
            <a:ext cx="27348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kern="0" spc="-1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(PCA)</a:t>
            </a:r>
            <a:endParaRPr lang="en-US" sz="72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A78761C-BDFE-1170-2599-FDB5C8E9C416}"/>
              </a:ext>
            </a:extLst>
          </p:cNvPr>
          <p:cNvGrpSpPr/>
          <p:nvPr/>
        </p:nvGrpSpPr>
        <p:grpSpPr>
          <a:xfrm>
            <a:off x="-3048200" y="3089081"/>
            <a:ext cx="2679192" cy="2788920"/>
            <a:chOff x="-3246983" y="1737360"/>
            <a:chExt cx="2679192" cy="2788920"/>
          </a:xfrm>
        </p:grpSpPr>
        <p:sp>
          <p:nvSpPr>
            <p:cNvPr id="91" name="Shape 4">
              <a:extLst>
                <a:ext uri="{FF2B5EF4-FFF2-40B4-BE49-F238E27FC236}">
                  <a16:creationId xmlns:a16="http://schemas.microsoft.com/office/drawing/2014/main" id="{7C71FF61-2A18-1592-4FDB-4494CAA2D29F}"/>
                </a:ext>
              </a:extLst>
            </p:cNvPr>
            <p:cNvSpPr/>
            <p:nvPr/>
          </p:nvSpPr>
          <p:spPr>
            <a:xfrm>
              <a:off x="-3246983" y="1737360"/>
              <a:ext cx="2679192" cy="278892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52400" dist="25400" dir="5400000" algn="bl" rotWithShape="0">
                <a:srgbClr val="0F172A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Shape 5">
              <a:extLst>
                <a:ext uri="{FF2B5EF4-FFF2-40B4-BE49-F238E27FC236}">
                  <a16:creationId xmlns:a16="http://schemas.microsoft.com/office/drawing/2014/main" id="{BCE75936-DC38-9407-17F4-79BCA8AC2193}"/>
                </a:ext>
              </a:extLst>
            </p:cNvPr>
            <p:cNvSpPr/>
            <p:nvPr/>
          </p:nvSpPr>
          <p:spPr>
            <a:xfrm>
              <a:off x="-3246983" y="1737360"/>
              <a:ext cx="2679192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Shape 6">
              <a:extLst>
                <a:ext uri="{FF2B5EF4-FFF2-40B4-BE49-F238E27FC236}">
                  <a16:creationId xmlns:a16="http://schemas.microsoft.com/office/drawing/2014/main" id="{7E2D118E-ABFD-0872-9C64-5AFD22751308}"/>
                </a:ext>
              </a:extLst>
            </p:cNvPr>
            <p:cNvSpPr/>
            <p:nvPr/>
          </p:nvSpPr>
          <p:spPr>
            <a:xfrm>
              <a:off x="-2881223" y="2148840"/>
              <a:ext cx="777240" cy="777240"/>
            </a:xfrm>
            <a:prstGeom prst="ellipse">
              <a:avLst/>
            </a:prstGeom>
            <a:solidFill>
              <a:srgbClr val="0B142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94" name="Image 0" descr="preencoded.png">
              <a:extLst>
                <a:ext uri="{FF2B5EF4-FFF2-40B4-BE49-F238E27FC236}">
                  <a16:creationId xmlns:a16="http://schemas.microsoft.com/office/drawing/2014/main" id="{3FF6CBE1-CD7E-F75D-C441-79F7FCE17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744063" y="2286000"/>
              <a:ext cx="502920" cy="502920"/>
            </a:xfrm>
            <a:prstGeom prst="rect">
              <a:avLst/>
            </a:prstGeom>
          </p:spPr>
        </p:pic>
        <p:sp>
          <p:nvSpPr>
            <p:cNvPr id="95" name="Text 7">
              <a:extLst>
                <a:ext uri="{FF2B5EF4-FFF2-40B4-BE49-F238E27FC236}">
                  <a16:creationId xmlns:a16="http://schemas.microsoft.com/office/drawing/2014/main" id="{AF04BA6A-BDC6-5E2B-357A-37BA4B345D29}"/>
                </a:ext>
              </a:extLst>
            </p:cNvPr>
            <p:cNvSpPr/>
            <p:nvPr/>
          </p:nvSpPr>
          <p:spPr>
            <a:xfrm>
              <a:off x="-1345031" y="2148840"/>
              <a:ext cx="548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kern="0" spc="20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96" name="Text 8">
              <a:extLst>
                <a:ext uri="{FF2B5EF4-FFF2-40B4-BE49-F238E27FC236}">
                  <a16:creationId xmlns:a16="http://schemas.microsoft.com/office/drawing/2014/main" id="{B83E7E26-E254-B40D-68D9-C3C5E668C96E}"/>
                </a:ext>
              </a:extLst>
            </p:cNvPr>
            <p:cNvSpPr/>
            <p:nvPr/>
          </p:nvSpPr>
          <p:spPr>
            <a:xfrm>
              <a:off x="-2972663" y="3131820"/>
              <a:ext cx="2084832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kern="0" spc="-30" dirty="0">
                  <a:solidFill>
                    <a:srgbClr val="0F172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High-dimensional data is complex</a:t>
              </a:r>
              <a:endParaRPr lang="en-US" sz="1800" dirty="0"/>
            </a:p>
          </p:txBody>
        </p:sp>
        <p:sp>
          <p:nvSpPr>
            <p:cNvPr id="97" name="Text 9">
              <a:extLst>
                <a:ext uri="{FF2B5EF4-FFF2-40B4-BE49-F238E27FC236}">
                  <a16:creationId xmlns:a16="http://schemas.microsoft.com/office/drawing/2014/main" id="{9DBCB332-62C3-AF27-3C47-64DB7E50A582}"/>
                </a:ext>
              </a:extLst>
            </p:cNvPr>
            <p:cNvSpPr/>
            <p:nvPr/>
          </p:nvSpPr>
          <p:spPr>
            <a:xfrm>
              <a:off x="-2985738" y="4067231"/>
              <a:ext cx="194767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 counts explode quickly</a:t>
              </a:r>
              <a:endParaRPr lang="en-US" sz="1100" dirty="0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00D7180-A662-99E8-0A73-C8B1A02D461D}"/>
              </a:ext>
            </a:extLst>
          </p:cNvPr>
          <p:cNvGrpSpPr/>
          <p:nvPr/>
        </p:nvGrpSpPr>
        <p:grpSpPr>
          <a:xfrm>
            <a:off x="3264408" y="5467188"/>
            <a:ext cx="2679192" cy="2788920"/>
            <a:chOff x="3264408" y="5467188"/>
            <a:chExt cx="2679192" cy="2788920"/>
          </a:xfrm>
        </p:grpSpPr>
        <p:sp>
          <p:nvSpPr>
            <p:cNvPr id="98" name="Shape 10">
              <a:extLst>
                <a:ext uri="{FF2B5EF4-FFF2-40B4-BE49-F238E27FC236}">
                  <a16:creationId xmlns:a16="http://schemas.microsoft.com/office/drawing/2014/main" id="{252B80B3-9A70-69E4-E0CD-20CC92EE7C65}"/>
                </a:ext>
              </a:extLst>
            </p:cNvPr>
            <p:cNvSpPr/>
            <p:nvPr/>
          </p:nvSpPr>
          <p:spPr>
            <a:xfrm>
              <a:off x="3264408" y="5467188"/>
              <a:ext cx="2679192" cy="278892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52400" dist="25400" dir="5400000" algn="bl" rotWithShape="0">
                <a:srgbClr val="0F172A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Shape 11">
              <a:extLst>
                <a:ext uri="{FF2B5EF4-FFF2-40B4-BE49-F238E27FC236}">
                  <a16:creationId xmlns:a16="http://schemas.microsoft.com/office/drawing/2014/main" id="{6A21AC02-02C2-D197-752A-17C209299F5C}"/>
                </a:ext>
              </a:extLst>
            </p:cNvPr>
            <p:cNvSpPr/>
            <p:nvPr/>
          </p:nvSpPr>
          <p:spPr>
            <a:xfrm>
              <a:off x="3264408" y="5467188"/>
              <a:ext cx="2679192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Shape 12">
              <a:extLst>
                <a:ext uri="{FF2B5EF4-FFF2-40B4-BE49-F238E27FC236}">
                  <a16:creationId xmlns:a16="http://schemas.microsoft.com/office/drawing/2014/main" id="{17A4F8C1-1B9F-A436-C952-0580D24886E3}"/>
                </a:ext>
              </a:extLst>
            </p:cNvPr>
            <p:cNvSpPr/>
            <p:nvPr/>
          </p:nvSpPr>
          <p:spPr>
            <a:xfrm>
              <a:off x="3630168" y="5878668"/>
              <a:ext cx="777240" cy="777240"/>
            </a:xfrm>
            <a:prstGeom prst="ellipse">
              <a:avLst/>
            </a:prstGeom>
            <a:solidFill>
              <a:srgbClr val="0B142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01" name="Image 1" descr="preencoded.png">
              <a:extLst>
                <a:ext uri="{FF2B5EF4-FFF2-40B4-BE49-F238E27FC236}">
                  <a16:creationId xmlns:a16="http://schemas.microsoft.com/office/drawing/2014/main" id="{7FC416B4-4404-8288-8934-32835A446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67328" y="6015828"/>
              <a:ext cx="502920" cy="502920"/>
            </a:xfrm>
            <a:prstGeom prst="rect">
              <a:avLst/>
            </a:prstGeom>
          </p:spPr>
        </p:pic>
        <p:sp>
          <p:nvSpPr>
            <p:cNvPr id="102" name="Text 13">
              <a:extLst>
                <a:ext uri="{FF2B5EF4-FFF2-40B4-BE49-F238E27FC236}">
                  <a16:creationId xmlns:a16="http://schemas.microsoft.com/office/drawing/2014/main" id="{4C4FF9DD-9C62-80AC-2C1E-66F674FBAEBD}"/>
                </a:ext>
              </a:extLst>
            </p:cNvPr>
            <p:cNvSpPr/>
            <p:nvPr/>
          </p:nvSpPr>
          <p:spPr>
            <a:xfrm>
              <a:off x="5166360" y="5878668"/>
              <a:ext cx="548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kern="0" spc="20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103" name="Text 14">
              <a:extLst>
                <a:ext uri="{FF2B5EF4-FFF2-40B4-BE49-F238E27FC236}">
                  <a16:creationId xmlns:a16="http://schemas.microsoft.com/office/drawing/2014/main" id="{275F29C2-8FD8-F050-E506-14A17AD5B115}"/>
                </a:ext>
              </a:extLst>
            </p:cNvPr>
            <p:cNvSpPr/>
            <p:nvPr/>
          </p:nvSpPr>
          <p:spPr>
            <a:xfrm>
              <a:off x="3433572" y="6762591"/>
              <a:ext cx="1947672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kern="0" spc="-30" dirty="0">
                  <a:solidFill>
                    <a:srgbClr val="0F172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Hard to visualize</a:t>
              </a:r>
              <a:endParaRPr lang="en-US" sz="1800" dirty="0"/>
            </a:p>
          </p:txBody>
        </p:sp>
        <p:sp>
          <p:nvSpPr>
            <p:cNvPr id="104" name="Text 15">
              <a:extLst>
                <a:ext uri="{FF2B5EF4-FFF2-40B4-BE49-F238E27FC236}">
                  <a16:creationId xmlns:a16="http://schemas.microsoft.com/office/drawing/2014/main" id="{58F65808-153A-8ACD-319F-53567D624F17}"/>
                </a:ext>
              </a:extLst>
            </p:cNvPr>
            <p:cNvSpPr/>
            <p:nvPr/>
          </p:nvSpPr>
          <p:spPr>
            <a:xfrm>
              <a:off x="3435409" y="7798908"/>
              <a:ext cx="234154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Beyond 3 dimensions, intuition fails</a:t>
              </a:r>
              <a:endParaRPr lang="en-US" sz="1100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80FB286-7830-6285-83B9-E273F9D4EDBF}"/>
              </a:ext>
            </a:extLst>
          </p:cNvPr>
          <p:cNvGrpSpPr/>
          <p:nvPr/>
        </p:nvGrpSpPr>
        <p:grpSpPr>
          <a:xfrm>
            <a:off x="9770079" y="1749291"/>
            <a:ext cx="2679192" cy="2788920"/>
            <a:chOff x="9770079" y="1749291"/>
            <a:chExt cx="2679192" cy="2788920"/>
          </a:xfrm>
        </p:grpSpPr>
        <p:sp>
          <p:nvSpPr>
            <p:cNvPr id="105" name="Shape 16">
              <a:extLst>
                <a:ext uri="{FF2B5EF4-FFF2-40B4-BE49-F238E27FC236}">
                  <a16:creationId xmlns:a16="http://schemas.microsoft.com/office/drawing/2014/main" id="{ECF889F1-A4D8-4C46-7B60-97D833D04E39}"/>
                </a:ext>
              </a:extLst>
            </p:cNvPr>
            <p:cNvSpPr/>
            <p:nvPr/>
          </p:nvSpPr>
          <p:spPr>
            <a:xfrm>
              <a:off x="9770079" y="1749291"/>
              <a:ext cx="2679192" cy="278892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52400" dist="25400" dir="5400000" algn="bl" rotWithShape="0">
                <a:srgbClr val="0F172A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Shape 17">
              <a:extLst>
                <a:ext uri="{FF2B5EF4-FFF2-40B4-BE49-F238E27FC236}">
                  <a16:creationId xmlns:a16="http://schemas.microsoft.com/office/drawing/2014/main" id="{ABFC262A-EA3D-D5CC-40FE-937C322ECEB7}"/>
                </a:ext>
              </a:extLst>
            </p:cNvPr>
            <p:cNvSpPr/>
            <p:nvPr/>
          </p:nvSpPr>
          <p:spPr>
            <a:xfrm>
              <a:off x="9770079" y="1749291"/>
              <a:ext cx="2679192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Shape 18">
              <a:extLst>
                <a:ext uri="{FF2B5EF4-FFF2-40B4-BE49-F238E27FC236}">
                  <a16:creationId xmlns:a16="http://schemas.microsoft.com/office/drawing/2014/main" id="{E1B18E46-4380-117E-6C0C-BB57B7E10C78}"/>
                </a:ext>
              </a:extLst>
            </p:cNvPr>
            <p:cNvSpPr/>
            <p:nvPr/>
          </p:nvSpPr>
          <p:spPr>
            <a:xfrm>
              <a:off x="10135839" y="2160771"/>
              <a:ext cx="777240" cy="777240"/>
            </a:xfrm>
            <a:prstGeom prst="ellipse">
              <a:avLst/>
            </a:prstGeom>
            <a:solidFill>
              <a:srgbClr val="0B142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08" name="Image 2" descr="preencoded.png">
              <a:extLst>
                <a:ext uri="{FF2B5EF4-FFF2-40B4-BE49-F238E27FC236}">
                  <a16:creationId xmlns:a16="http://schemas.microsoft.com/office/drawing/2014/main" id="{E091CFF2-93E1-44DF-B625-2E60B539D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72999" y="2297931"/>
              <a:ext cx="502920" cy="502920"/>
            </a:xfrm>
            <a:prstGeom prst="rect">
              <a:avLst/>
            </a:prstGeom>
          </p:spPr>
        </p:pic>
        <p:sp>
          <p:nvSpPr>
            <p:cNvPr id="109" name="Text 19">
              <a:extLst>
                <a:ext uri="{FF2B5EF4-FFF2-40B4-BE49-F238E27FC236}">
                  <a16:creationId xmlns:a16="http://schemas.microsoft.com/office/drawing/2014/main" id="{32B914F6-A90C-F5D2-F25B-A7C322F9028D}"/>
                </a:ext>
              </a:extLst>
            </p:cNvPr>
            <p:cNvSpPr/>
            <p:nvPr/>
          </p:nvSpPr>
          <p:spPr>
            <a:xfrm>
              <a:off x="11672031" y="2160771"/>
              <a:ext cx="548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kern="0" spc="20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110" name="Text 20">
              <a:extLst>
                <a:ext uri="{FF2B5EF4-FFF2-40B4-BE49-F238E27FC236}">
                  <a16:creationId xmlns:a16="http://schemas.microsoft.com/office/drawing/2014/main" id="{D12D90B9-F9CD-7BF3-0F4F-DB7D714024EE}"/>
                </a:ext>
              </a:extLst>
            </p:cNvPr>
            <p:cNvSpPr/>
            <p:nvPr/>
          </p:nvSpPr>
          <p:spPr>
            <a:xfrm>
              <a:off x="9957531" y="3038772"/>
              <a:ext cx="2340864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kern="0" spc="-30" dirty="0">
                  <a:solidFill>
                    <a:srgbClr val="0F172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Slower computations</a:t>
              </a:r>
              <a:endParaRPr lang="en-US" sz="1800" dirty="0"/>
            </a:p>
          </p:txBody>
        </p:sp>
        <p:sp>
          <p:nvSpPr>
            <p:cNvPr id="111" name="Text 21">
              <a:extLst>
                <a:ext uri="{FF2B5EF4-FFF2-40B4-BE49-F238E27FC236}">
                  <a16:creationId xmlns:a16="http://schemas.microsoft.com/office/drawing/2014/main" id="{F39C058E-2391-ED43-1D0A-641E918DE18E}"/>
                </a:ext>
              </a:extLst>
            </p:cNvPr>
            <p:cNvSpPr/>
            <p:nvPr/>
          </p:nvSpPr>
          <p:spPr>
            <a:xfrm>
              <a:off x="9971247" y="4072044"/>
              <a:ext cx="194767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 grows with dimensionality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3759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E8842-EDC5-F5C4-EEA0-F33EE8F0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7AE3E4-7C1E-0172-AFF7-39D887376049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FEA19B-55B1-FBA0-11C9-7C66AF1A7A68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4E521E-D039-9ED0-5DBE-6314BF4F5030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B089AA-AD7B-B374-E869-C830D406245E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31A045-38E7-00EC-3DC4-9AC2A62ABBC7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30FC7A8-3B33-4517-0927-F829609E4567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C2F7EF1-911D-8B46-8A75-E764FD03603F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F1D3E66-FC56-7049-C416-2C8A074F4C43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DF0F91E-C939-9216-A11B-0EF89A6D3E2B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B9BB1E4-3DDC-371E-7D70-3C7EBC73142B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D2E391D-2355-DA46-D1A7-A250981F9794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E497728-EA61-B22B-628F-D7950D85A86E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B766811-07A6-1F74-18F8-EC7D1E922734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28FF172-D53B-E83A-1070-3E9EE5106F6D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46B00F5-7984-41BE-4AB6-F725FC2EB993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ACF06BD-B43A-7B5B-4063-07CCFBDA147B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62D23D4-77E7-752C-222C-074DD22C3093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F54B69D-1EB1-E370-373B-E41EE83E7968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EF2B751-FD8A-E4C9-BE85-46315388E431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B3B2288-B9A5-486A-1BC6-AF1FC37BFD1E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ED9E517-8190-1869-140C-3A40C497EE46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2ED776D-AB1B-50E3-2294-28AA659F82DD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B874027-702D-AA1F-2DF9-395337C63522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1CEBD9D-86EB-19B7-DE0A-533E354B90A0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B5A67F7-C828-6323-0632-80B798C0C02D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2484463-EF88-E2AE-19B4-FBAB52C5D47D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0DFE444-6CCF-288E-03C9-9388EA81E746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0A182F5-CA3C-28D7-4B89-396D1121D7EA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FD96016-8827-852A-BBA1-6C58D9F521FF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B8B2C1C-0FDD-470F-08F5-FF76E3DE112B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D98BD6A-C74B-2B4D-F334-C3FDECBB9673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A680F2C-42BF-396A-8610-C14834651459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D5324CC-F152-2452-557F-071972BD5834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19B1AAF-A028-1350-1FCB-6B08AF3DCF11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05DDF3B-DCE3-1779-E338-2E896F79593A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15E44EB-9474-4BFE-572B-D3C9B372E6B2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16537E5-B16C-1A5C-588B-14776CCB0E08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DAF599B-F59B-3AA6-A569-B3252C2CB3AD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C2D8AE4-5F05-FFEA-4868-2D221789708F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E17FC24-EC7C-AFD1-9F6A-9B7CF6A42553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9F569FF4-0048-85F0-8A9B-E8D2586F72F5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B7526E4-CEAC-FFAC-1BDB-BDC46C4ECB2B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AD0ACD59-1CBC-A5C8-B9B7-EC0A11A330F5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F421AE6A-E3F0-5659-146A-DCFB0EB35302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8A88081-F33D-E18B-9CE3-4157A8D0D54F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7D0CF40-2F29-07FF-D3BA-4BB4AB73AC05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18991671-CC9E-36FF-73A7-E3AB7DBB6913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C2D3C34-33DC-D7C8-0F3A-780BBCAB7724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DB841392-5C48-E6F9-1081-5F192A575822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538F71E1-3B09-AE14-DB76-B64CE736A56D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5206B9DD-4E02-6DE8-C495-2279EA10B88B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B1C36081-6F32-EA72-89CB-1C6C31127FF8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FC40A5E-4BAF-EB0E-1A48-4FBBEEB6146D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81D8E23-9313-5E00-F2A1-0385719FFFF4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838239A-C44C-E666-C0AB-4C9292C74372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DEF6CE3-5C70-8776-2584-573D98EC5633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6C61476E-AC1A-AB48-1E73-AEEF647DD3B0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5AACE2FE-55FE-13BF-4B5F-CA32406E5D0A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5A3AAAC8-BF2C-ECAB-0D3C-3E583682E5F9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DD7D6CC-C81C-385B-D1FC-E7CCDB7675CC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43250530-6977-58F7-7F54-4D026E14010D}"/>
              </a:ext>
            </a:extLst>
          </p:cNvPr>
          <p:cNvSpPr/>
          <p:nvPr/>
        </p:nvSpPr>
        <p:spPr>
          <a:xfrm>
            <a:off x="7960768" y="76809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F88360FE-4F43-A07A-B0D7-79669CF9313E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F05D8B90-B3AD-3C1A-844A-D3D63E5FC287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D5B9B82A-A30F-6B57-F9DD-789B0E6DD49A}"/>
              </a:ext>
            </a:extLst>
          </p:cNvPr>
          <p:cNvSpPr/>
          <p:nvPr/>
        </p:nvSpPr>
        <p:spPr>
          <a:xfrm>
            <a:off x="428999" y="694767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Issues</a:t>
            </a:r>
            <a:r>
              <a:rPr lang="en-US" sz="4800" b="1" kern="0" spc="-100">
                <a:solidFill>
                  <a:srgbClr val="F59E0B"/>
                </a:solidFill>
                <a:latin typeface="Cambria" pitchFamily="34" charset="0"/>
              </a:rPr>
              <a:t>?</a:t>
            </a:r>
            <a:endParaRPr lang="en-US" sz="4800" b="1" kern="0" spc="-100" dirty="0">
              <a:solidFill>
                <a:srgbClr val="F59E0B"/>
              </a:solidFill>
              <a:latin typeface="Cambria" pitchFamily="34" charset="0"/>
            </a:endParaRPr>
          </a:p>
          <a:p>
            <a:endParaRPr lang="en-US" sz="6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CB42611C-0E6B-4A24-456B-F9174D77BE4A}"/>
              </a:ext>
            </a:extLst>
          </p:cNvPr>
          <p:cNvSpPr/>
          <p:nvPr/>
        </p:nvSpPr>
        <p:spPr>
          <a:xfrm>
            <a:off x="-1895457" y="3947163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304D207B-52AF-34D1-1DC6-B1A8CBFDEB36}"/>
              </a:ext>
            </a:extLst>
          </p:cNvPr>
          <p:cNvSpPr/>
          <p:nvPr/>
        </p:nvSpPr>
        <p:spPr>
          <a:xfrm>
            <a:off x="-1895458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946D7B74-C587-6270-3E62-80554B37957E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12</a:t>
            </a:r>
            <a:endParaRPr lang="en-US" sz="1000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5EC31F4-50D7-785F-312D-DF3957B4146C}"/>
              </a:ext>
            </a:extLst>
          </p:cNvPr>
          <p:cNvGrpSpPr/>
          <p:nvPr/>
        </p:nvGrpSpPr>
        <p:grpSpPr>
          <a:xfrm>
            <a:off x="457200" y="1783080"/>
            <a:ext cx="2679192" cy="2788920"/>
            <a:chOff x="457200" y="1783080"/>
            <a:chExt cx="2679192" cy="2788920"/>
          </a:xfrm>
        </p:grpSpPr>
        <p:sp>
          <p:nvSpPr>
            <p:cNvPr id="94" name="Shape 4">
              <a:extLst>
                <a:ext uri="{FF2B5EF4-FFF2-40B4-BE49-F238E27FC236}">
                  <a16:creationId xmlns:a16="http://schemas.microsoft.com/office/drawing/2014/main" id="{B0D886B8-C4D2-02EE-F7D8-8FB1318B0D34}"/>
                </a:ext>
              </a:extLst>
            </p:cNvPr>
            <p:cNvSpPr/>
            <p:nvPr/>
          </p:nvSpPr>
          <p:spPr>
            <a:xfrm>
              <a:off x="457200" y="1783080"/>
              <a:ext cx="2679192" cy="278892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52400" dist="25400" dir="5400000" algn="bl" rotWithShape="0">
                <a:srgbClr val="0F172A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5">
              <a:extLst>
                <a:ext uri="{FF2B5EF4-FFF2-40B4-BE49-F238E27FC236}">
                  <a16:creationId xmlns:a16="http://schemas.microsoft.com/office/drawing/2014/main" id="{51D7ED8A-E407-29EE-11AE-3EFE26ADADDB}"/>
                </a:ext>
              </a:extLst>
            </p:cNvPr>
            <p:cNvSpPr/>
            <p:nvPr/>
          </p:nvSpPr>
          <p:spPr>
            <a:xfrm>
              <a:off x="457200" y="1783080"/>
              <a:ext cx="2679192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Shape 6">
              <a:extLst>
                <a:ext uri="{FF2B5EF4-FFF2-40B4-BE49-F238E27FC236}">
                  <a16:creationId xmlns:a16="http://schemas.microsoft.com/office/drawing/2014/main" id="{7748D274-4927-B3DE-C779-42B3CF71FD1B}"/>
                </a:ext>
              </a:extLst>
            </p:cNvPr>
            <p:cNvSpPr/>
            <p:nvPr/>
          </p:nvSpPr>
          <p:spPr>
            <a:xfrm>
              <a:off x="822960" y="2194560"/>
              <a:ext cx="777240" cy="777240"/>
            </a:xfrm>
            <a:prstGeom prst="ellipse">
              <a:avLst/>
            </a:prstGeom>
            <a:solidFill>
              <a:srgbClr val="0B142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97" name="Image 0" descr="preencoded.png">
              <a:extLst>
                <a:ext uri="{FF2B5EF4-FFF2-40B4-BE49-F238E27FC236}">
                  <a16:creationId xmlns:a16="http://schemas.microsoft.com/office/drawing/2014/main" id="{EF6C06B5-7F64-6219-47C4-FBF66DCC7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120" y="2331720"/>
              <a:ext cx="502920" cy="502920"/>
            </a:xfrm>
            <a:prstGeom prst="rect">
              <a:avLst/>
            </a:prstGeom>
          </p:spPr>
        </p:pic>
        <p:sp>
          <p:nvSpPr>
            <p:cNvPr id="98" name="Text 7">
              <a:extLst>
                <a:ext uri="{FF2B5EF4-FFF2-40B4-BE49-F238E27FC236}">
                  <a16:creationId xmlns:a16="http://schemas.microsoft.com/office/drawing/2014/main" id="{CAAE8A55-F779-38CA-7BD0-61C61941C5A7}"/>
                </a:ext>
              </a:extLst>
            </p:cNvPr>
            <p:cNvSpPr/>
            <p:nvPr/>
          </p:nvSpPr>
          <p:spPr>
            <a:xfrm>
              <a:off x="2359152" y="2194560"/>
              <a:ext cx="548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kern="0" spc="20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99" name="Text 8">
              <a:extLst>
                <a:ext uri="{FF2B5EF4-FFF2-40B4-BE49-F238E27FC236}">
                  <a16:creationId xmlns:a16="http://schemas.microsoft.com/office/drawing/2014/main" id="{A8A5BA0F-F667-FE72-2689-D9E2DE3D2669}"/>
                </a:ext>
              </a:extLst>
            </p:cNvPr>
            <p:cNvSpPr/>
            <p:nvPr/>
          </p:nvSpPr>
          <p:spPr>
            <a:xfrm>
              <a:off x="731520" y="3177540"/>
              <a:ext cx="2084832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kern="0" spc="-30" dirty="0">
                  <a:solidFill>
                    <a:srgbClr val="0F172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High-dimensional data is complex</a:t>
              </a:r>
              <a:endParaRPr lang="en-US" sz="1800" dirty="0"/>
            </a:p>
          </p:txBody>
        </p:sp>
        <p:sp>
          <p:nvSpPr>
            <p:cNvPr id="100" name="Text 9">
              <a:extLst>
                <a:ext uri="{FF2B5EF4-FFF2-40B4-BE49-F238E27FC236}">
                  <a16:creationId xmlns:a16="http://schemas.microsoft.com/office/drawing/2014/main" id="{5BC5BF34-51B1-4C81-B380-D79575A1AA87}"/>
                </a:ext>
              </a:extLst>
            </p:cNvPr>
            <p:cNvSpPr/>
            <p:nvPr/>
          </p:nvSpPr>
          <p:spPr>
            <a:xfrm>
              <a:off x="718445" y="4112951"/>
              <a:ext cx="194767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 counts explode quickly</a:t>
              </a:r>
              <a:endParaRPr lang="en-US" sz="1100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0D813C7-8944-A2BF-4FD5-D46C9F6EA023}"/>
              </a:ext>
            </a:extLst>
          </p:cNvPr>
          <p:cNvGrpSpPr/>
          <p:nvPr/>
        </p:nvGrpSpPr>
        <p:grpSpPr>
          <a:xfrm>
            <a:off x="3264408" y="1783080"/>
            <a:ext cx="2679192" cy="2788920"/>
            <a:chOff x="3264408" y="1783080"/>
            <a:chExt cx="2679192" cy="2788920"/>
          </a:xfrm>
        </p:grpSpPr>
        <p:sp>
          <p:nvSpPr>
            <p:cNvPr id="101" name="Shape 10">
              <a:extLst>
                <a:ext uri="{FF2B5EF4-FFF2-40B4-BE49-F238E27FC236}">
                  <a16:creationId xmlns:a16="http://schemas.microsoft.com/office/drawing/2014/main" id="{20D6E363-D22D-38CA-B5C3-46E82A9E79F6}"/>
                </a:ext>
              </a:extLst>
            </p:cNvPr>
            <p:cNvSpPr/>
            <p:nvPr/>
          </p:nvSpPr>
          <p:spPr>
            <a:xfrm>
              <a:off x="3264408" y="1783080"/>
              <a:ext cx="2679192" cy="278892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52400" dist="25400" dir="5400000" algn="bl" rotWithShape="0">
                <a:srgbClr val="0F172A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Shape 11">
              <a:extLst>
                <a:ext uri="{FF2B5EF4-FFF2-40B4-BE49-F238E27FC236}">
                  <a16:creationId xmlns:a16="http://schemas.microsoft.com/office/drawing/2014/main" id="{E51F4BC4-D0E0-955B-AD6A-811C64450939}"/>
                </a:ext>
              </a:extLst>
            </p:cNvPr>
            <p:cNvSpPr/>
            <p:nvPr/>
          </p:nvSpPr>
          <p:spPr>
            <a:xfrm>
              <a:off x="3264408" y="1783080"/>
              <a:ext cx="2679192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Shape 12">
              <a:extLst>
                <a:ext uri="{FF2B5EF4-FFF2-40B4-BE49-F238E27FC236}">
                  <a16:creationId xmlns:a16="http://schemas.microsoft.com/office/drawing/2014/main" id="{431AB7D5-4AD5-671A-D5D8-001B9CA8E2E3}"/>
                </a:ext>
              </a:extLst>
            </p:cNvPr>
            <p:cNvSpPr/>
            <p:nvPr/>
          </p:nvSpPr>
          <p:spPr>
            <a:xfrm>
              <a:off x="3630168" y="2194560"/>
              <a:ext cx="777240" cy="777240"/>
            </a:xfrm>
            <a:prstGeom prst="ellipse">
              <a:avLst/>
            </a:prstGeom>
            <a:solidFill>
              <a:srgbClr val="0B142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04" name="Image 1" descr="preencoded.png">
              <a:extLst>
                <a:ext uri="{FF2B5EF4-FFF2-40B4-BE49-F238E27FC236}">
                  <a16:creationId xmlns:a16="http://schemas.microsoft.com/office/drawing/2014/main" id="{3A6644D1-AE85-2A2A-C86A-2F0655167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67328" y="2331720"/>
              <a:ext cx="502920" cy="502920"/>
            </a:xfrm>
            <a:prstGeom prst="rect">
              <a:avLst/>
            </a:prstGeom>
          </p:spPr>
        </p:pic>
        <p:sp>
          <p:nvSpPr>
            <p:cNvPr id="105" name="Text 13">
              <a:extLst>
                <a:ext uri="{FF2B5EF4-FFF2-40B4-BE49-F238E27FC236}">
                  <a16:creationId xmlns:a16="http://schemas.microsoft.com/office/drawing/2014/main" id="{41AB41E9-BDE6-4AE3-0813-5329B9BACF5C}"/>
                </a:ext>
              </a:extLst>
            </p:cNvPr>
            <p:cNvSpPr/>
            <p:nvPr/>
          </p:nvSpPr>
          <p:spPr>
            <a:xfrm>
              <a:off x="5166360" y="2194560"/>
              <a:ext cx="548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kern="0" spc="20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106" name="Text 14">
              <a:extLst>
                <a:ext uri="{FF2B5EF4-FFF2-40B4-BE49-F238E27FC236}">
                  <a16:creationId xmlns:a16="http://schemas.microsoft.com/office/drawing/2014/main" id="{2F379847-4CD0-F902-3BE8-47E79CB3FEF4}"/>
                </a:ext>
              </a:extLst>
            </p:cNvPr>
            <p:cNvSpPr/>
            <p:nvPr/>
          </p:nvSpPr>
          <p:spPr>
            <a:xfrm>
              <a:off x="3433572" y="3078483"/>
              <a:ext cx="1947672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kern="0" spc="-30" dirty="0">
                  <a:solidFill>
                    <a:srgbClr val="0F172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Hard to visualize</a:t>
              </a:r>
              <a:endParaRPr lang="en-US" sz="1800" dirty="0"/>
            </a:p>
          </p:txBody>
        </p:sp>
        <p:sp>
          <p:nvSpPr>
            <p:cNvPr id="107" name="Text 15">
              <a:extLst>
                <a:ext uri="{FF2B5EF4-FFF2-40B4-BE49-F238E27FC236}">
                  <a16:creationId xmlns:a16="http://schemas.microsoft.com/office/drawing/2014/main" id="{69705B0D-CEF4-2944-0F7F-802E54885F84}"/>
                </a:ext>
              </a:extLst>
            </p:cNvPr>
            <p:cNvSpPr/>
            <p:nvPr/>
          </p:nvSpPr>
          <p:spPr>
            <a:xfrm>
              <a:off x="3435409" y="4114800"/>
              <a:ext cx="234154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Beyond 3 dimensions, intuition fails</a:t>
              </a:r>
              <a:endParaRPr lang="en-US" sz="11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63F5448-D456-CC2B-505D-C671EDBEB74D}"/>
              </a:ext>
            </a:extLst>
          </p:cNvPr>
          <p:cNvGrpSpPr/>
          <p:nvPr/>
        </p:nvGrpSpPr>
        <p:grpSpPr>
          <a:xfrm>
            <a:off x="6071616" y="1783080"/>
            <a:ext cx="2679192" cy="2788920"/>
            <a:chOff x="6071616" y="1783080"/>
            <a:chExt cx="2679192" cy="2788920"/>
          </a:xfrm>
        </p:grpSpPr>
        <p:sp>
          <p:nvSpPr>
            <p:cNvPr id="108" name="Shape 16">
              <a:extLst>
                <a:ext uri="{FF2B5EF4-FFF2-40B4-BE49-F238E27FC236}">
                  <a16:creationId xmlns:a16="http://schemas.microsoft.com/office/drawing/2014/main" id="{6669CF3D-33E1-44EF-3AFC-47CA0F254D93}"/>
                </a:ext>
              </a:extLst>
            </p:cNvPr>
            <p:cNvSpPr/>
            <p:nvPr/>
          </p:nvSpPr>
          <p:spPr>
            <a:xfrm>
              <a:off x="6071616" y="1783080"/>
              <a:ext cx="2679192" cy="278892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52400" dist="25400" dir="5400000" algn="bl" rotWithShape="0">
                <a:srgbClr val="0F172A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17">
              <a:extLst>
                <a:ext uri="{FF2B5EF4-FFF2-40B4-BE49-F238E27FC236}">
                  <a16:creationId xmlns:a16="http://schemas.microsoft.com/office/drawing/2014/main" id="{F6F6991B-195B-CEBC-2589-2AF3541391CB}"/>
                </a:ext>
              </a:extLst>
            </p:cNvPr>
            <p:cNvSpPr/>
            <p:nvPr/>
          </p:nvSpPr>
          <p:spPr>
            <a:xfrm>
              <a:off x="6071616" y="1783080"/>
              <a:ext cx="2679192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18">
              <a:extLst>
                <a:ext uri="{FF2B5EF4-FFF2-40B4-BE49-F238E27FC236}">
                  <a16:creationId xmlns:a16="http://schemas.microsoft.com/office/drawing/2014/main" id="{568E4846-26D5-3CEE-01D0-F05BA8434030}"/>
                </a:ext>
              </a:extLst>
            </p:cNvPr>
            <p:cNvSpPr/>
            <p:nvPr/>
          </p:nvSpPr>
          <p:spPr>
            <a:xfrm>
              <a:off x="6437376" y="2194560"/>
              <a:ext cx="777240" cy="777240"/>
            </a:xfrm>
            <a:prstGeom prst="ellipse">
              <a:avLst/>
            </a:prstGeom>
            <a:solidFill>
              <a:srgbClr val="0B1426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1" name="Image 2" descr="preencoded.png">
              <a:extLst>
                <a:ext uri="{FF2B5EF4-FFF2-40B4-BE49-F238E27FC236}">
                  <a16:creationId xmlns:a16="http://schemas.microsoft.com/office/drawing/2014/main" id="{7A9EC403-E72D-B4E5-BFD0-B2B46BCA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74536" y="2331720"/>
              <a:ext cx="502920" cy="502920"/>
            </a:xfrm>
            <a:prstGeom prst="rect">
              <a:avLst/>
            </a:prstGeom>
          </p:spPr>
        </p:pic>
        <p:sp>
          <p:nvSpPr>
            <p:cNvPr id="112" name="Text 19">
              <a:extLst>
                <a:ext uri="{FF2B5EF4-FFF2-40B4-BE49-F238E27FC236}">
                  <a16:creationId xmlns:a16="http://schemas.microsoft.com/office/drawing/2014/main" id="{0C0D0CA0-EDBD-3E9A-E16F-F8030557B8B7}"/>
                </a:ext>
              </a:extLst>
            </p:cNvPr>
            <p:cNvSpPr/>
            <p:nvPr/>
          </p:nvSpPr>
          <p:spPr>
            <a:xfrm>
              <a:off x="7973568" y="2194560"/>
              <a:ext cx="548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200" b="1" kern="0" spc="20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113" name="Text 20">
              <a:extLst>
                <a:ext uri="{FF2B5EF4-FFF2-40B4-BE49-F238E27FC236}">
                  <a16:creationId xmlns:a16="http://schemas.microsoft.com/office/drawing/2014/main" id="{A3020FC4-4661-BDBC-8A0E-6BE7492CE894}"/>
                </a:ext>
              </a:extLst>
            </p:cNvPr>
            <p:cNvSpPr/>
            <p:nvPr/>
          </p:nvSpPr>
          <p:spPr>
            <a:xfrm>
              <a:off x="6259068" y="3072561"/>
              <a:ext cx="2340864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kern="0" spc="-30" dirty="0">
                  <a:solidFill>
                    <a:srgbClr val="0F172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Slower computations</a:t>
              </a:r>
              <a:endParaRPr lang="en-US" sz="1800" dirty="0"/>
            </a:p>
          </p:txBody>
        </p:sp>
        <p:sp>
          <p:nvSpPr>
            <p:cNvPr id="114" name="Text 21">
              <a:extLst>
                <a:ext uri="{FF2B5EF4-FFF2-40B4-BE49-F238E27FC236}">
                  <a16:creationId xmlns:a16="http://schemas.microsoft.com/office/drawing/2014/main" id="{0AB0FE59-D17C-4190-BA21-C68BDE356FA3}"/>
                </a:ext>
              </a:extLst>
            </p:cNvPr>
            <p:cNvSpPr/>
            <p:nvPr/>
          </p:nvSpPr>
          <p:spPr>
            <a:xfrm>
              <a:off x="6272784" y="4105833"/>
              <a:ext cx="194767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 grows with dimensionality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16100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8A196-31E3-A2EE-2FCD-6C0C52E8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55B965-1761-5507-B56A-365FA4BBE577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E7AA9A-A017-758D-1996-542AF70D2D2D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C94285-61F8-C654-CAF5-158650490C0F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4263AC-F44E-CD4A-A089-77CB3039A1F9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8ED20E0-F1F3-A761-C308-8BFE15D7AE8F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5F5085-F4A5-DE76-1D3C-C1E2B6884501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A2642CE-180C-EC46-B274-E9BC84ED1131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104446F-6B30-70D9-018D-68879F2F0FDA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F8B8076-FFFE-789F-17D2-19F84CFD17C5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0EE4962-4617-31CC-7C60-8466F55AD887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97D9DC4-91F4-E1F5-5EA8-84BCC01D86B2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86F9F7A-2BE7-0D6C-B142-687A179022EE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AA998DA-87AE-6445-4DF2-FFD327DB4A64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8681202-3BD9-39FF-D59F-70AB436C933F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7967CF6-C5ED-3E45-05AB-128EBF97382D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476FBAA-5D0D-B144-7023-74888984041B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BBAD639-B16E-EC63-A04D-F628F85DB02D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81CC606-A177-054C-2E80-0535CCCC8DDD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A6C8D66-5F8D-D180-AD31-CC745B73C2CD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53850B5-2289-9DEF-6683-350FE4EB9B3D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9F5D62E-F676-7482-2ED0-00538EA5ADBB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3800920-EB8F-29B4-723D-6557D90E146B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A7425F1-2AD8-2B31-DEF6-23339AFE3647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0712757-E322-5796-9DA4-67709249094E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5CD9EFF-71B7-C482-1AA4-AF38459EB56C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B355E1B-6D4F-70CA-431E-9EEE8CA34EB1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3963F59-DDE6-C981-9BF4-E971D2C68F2C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AD65ADC-2039-24A4-99DD-5DE658B2DF03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CCDCEBB-8ECB-5287-5833-B39DD9E475AB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0921712-09B9-9DA0-6885-17DFD92076E8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165A051-B622-0987-B0E0-C4B0FB9DCF28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7F82E8D-BB64-CF1C-53E6-6275732EDA59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6476EF9-A278-2D8F-9472-D8DF8E54886D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339F9C4-68D9-3C8A-FEAD-5C3894C777DE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BFC935B-F7B1-BADD-2DDF-C1AFE17632B5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0AB4AE2-E609-E3C5-1D2B-9F9E181D2EA7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EC43294-412F-4A66-4C4B-0A2F9F9ADDC5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01F75AA0-4BFD-DB96-3D74-7E8F5FDA3104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145FA72-A90E-58F8-A476-5617A50B72DE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C5AA13D-EE64-6B08-76E7-C9CE65156C0E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A2ACEDA-406D-90E6-8EB1-6608F11BC27E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DA4CFCD-64AB-FF5B-1487-B056ED3BEC8B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FE5A879-A06C-83EB-3A6E-4868A384BC97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7FDB2DDF-B1CE-23CC-9E0E-FC4688F906DF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9D74ADCB-A586-4B31-C0EF-0AB1A989ABAF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111F5F86-8D7C-3935-00D5-F0F0D58BC38A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A259E54-E317-5DEB-BB6E-A0BA63641E6C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37B3EA1-3044-53CB-46B2-24ED28B4E526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48F62B06-6439-375E-C3A4-CF477843D6CD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BDA77E45-A04B-8A5B-FED7-55872DA924A0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9000552B-F9A4-3B9B-6DFC-E133DB257EEC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6AFC7515-FCF9-D4DB-F468-F5377D5F919F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0E45AA63-627F-52F3-696F-148BB6A7E8B0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82115BA4-A731-5CF5-0D85-644BB2537865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0E019652-52B9-7EFD-E769-F172AE4B1156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A6C0E5D2-9012-2271-7C05-66233CB3B55D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091025FE-EF54-B632-F53B-905EFA920372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83CAAEF9-5F61-448B-B49E-ECEADBA9AE06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5507E2D-E01D-6400-ED1C-D7F4B5CF2D76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48029E7-86AA-A2FD-711F-06E7BBB82891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5A852131-B01A-7962-572F-C08D50ABCCEB}"/>
              </a:ext>
            </a:extLst>
          </p:cNvPr>
          <p:cNvSpPr/>
          <p:nvPr/>
        </p:nvSpPr>
        <p:spPr>
          <a:xfrm>
            <a:off x="8161020" y="75438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B16C1535-824C-3891-0714-898358F56FD8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2551F387-9F10-B172-4A9B-A1227E0B7702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F7595304-AB9F-0AD2-E24D-10F50E6997F4}"/>
              </a:ext>
            </a:extLst>
          </p:cNvPr>
          <p:cNvSpPr/>
          <p:nvPr/>
        </p:nvSpPr>
        <p:spPr>
          <a:xfrm>
            <a:off x="428999" y="194245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we solve them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526C2AD7-C8C0-35AA-776F-38C49887E6A2}"/>
              </a:ext>
            </a:extLst>
          </p:cNvPr>
          <p:cNvSpPr/>
          <p:nvPr/>
        </p:nvSpPr>
        <p:spPr>
          <a:xfrm>
            <a:off x="-1895457" y="3947163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572C34A3-5420-5FCD-AF01-B2278612ED9C}"/>
              </a:ext>
            </a:extLst>
          </p:cNvPr>
          <p:cNvSpPr/>
          <p:nvPr/>
        </p:nvSpPr>
        <p:spPr>
          <a:xfrm>
            <a:off x="-1895458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ACD3CE34-6EBA-0CD6-516C-F00E010AF78D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12</a:t>
            </a:r>
            <a:endParaRPr lang="en-US" sz="1000" dirty="0"/>
          </a:p>
        </p:txBody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54FC5432-0884-5DC1-CBDE-4AB06CC5103A}"/>
              </a:ext>
            </a:extLst>
          </p:cNvPr>
          <p:cNvSpPr/>
          <p:nvPr/>
        </p:nvSpPr>
        <p:spPr>
          <a:xfrm>
            <a:off x="9495194" y="1569431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4AC10E2A-6F99-4613-B150-CB3362E63657}"/>
              </a:ext>
            </a:extLst>
          </p:cNvPr>
          <p:cNvSpPr/>
          <p:nvPr/>
        </p:nvSpPr>
        <p:spPr>
          <a:xfrm>
            <a:off x="9495194" y="1569431"/>
            <a:ext cx="9144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">
            <a:extLst>
              <a:ext uri="{FF2B5EF4-FFF2-40B4-BE49-F238E27FC236}">
                <a16:creationId xmlns:a16="http://schemas.microsoft.com/office/drawing/2014/main" id="{2977C7F5-1CCD-95A0-A8A5-8D864F9D8A84}"/>
              </a:ext>
            </a:extLst>
          </p:cNvPr>
          <p:cNvSpPr/>
          <p:nvPr/>
        </p:nvSpPr>
        <p:spPr>
          <a:xfrm>
            <a:off x="9815234" y="1752311"/>
            <a:ext cx="594360" cy="594360"/>
          </a:xfrm>
          <a:prstGeom prst="ellipse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0" descr="preencoded.png">
            <a:extLst>
              <a:ext uri="{FF2B5EF4-FFF2-40B4-BE49-F238E27FC236}">
                <a16:creationId xmlns:a16="http://schemas.microsoft.com/office/drawing/2014/main" id="{DBC58B15-8D55-CFBD-FE1F-F3298DFD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962" y="1862039"/>
            <a:ext cx="374904" cy="374904"/>
          </a:xfrm>
          <a:prstGeom prst="rect">
            <a:avLst/>
          </a:prstGeom>
        </p:spPr>
      </p:pic>
      <p:sp>
        <p:nvSpPr>
          <p:cNvPr id="73" name="Text 7">
            <a:extLst>
              <a:ext uri="{FF2B5EF4-FFF2-40B4-BE49-F238E27FC236}">
                <a16:creationId xmlns:a16="http://schemas.microsoft.com/office/drawing/2014/main" id="{D14927ED-B42C-C5E3-79D8-F53B97AEFD1E}"/>
              </a:ext>
            </a:extLst>
          </p:cNvPr>
          <p:cNvSpPr/>
          <p:nvPr/>
        </p:nvSpPr>
        <p:spPr>
          <a:xfrm>
            <a:off x="10638194" y="1734023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Reduces dimensionality</a:t>
            </a:r>
            <a:endParaRPr lang="en-US" sz="1800" dirty="0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BBE8D791-4AA9-41A5-0494-37477BD68A93}"/>
              </a:ext>
            </a:extLst>
          </p:cNvPr>
          <p:cNvSpPr/>
          <p:nvPr/>
        </p:nvSpPr>
        <p:spPr>
          <a:xfrm>
            <a:off x="10638194" y="2099783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many features into a few axes</a:t>
            </a:r>
            <a:endParaRPr lang="en-US" sz="1200" dirty="0"/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B0F32604-49E8-18B3-C5E9-CD90A71DF06F}"/>
              </a:ext>
            </a:extLst>
          </p:cNvPr>
          <p:cNvSpPr/>
          <p:nvPr/>
        </p:nvSpPr>
        <p:spPr>
          <a:xfrm>
            <a:off x="-8607308" y="2639279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10">
            <a:extLst>
              <a:ext uri="{FF2B5EF4-FFF2-40B4-BE49-F238E27FC236}">
                <a16:creationId xmlns:a16="http://schemas.microsoft.com/office/drawing/2014/main" id="{A6E20FF4-F5E0-58E0-7CA4-6B7450829D47}"/>
              </a:ext>
            </a:extLst>
          </p:cNvPr>
          <p:cNvSpPr/>
          <p:nvPr/>
        </p:nvSpPr>
        <p:spPr>
          <a:xfrm>
            <a:off x="-8607308" y="2639279"/>
            <a:ext cx="9144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F184C456-4778-F39F-E25C-1CE19EB34AE8}"/>
              </a:ext>
            </a:extLst>
          </p:cNvPr>
          <p:cNvSpPr/>
          <p:nvPr/>
        </p:nvSpPr>
        <p:spPr>
          <a:xfrm>
            <a:off x="-8287268" y="2822159"/>
            <a:ext cx="594360" cy="594360"/>
          </a:xfrm>
          <a:prstGeom prst="ellipse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8" name="Image 1" descr="preencoded.png">
            <a:extLst>
              <a:ext uri="{FF2B5EF4-FFF2-40B4-BE49-F238E27FC236}">
                <a16:creationId xmlns:a16="http://schemas.microsoft.com/office/drawing/2014/main" id="{65591992-8656-D465-FE78-2CE515E9F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177540" y="2931887"/>
            <a:ext cx="374904" cy="374904"/>
          </a:xfrm>
          <a:prstGeom prst="rect">
            <a:avLst/>
          </a:prstGeom>
        </p:spPr>
      </p:pic>
      <p:sp>
        <p:nvSpPr>
          <p:cNvPr id="79" name="Text 12">
            <a:extLst>
              <a:ext uri="{FF2B5EF4-FFF2-40B4-BE49-F238E27FC236}">
                <a16:creationId xmlns:a16="http://schemas.microsoft.com/office/drawing/2014/main" id="{1EF316F6-A19A-FC26-4975-076E0C9FCAF1}"/>
              </a:ext>
            </a:extLst>
          </p:cNvPr>
          <p:cNvSpPr/>
          <p:nvPr/>
        </p:nvSpPr>
        <p:spPr>
          <a:xfrm>
            <a:off x="-7464308" y="2803871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Keeps most important information</a:t>
            </a:r>
            <a:endParaRPr lang="en-US" sz="1800" dirty="0"/>
          </a:p>
        </p:txBody>
      </p:sp>
      <p:sp>
        <p:nvSpPr>
          <p:cNvPr id="80" name="Text 13">
            <a:extLst>
              <a:ext uri="{FF2B5EF4-FFF2-40B4-BE49-F238E27FC236}">
                <a16:creationId xmlns:a16="http://schemas.microsoft.com/office/drawing/2014/main" id="{F8BEA19B-E1A6-3FA4-B37C-BBF831263975}"/>
              </a:ext>
            </a:extLst>
          </p:cNvPr>
          <p:cNvSpPr/>
          <p:nvPr/>
        </p:nvSpPr>
        <p:spPr>
          <a:xfrm>
            <a:off x="-7464308" y="3169631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directions of greatest variance</a:t>
            </a:r>
            <a:endParaRPr lang="en-US" sz="1200" dirty="0"/>
          </a:p>
        </p:txBody>
      </p:sp>
      <p:sp>
        <p:nvSpPr>
          <p:cNvPr id="81" name="Shape 14">
            <a:extLst>
              <a:ext uri="{FF2B5EF4-FFF2-40B4-BE49-F238E27FC236}">
                <a16:creationId xmlns:a16="http://schemas.microsoft.com/office/drawing/2014/main" id="{6FFB1023-3F0A-92E0-5BE0-4FFC421BB476}"/>
              </a:ext>
            </a:extLst>
          </p:cNvPr>
          <p:cNvSpPr/>
          <p:nvPr/>
        </p:nvSpPr>
        <p:spPr>
          <a:xfrm>
            <a:off x="9495194" y="3709127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15">
            <a:extLst>
              <a:ext uri="{FF2B5EF4-FFF2-40B4-BE49-F238E27FC236}">
                <a16:creationId xmlns:a16="http://schemas.microsoft.com/office/drawing/2014/main" id="{5F4FDA09-221D-211B-68D5-38021681E81B}"/>
              </a:ext>
            </a:extLst>
          </p:cNvPr>
          <p:cNvSpPr/>
          <p:nvPr/>
        </p:nvSpPr>
        <p:spPr>
          <a:xfrm>
            <a:off x="9495194" y="3709127"/>
            <a:ext cx="9144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16">
            <a:extLst>
              <a:ext uri="{FF2B5EF4-FFF2-40B4-BE49-F238E27FC236}">
                <a16:creationId xmlns:a16="http://schemas.microsoft.com/office/drawing/2014/main" id="{0C9540EC-8988-A50C-6C25-3DEFD87D2B05}"/>
              </a:ext>
            </a:extLst>
          </p:cNvPr>
          <p:cNvSpPr/>
          <p:nvPr/>
        </p:nvSpPr>
        <p:spPr>
          <a:xfrm>
            <a:off x="9815234" y="3892007"/>
            <a:ext cx="594360" cy="594360"/>
          </a:xfrm>
          <a:prstGeom prst="ellipse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4" name="Image 2" descr="preencoded.png">
            <a:extLst>
              <a:ext uri="{FF2B5EF4-FFF2-40B4-BE49-F238E27FC236}">
                <a16:creationId xmlns:a16="http://schemas.microsoft.com/office/drawing/2014/main" id="{A5A88185-2AA1-FF7B-7751-37CD3C3C9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962" y="4001735"/>
            <a:ext cx="374904" cy="374904"/>
          </a:xfrm>
          <a:prstGeom prst="rect">
            <a:avLst/>
          </a:prstGeom>
        </p:spPr>
      </p:pic>
      <p:sp>
        <p:nvSpPr>
          <p:cNvPr id="85" name="Text 17">
            <a:extLst>
              <a:ext uri="{FF2B5EF4-FFF2-40B4-BE49-F238E27FC236}">
                <a16:creationId xmlns:a16="http://schemas.microsoft.com/office/drawing/2014/main" id="{114A731F-79C8-9584-DE93-A412274E4308}"/>
              </a:ext>
            </a:extLst>
          </p:cNvPr>
          <p:cNvSpPr/>
          <p:nvPr/>
        </p:nvSpPr>
        <p:spPr>
          <a:xfrm>
            <a:off x="10638194" y="3873719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Transforms data into new axes</a:t>
            </a:r>
            <a:endParaRPr lang="en-US" sz="1800" dirty="0"/>
          </a:p>
        </p:txBody>
      </p:sp>
      <p:sp>
        <p:nvSpPr>
          <p:cNvPr id="86" name="Text 18">
            <a:extLst>
              <a:ext uri="{FF2B5EF4-FFF2-40B4-BE49-F238E27FC236}">
                <a16:creationId xmlns:a16="http://schemas.microsoft.com/office/drawing/2014/main" id="{54505B93-E8AC-803A-733A-081414C3B645}"/>
              </a:ext>
            </a:extLst>
          </p:cNvPr>
          <p:cNvSpPr/>
          <p:nvPr/>
        </p:nvSpPr>
        <p:spPr>
          <a:xfrm>
            <a:off x="10638194" y="4239479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Re-expresses points in a new coordinate system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52168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>
            <a:extLst>
              <a:ext uri="{FF2B5EF4-FFF2-40B4-BE49-F238E27FC236}">
                <a16:creationId xmlns:a16="http://schemas.microsoft.com/office/drawing/2014/main" id="{5018BE12-922D-D6F8-6E8E-226D61CC20B0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1">
            <a:extLst>
              <a:ext uri="{FF2B5EF4-FFF2-40B4-BE49-F238E27FC236}">
                <a16:creationId xmlns:a16="http://schemas.microsoft.com/office/drawing/2014/main" id="{5C1F8219-2048-43F2-1641-9BA3ED9C6A5D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2">
            <a:extLst>
              <a:ext uri="{FF2B5EF4-FFF2-40B4-BE49-F238E27FC236}">
                <a16:creationId xmlns:a16="http://schemas.microsoft.com/office/drawing/2014/main" id="{EA1E1A4E-EDA0-B4AD-490E-424BFFDCA21B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3">
            <a:extLst>
              <a:ext uri="{FF2B5EF4-FFF2-40B4-BE49-F238E27FC236}">
                <a16:creationId xmlns:a16="http://schemas.microsoft.com/office/drawing/2014/main" id="{582007E0-9EEC-0547-9C16-16A006EC8AC5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4">
            <a:extLst>
              <a:ext uri="{FF2B5EF4-FFF2-40B4-BE49-F238E27FC236}">
                <a16:creationId xmlns:a16="http://schemas.microsoft.com/office/drawing/2014/main" id="{5B48C4E8-C2FA-C422-528F-20A7FFBFFA0D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5">
            <a:extLst>
              <a:ext uri="{FF2B5EF4-FFF2-40B4-BE49-F238E27FC236}">
                <a16:creationId xmlns:a16="http://schemas.microsoft.com/office/drawing/2014/main" id="{791F150E-23E4-AE46-5C36-FD19D65D36D0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6">
            <a:extLst>
              <a:ext uri="{FF2B5EF4-FFF2-40B4-BE49-F238E27FC236}">
                <a16:creationId xmlns:a16="http://schemas.microsoft.com/office/drawing/2014/main" id="{6EFD4613-3E4A-5E22-FECB-F9AF4A128F4D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11301B32-86BC-3057-725A-0F24750365E4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8">
            <a:extLst>
              <a:ext uri="{FF2B5EF4-FFF2-40B4-BE49-F238E27FC236}">
                <a16:creationId xmlns:a16="http://schemas.microsoft.com/office/drawing/2014/main" id="{BB8990E3-95F4-476A-2DA3-D8454FBE8504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">
            <a:extLst>
              <a:ext uri="{FF2B5EF4-FFF2-40B4-BE49-F238E27FC236}">
                <a16:creationId xmlns:a16="http://schemas.microsoft.com/office/drawing/2014/main" id="{EB404D7F-ED10-FF7B-07CA-F734E8C3EB3A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10">
            <a:extLst>
              <a:ext uri="{FF2B5EF4-FFF2-40B4-BE49-F238E27FC236}">
                <a16:creationId xmlns:a16="http://schemas.microsoft.com/office/drawing/2014/main" id="{875D38EE-9B56-363F-C3CD-02656E920B71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1">
            <a:extLst>
              <a:ext uri="{FF2B5EF4-FFF2-40B4-BE49-F238E27FC236}">
                <a16:creationId xmlns:a16="http://schemas.microsoft.com/office/drawing/2014/main" id="{12756125-1EC9-2A8C-6C3A-C2B3CEC2EC95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2">
            <a:extLst>
              <a:ext uri="{FF2B5EF4-FFF2-40B4-BE49-F238E27FC236}">
                <a16:creationId xmlns:a16="http://schemas.microsoft.com/office/drawing/2014/main" id="{34595C44-2D6F-B84A-9189-7BA9FBBBC5E7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3">
            <a:extLst>
              <a:ext uri="{FF2B5EF4-FFF2-40B4-BE49-F238E27FC236}">
                <a16:creationId xmlns:a16="http://schemas.microsoft.com/office/drawing/2014/main" id="{18934CB9-132F-FDA5-A7AD-65631030BC99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4">
            <a:extLst>
              <a:ext uri="{FF2B5EF4-FFF2-40B4-BE49-F238E27FC236}">
                <a16:creationId xmlns:a16="http://schemas.microsoft.com/office/drawing/2014/main" id="{BF653D1D-2434-6262-60B7-9EDFB1416D80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5">
            <a:extLst>
              <a:ext uri="{FF2B5EF4-FFF2-40B4-BE49-F238E27FC236}">
                <a16:creationId xmlns:a16="http://schemas.microsoft.com/office/drawing/2014/main" id="{1677747D-B16E-4408-F917-7B07DB907777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6">
            <a:extLst>
              <a:ext uri="{FF2B5EF4-FFF2-40B4-BE49-F238E27FC236}">
                <a16:creationId xmlns:a16="http://schemas.microsoft.com/office/drawing/2014/main" id="{D61A7BFD-49DA-0535-C526-A523C61616F3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7">
            <a:extLst>
              <a:ext uri="{FF2B5EF4-FFF2-40B4-BE49-F238E27FC236}">
                <a16:creationId xmlns:a16="http://schemas.microsoft.com/office/drawing/2014/main" id="{AD6C0FF7-306F-18DA-E487-1723376CC399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8">
            <a:extLst>
              <a:ext uri="{FF2B5EF4-FFF2-40B4-BE49-F238E27FC236}">
                <a16:creationId xmlns:a16="http://schemas.microsoft.com/office/drawing/2014/main" id="{80ECAE41-003F-04F1-5A1F-717028B25675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9">
            <a:extLst>
              <a:ext uri="{FF2B5EF4-FFF2-40B4-BE49-F238E27FC236}">
                <a16:creationId xmlns:a16="http://schemas.microsoft.com/office/drawing/2014/main" id="{A9AD7DE5-4FA0-FCE8-D27E-945FD0B60049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20">
            <a:extLst>
              <a:ext uri="{FF2B5EF4-FFF2-40B4-BE49-F238E27FC236}">
                <a16:creationId xmlns:a16="http://schemas.microsoft.com/office/drawing/2014/main" id="{19D95062-CAC1-3831-7975-3D8B2B4F2A93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21">
            <a:extLst>
              <a:ext uri="{FF2B5EF4-FFF2-40B4-BE49-F238E27FC236}">
                <a16:creationId xmlns:a16="http://schemas.microsoft.com/office/drawing/2014/main" id="{0EDC0C5F-4AFD-7063-B5D4-603E42A14DF2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22">
            <a:extLst>
              <a:ext uri="{FF2B5EF4-FFF2-40B4-BE49-F238E27FC236}">
                <a16:creationId xmlns:a16="http://schemas.microsoft.com/office/drawing/2014/main" id="{06C8A0C5-DB05-B94B-7A40-E59FA5573D7F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23">
            <a:extLst>
              <a:ext uri="{FF2B5EF4-FFF2-40B4-BE49-F238E27FC236}">
                <a16:creationId xmlns:a16="http://schemas.microsoft.com/office/drawing/2014/main" id="{A04D9013-44DC-B028-D721-6C7EA756F4B2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24">
            <a:extLst>
              <a:ext uri="{FF2B5EF4-FFF2-40B4-BE49-F238E27FC236}">
                <a16:creationId xmlns:a16="http://schemas.microsoft.com/office/drawing/2014/main" id="{3795CDD8-F87D-EF0B-2226-D3384E143A41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25">
            <a:extLst>
              <a:ext uri="{FF2B5EF4-FFF2-40B4-BE49-F238E27FC236}">
                <a16:creationId xmlns:a16="http://schemas.microsoft.com/office/drawing/2014/main" id="{692E03EE-232E-039E-E54D-CF3837715CA2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26">
            <a:extLst>
              <a:ext uri="{FF2B5EF4-FFF2-40B4-BE49-F238E27FC236}">
                <a16:creationId xmlns:a16="http://schemas.microsoft.com/office/drawing/2014/main" id="{4AD8EA65-853F-2AFC-7E16-4AD71ED18BBD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27">
            <a:extLst>
              <a:ext uri="{FF2B5EF4-FFF2-40B4-BE49-F238E27FC236}">
                <a16:creationId xmlns:a16="http://schemas.microsoft.com/office/drawing/2014/main" id="{1A0D8488-BB3F-9C45-1C6A-C602CDC7B2F6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28">
            <a:extLst>
              <a:ext uri="{FF2B5EF4-FFF2-40B4-BE49-F238E27FC236}">
                <a16:creationId xmlns:a16="http://schemas.microsoft.com/office/drawing/2014/main" id="{E9585832-147E-8AF9-DE44-2B4CBC492C6B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29">
            <a:extLst>
              <a:ext uri="{FF2B5EF4-FFF2-40B4-BE49-F238E27FC236}">
                <a16:creationId xmlns:a16="http://schemas.microsoft.com/office/drawing/2014/main" id="{086C8205-828E-EB65-3775-2B1FD2154D2C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30">
            <a:extLst>
              <a:ext uri="{FF2B5EF4-FFF2-40B4-BE49-F238E27FC236}">
                <a16:creationId xmlns:a16="http://schemas.microsoft.com/office/drawing/2014/main" id="{A5C31997-8BD1-159D-092A-9F87C9A56487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31">
            <a:extLst>
              <a:ext uri="{FF2B5EF4-FFF2-40B4-BE49-F238E27FC236}">
                <a16:creationId xmlns:a16="http://schemas.microsoft.com/office/drawing/2014/main" id="{DCF973CA-17BE-3754-B03D-E33ACCDEF15F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32">
            <a:extLst>
              <a:ext uri="{FF2B5EF4-FFF2-40B4-BE49-F238E27FC236}">
                <a16:creationId xmlns:a16="http://schemas.microsoft.com/office/drawing/2014/main" id="{3BF7C73A-BCE5-6D4A-ED0F-0F96219BEFBC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33">
            <a:extLst>
              <a:ext uri="{FF2B5EF4-FFF2-40B4-BE49-F238E27FC236}">
                <a16:creationId xmlns:a16="http://schemas.microsoft.com/office/drawing/2014/main" id="{9FEFFDA4-D499-A317-B269-F329E89FB513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34">
            <a:extLst>
              <a:ext uri="{FF2B5EF4-FFF2-40B4-BE49-F238E27FC236}">
                <a16:creationId xmlns:a16="http://schemas.microsoft.com/office/drawing/2014/main" id="{FB75DEEB-0E76-C3C0-703A-9EAF58836F73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35">
            <a:extLst>
              <a:ext uri="{FF2B5EF4-FFF2-40B4-BE49-F238E27FC236}">
                <a16:creationId xmlns:a16="http://schemas.microsoft.com/office/drawing/2014/main" id="{867B53C3-8698-389F-FA3F-EF12B15ED56F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36">
            <a:extLst>
              <a:ext uri="{FF2B5EF4-FFF2-40B4-BE49-F238E27FC236}">
                <a16:creationId xmlns:a16="http://schemas.microsoft.com/office/drawing/2014/main" id="{1D85C346-6DAF-C75E-7EE2-8FF0311E7A0E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37">
            <a:extLst>
              <a:ext uri="{FF2B5EF4-FFF2-40B4-BE49-F238E27FC236}">
                <a16:creationId xmlns:a16="http://schemas.microsoft.com/office/drawing/2014/main" id="{4BB3CDED-CF6F-ABE9-59C9-4F53F993BAE3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38">
            <a:extLst>
              <a:ext uri="{FF2B5EF4-FFF2-40B4-BE49-F238E27FC236}">
                <a16:creationId xmlns:a16="http://schemas.microsoft.com/office/drawing/2014/main" id="{8FB58F4D-B1B5-12A6-DC07-741B9BC574D8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39">
            <a:extLst>
              <a:ext uri="{FF2B5EF4-FFF2-40B4-BE49-F238E27FC236}">
                <a16:creationId xmlns:a16="http://schemas.microsoft.com/office/drawing/2014/main" id="{D42C619E-1DAA-C89D-19D2-E5CBF1382415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40">
            <a:extLst>
              <a:ext uri="{FF2B5EF4-FFF2-40B4-BE49-F238E27FC236}">
                <a16:creationId xmlns:a16="http://schemas.microsoft.com/office/drawing/2014/main" id="{2D084408-4FE2-D04B-517B-CF3E6C850B3D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41">
            <a:extLst>
              <a:ext uri="{FF2B5EF4-FFF2-40B4-BE49-F238E27FC236}">
                <a16:creationId xmlns:a16="http://schemas.microsoft.com/office/drawing/2014/main" id="{7DC9B0D1-1D2C-3567-B390-C5805EDE9732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42">
            <a:extLst>
              <a:ext uri="{FF2B5EF4-FFF2-40B4-BE49-F238E27FC236}">
                <a16:creationId xmlns:a16="http://schemas.microsoft.com/office/drawing/2014/main" id="{E7B4C732-0952-272F-76BD-5BBCBA61266F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43">
            <a:extLst>
              <a:ext uri="{FF2B5EF4-FFF2-40B4-BE49-F238E27FC236}">
                <a16:creationId xmlns:a16="http://schemas.microsoft.com/office/drawing/2014/main" id="{C760B689-7687-F3E1-4EB8-118D827BF6F7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44">
            <a:extLst>
              <a:ext uri="{FF2B5EF4-FFF2-40B4-BE49-F238E27FC236}">
                <a16:creationId xmlns:a16="http://schemas.microsoft.com/office/drawing/2014/main" id="{70CB9EDF-8343-4856-7E3A-DE0B48A8EEE4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45">
            <a:extLst>
              <a:ext uri="{FF2B5EF4-FFF2-40B4-BE49-F238E27FC236}">
                <a16:creationId xmlns:a16="http://schemas.microsoft.com/office/drawing/2014/main" id="{64847C6F-1415-A84D-A8B8-EFFFFBDDDB5D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46">
            <a:extLst>
              <a:ext uri="{FF2B5EF4-FFF2-40B4-BE49-F238E27FC236}">
                <a16:creationId xmlns:a16="http://schemas.microsoft.com/office/drawing/2014/main" id="{0F2ABAE6-40B4-2403-CE81-5668CE4119BC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47">
            <a:extLst>
              <a:ext uri="{FF2B5EF4-FFF2-40B4-BE49-F238E27FC236}">
                <a16:creationId xmlns:a16="http://schemas.microsoft.com/office/drawing/2014/main" id="{5CA046C5-507B-17A7-E892-DAD6439A2BBD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48">
            <a:extLst>
              <a:ext uri="{FF2B5EF4-FFF2-40B4-BE49-F238E27FC236}">
                <a16:creationId xmlns:a16="http://schemas.microsoft.com/office/drawing/2014/main" id="{703E1BF2-36BF-FD02-4EB7-03D6B56ED617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49">
            <a:extLst>
              <a:ext uri="{FF2B5EF4-FFF2-40B4-BE49-F238E27FC236}">
                <a16:creationId xmlns:a16="http://schemas.microsoft.com/office/drawing/2014/main" id="{D9B2941B-D454-CD0D-A96B-6B5AEB2F8868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50">
            <a:extLst>
              <a:ext uri="{FF2B5EF4-FFF2-40B4-BE49-F238E27FC236}">
                <a16:creationId xmlns:a16="http://schemas.microsoft.com/office/drawing/2014/main" id="{629EC7CE-3329-3E51-76C6-17D50F34B502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51">
            <a:extLst>
              <a:ext uri="{FF2B5EF4-FFF2-40B4-BE49-F238E27FC236}">
                <a16:creationId xmlns:a16="http://schemas.microsoft.com/office/drawing/2014/main" id="{1B3151CE-3D27-FEF5-5586-5A872C1B971A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52">
            <a:extLst>
              <a:ext uri="{FF2B5EF4-FFF2-40B4-BE49-F238E27FC236}">
                <a16:creationId xmlns:a16="http://schemas.microsoft.com/office/drawing/2014/main" id="{35EF6AFF-72B8-1E8A-ADB7-33AE57672A72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53">
            <a:extLst>
              <a:ext uri="{FF2B5EF4-FFF2-40B4-BE49-F238E27FC236}">
                <a16:creationId xmlns:a16="http://schemas.microsoft.com/office/drawing/2014/main" id="{075A08B3-A8AC-D646-3FC4-039EFDA9BD39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54">
            <a:extLst>
              <a:ext uri="{FF2B5EF4-FFF2-40B4-BE49-F238E27FC236}">
                <a16:creationId xmlns:a16="http://schemas.microsoft.com/office/drawing/2014/main" id="{276E091D-7D88-FE74-C0ED-D89B7238E059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55">
            <a:extLst>
              <a:ext uri="{FF2B5EF4-FFF2-40B4-BE49-F238E27FC236}">
                <a16:creationId xmlns:a16="http://schemas.microsoft.com/office/drawing/2014/main" id="{99B59D98-AFCF-273F-9F82-BCB16B6F639C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56">
            <a:extLst>
              <a:ext uri="{FF2B5EF4-FFF2-40B4-BE49-F238E27FC236}">
                <a16:creationId xmlns:a16="http://schemas.microsoft.com/office/drawing/2014/main" id="{9A68CBF9-475E-453B-6683-7A496B4540DD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57">
            <a:extLst>
              <a:ext uri="{FF2B5EF4-FFF2-40B4-BE49-F238E27FC236}">
                <a16:creationId xmlns:a16="http://schemas.microsoft.com/office/drawing/2014/main" id="{058878A9-7DFB-4353-72E7-8B1DC223626A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58">
            <a:extLst>
              <a:ext uri="{FF2B5EF4-FFF2-40B4-BE49-F238E27FC236}">
                <a16:creationId xmlns:a16="http://schemas.microsoft.com/office/drawing/2014/main" id="{47DF0392-03E5-913B-BD7D-17F01558B732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59">
            <a:extLst>
              <a:ext uri="{FF2B5EF4-FFF2-40B4-BE49-F238E27FC236}">
                <a16:creationId xmlns:a16="http://schemas.microsoft.com/office/drawing/2014/main" id="{83C3D44F-A8BB-A3AC-D069-9754A3871C6E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60">
            <a:extLst>
              <a:ext uri="{FF2B5EF4-FFF2-40B4-BE49-F238E27FC236}">
                <a16:creationId xmlns:a16="http://schemas.microsoft.com/office/drawing/2014/main" id="{5B67D921-6037-AF62-F48F-9B48CD912FE7}"/>
              </a:ext>
            </a:extLst>
          </p:cNvPr>
          <p:cNvSpPr/>
          <p:nvPr/>
        </p:nvSpPr>
        <p:spPr>
          <a:xfrm>
            <a:off x="8353876" y="76809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61">
            <a:extLst>
              <a:ext uri="{FF2B5EF4-FFF2-40B4-BE49-F238E27FC236}">
                <a16:creationId xmlns:a16="http://schemas.microsoft.com/office/drawing/2014/main" id="{F047F32D-FCA0-CB04-0383-9DFD9B6C30F4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Text 62">
            <a:extLst>
              <a:ext uri="{FF2B5EF4-FFF2-40B4-BE49-F238E27FC236}">
                <a16:creationId xmlns:a16="http://schemas.microsoft.com/office/drawing/2014/main" id="{86F6D2DF-4807-BD0D-5BB2-EAF04C4A5406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154" name="Text 64">
            <a:extLst>
              <a:ext uri="{FF2B5EF4-FFF2-40B4-BE49-F238E27FC236}">
                <a16:creationId xmlns:a16="http://schemas.microsoft.com/office/drawing/2014/main" id="{CEA08E9D-0E65-FF75-2CD0-5A74D8BE7552}"/>
              </a:ext>
            </a:extLst>
          </p:cNvPr>
          <p:cNvSpPr/>
          <p:nvPr/>
        </p:nvSpPr>
        <p:spPr>
          <a:xfrm>
            <a:off x="428999" y="652037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kern="0" spc="-1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can we solve them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500" dirty="0"/>
          </a:p>
        </p:txBody>
      </p:sp>
      <p:sp>
        <p:nvSpPr>
          <p:cNvPr id="155" name="Text 69">
            <a:extLst>
              <a:ext uri="{FF2B5EF4-FFF2-40B4-BE49-F238E27FC236}">
                <a16:creationId xmlns:a16="http://schemas.microsoft.com/office/drawing/2014/main" id="{D1C5499E-6806-73BB-6C2C-0A302E8CEB0E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12</a:t>
            </a:r>
            <a:endParaRPr lang="en-US" sz="1000" dirty="0"/>
          </a:p>
        </p:txBody>
      </p:sp>
      <p:sp>
        <p:nvSpPr>
          <p:cNvPr id="157" name="Shape 4">
            <a:extLst>
              <a:ext uri="{FF2B5EF4-FFF2-40B4-BE49-F238E27FC236}">
                <a16:creationId xmlns:a16="http://schemas.microsoft.com/office/drawing/2014/main" id="{95FDE35E-24AD-525E-1F60-4737196F47B2}"/>
              </a:ext>
            </a:extLst>
          </p:cNvPr>
          <p:cNvSpPr/>
          <p:nvPr/>
        </p:nvSpPr>
        <p:spPr>
          <a:xfrm>
            <a:off x="457200" y="1569431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5">
            <a:extLst>
              <a:ext uri="{FF2B5EF4-FFF2-40B4-BE49-F238E27FC236}">
                <a16:creationId xmlns:a16="http://schemas.microsoft.com/office/drawing/2014/main" id="{339CA7E2-CDF5-B54C-BE84-99035E35CFF0}"/>
              </a:ext>
            </a:extLst>
          </p:cNvPr>
          <p:cNvSpPr/>
          <p:nvPr/>
        </p:nvSpPr>
        <p:spPr>
          <a:xfrm>
            <a:off x="457200" y="1569431"/>
            <a:ext cx="9144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6">
            <a:extLst>
              <a:ext uri="{FF2B5EF4-FFF2-40B4-BE49-F238E27FC236}">
                <a16:creationId xmlns:a16="http://schemas.microsoft.com/office/drawing/2014/main" id="{C56723D7-3735-A807-8D45-D0A6A28D5D2C}"/>
              </a:ext>
            </a:extLst>
          </p:cNvPr>
          <p:cNvSpPr/>
          <p:nvPr/>
        </p:nvSpPr>
        <p:spPr>
          <a:xfrm>
            <a:off x="777240" y="1752311"/>
            <a:ext cx="594360" cy="594360"/>
          </a:xfrm>
          <a:prstGeom prst="ellipse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0" name="Image 0" descr="preencoded.png">
            <a:extLst>
              <a:ext uri="{FF2B5EF4-FFF2-40B4-BE49-F238E27FC236}">
                <a16:creationId xmlns:a16="http://schemas.microsoft.com/office/drawing/2014/main" id="{F8795BB2-B881-0505-7C54-81B4FF759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62039"/>
            <a:ext cx="374904" cy="374904"/>
          </a:xfrm>
          <a:prstGeom prst="rect">
            <a:avLst/>
          </a:prstGeom>
        </p:spPr>
      </p:pic>
      <p:sp>
        <p:nvSpPr>
          <p:cNvPr id="161" name="Text 7">
            <a:extLst>
              <a:ext uri="{FF2B5EF4-FFF2-40B4-BE49-F238E27FC236}">
                <a16:creationId xmlns:a16="http://schemas.microsoft.com/office/drawing/2014/main" id="{77138028-45E3-FC95-658E-C16B1117AB0D}"/>
              </a:ext>
            </a:extLst>
          </p:cNvPr>
          <p:cNvSpPr/>
          <p:nvPr/>
        </p:nvSpPr>
        <p:spPr>
          <a:xfrm>
            <a:off x="1600200" y="1734023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Reduces dimensionality</a:t>
            </a:r>
            <a:endParaRPr lang="en-US" sz="1800" dirty="0"/>
          </a:p>
        </p:txBody>
      </p:sp>
      <p:sp>
        <p:nvSpPr>
          <p:cNvPr id="162" name="Text 8">
            <a:extLst>
              <a:ext uri="{FF2B5EF4-FFF2-40B4-BE49-F238E27FC236}">
                <a16:creationId xmlns:a16="http://schemas.microsoft.com/office/drawing/2014/main" id="{5BBA082E-6BFB-55D6-CA8A-D4894006ABF8}"/>
              </a:ext>
            </a:extLst>
          </p:cNvPr>
          <p:cNvSpPr/>
          <p:nvPr/>
        </p:nvSpPr>
        <p:spPr>
          <a:xfrm>
            <a:off x="1600200" y="2099783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many features into a few axes</a:t>
            </a:r>
            <a:endParaRPr lang="en-US" sz="1200" dirty="0"/>
          </a:p>
        </p:txBody>
      </p:sp>
      <p:sp>
        <p:nvSpPr>
          <p:cNvPr id="163" name="Shape 9">
            <a:extLst>
              <a:ext uri="{FF2B5EF4-FFF2-40B4-BE49-F238E27FC236}">
                <a16:creationId xmlns:a16="http://schemas.microsoft.com/office/drawing/2014/main" id="{0B75BABE-0DEB-DD86-9C3B-46B74F7A9782}"/>
              </a:ext>
            </a:extLst>
          </p:cNvPr>
          <p:cNvSpPr/>
          <p:nvPr/>
        </p:nvSpPr>
        <p:spPr>
          <a:xfrm>
            <a:off x="457200" y="2639279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0">
            <a:extLst>
              <a:ext uri="{FF2B5EF4-FFF2-40B4-BE49-F238E27FC236}">
                <a16:creationId xmlns:a16="http://schemas.microsoft.com/office/drawing/2014/main" id="{DC130280-164A-BEA8-0B49-A6A656A97788}"/>
              </a:ext>
            </a:extLst>
          </p:cNvPr>
          <p:cNvSpPr/>
          <p:nvPr/>
        </p:nvSpPr>
        <p:spPr>
          <a:xfrm>
            <a:off x="457200" y="2639279"/>
            <a:ext cx="9144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1">
            <a:extLst>
              <a:ext uri="{FF2B5EF4-FFF2-40B4-BE49-F238E27FC236}">
                <a16:creationId xmlns:a16="http://schemas.microsoft.com/office/drawing/2014/main" id="{2D09C23D-AC34-36B7-F7BD-A2BC4AF48FF6}"/>
              </a:ext>
            </a:extLst>
          </p:cNvPr>
          <p:cNvSpPr/>
          <p:nvPr/>
        </p:nvSpPr>
        <p:spPr>
          <a:xfrm>
            <a:off x="777240" y="2822159"/>
            <a:ext cx="594360" cy="594360"/>
          </a:xfrm>
          <a:prstGeom prst="ellipse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6" name="Image 1" descr="preencoded.png">
            <a:extLst>
              <a:ext uri="{FF2B5EF4-FFF2-40B4-BE49-F238E27FC236}">
                <a16:creationId xmlns:a16="http://schemas.microsoft.com/office/drawing/2014/main" id="{BC84F18C-963A-06A3-962F-05C12FA67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931887"/>
            <a:ext cx="374904" cy="374904"/>
          </a:xfrm>
          <a:prstGeom prst="rect">
            <a:avLst/>
          </a:prstGeom>
        </p:spPr>
      </p:pic>
      <p:sp>
        <p:nvSpPr>
          <p:cNvPr id="167" name="Text 12">
            <a:extLst>
              <a:ext uri="{FF2B5EF4-FFF2-40B4-BE49-F238E27FC236}">
                <a16:creationId xmlns:a16="http://schemas.microsoft.com/office/drawing/2014/main" id="{DAA780A8-467C-FE29-F95C-CE2B008AE77E}"/>
              </a:ext>
            </a:extLst>
          </p:cNvPr>
          <p:cNvSpPr/>
          <p:nvPr/>
        </p:nvSpPr>
        <p:spPr>
          <a:xfrm>
            <a:off x="1600200" y="2803871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Keeps most important information</a:t>
            </a:r>
            <a:endParaRPr lang="en-US" sz="1800" dirty="0"/>
          </a:p>
        </p:txBody>
      </p:sp>
      <p:sp>
        <p:nvSpPr>
          <p:cNvPr id="168" name="Text 13">
            <a:extLst>
              <a:ext uri="{FF2B5EF4-FFF2-40B4-BE49-F238E27FC236}">
                <a16:creationId xmlns:a16="http://schemas.microsoft.com/office/drawing/2014/main" id="{29AE4AC7-89F4-5968-7580-4E9046A57CF3}"/>
              </a:ext>
            </a:extLst>
          </p:cNvPr>
          <p:cNvSpPr/>
          <p:nvPr/>
        </p:nvSpPr>
        <p:spPr>
          <a:xfrm>
            <a:off x="1600200" y="3169631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directions of greatest variance</a:t>
            </a:r>
            <a:endParaRPr lang="en-US" sz="1200" dirty="0"/>
          </a:p>
        </p:txBody>
      </p:sp>
      <p:sp>
        <p:nvSpPr>
          <p:cNvPr id="169" name="Shape 14">
            <a:extLst>
              <a:ext uri="{FF2B5EF4-FFF2-40B4-BE49-F238E27FC236}">
                <a16:creationId xmlns:a16="http://schemas.microsoft.com/office/drawing/2014/main" id="{E2F006E9-30B3-776D-3BFE-FE0640049C5E}"/>
              </a:ext>
            </a:extLst>
          </p:cNvPr>
          <p:cNvSpPr/>
          <p:nvPr/>
        </p:nvSpPr>
        <p:spPr>
          <a:xfrm>
            <a:off x="457200" y="3709127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5">
            <a:extLst>
              <a:ext uri="{FF2B5EF4-FFF2-40B4-BE49-F238E27FC236}">
                <a16:creationId xmlns:a16="http://schemas.microsoft.com/office/drawing/2014/main" id="{3087E55A-215E-9D2F-A64D-5B1EE822D1A3}"/>
              </a:ext>
            </a:extLst>
          </p:cNvPr>
          <p:cNvSpPr/>
          <p:nvPr/>
        </p:nvSpPr>
        <p:spPr>
          <a:xfrm>
            <a:off x="457200" y="3709127"/>
            <a:ext cx="9144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">
            <a:extLst>
              <a:ext uri="{FF2B5EF4-FFF2-40B4-BE49-F238E27FC236}">
                <a16:creationId xmlns:a16="http://schemas.microsoft.com/office/drawing/2014/main" id="{6CEA21F0-85E3-701E-2250-D6DF6F5B8232}"/>
              </a:ext>
            </a:extLst>
          </p:cNvPr>
          <p:cNvSpPr/>
          <p:nvPr/>
        </p:nvSpPr>
        <p:spPr>
          <a:xfrm>
            <a:off x="777240" y="3892007"/>
            <a:ext cx="594360" cy="594360"/>
          </a:xfrm>
          <a:prstGeom prst="ellipse">
            <a:avLst/>
          </a:prstGeom>
          <a:solidFill>
            <a:srgbClr val="0B14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2" name="Image 2" descr="preencoded.png">
            <a:extLst>
              <a:ext uri="{FF2B5EF4-FFF2-40B4-BE49-F238E27FC236}">
                <a16:creationId xmlns:a16="http://schemas.microsoft.com/office/drawing/2014/main" id="{651E8595-BDFC-02FF-5F91-979E08121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001735"/>
            <a:ext cx="374904" cy="374904"/>
          </a:xfrm>
          <a:prstGeom prst="rect">
            <a:avLst/>
          </a:prstGeom>
        </p:spPr>
      </p:pic>
      <p:sp>
        <p:nvSpPr>
          <p:cNvPr id="173" name="Text 17">
            <a:extLst>
              <a:ext uri="{FF2B5EF4-FFF2-40B4-BE49-F238E27FC236}">
                <a16:creationId xmlns:a16="http://schemas.microsoft.com/office/drawing/2014/main" id="{04338378-F2E8-4C43-2A37-1618052AE26F}"/>
              </a:ext>
            </a:extLst>
          </p:cNvPr>
          <p:cNvSpPr/>
          <p:nvPr/>
        </p:nvSpPr>
        <p:spPr>
          <a:xfrm>
            <a:off x="1600200" y="3873719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Transforms data into new axes</a:t>
            </a:r>
            <a:endParaRPr lang="en-US" sz="1800" dirty="0"/>
          </a:p>
        </p:txBody>
      </p:sp>
      <p:sp>
        <p:nvSpPr>
          <p:cNvPr id="174" name="Text 18">
            <a:extLst>
              <a:ext uri="{FF2B5EF4-FFF2-40B4-BE49-F238E27FC236}">
                <a16:creationId xmlns:a16="http://schemas.microsoft.com/office/drawing/2014/main" id="{67D375F3-B617-115B-E12A-B79559499D9E}"/>
              </a:ext>
            </a:extLst>
          </p:cNvPr>
          <p:cNvSpPr/>
          <p:nvPr/>
        </p:nvSpPr>
        <p:spPr>
          <a:xfrm>
            <a:off x="1600200" y="4239479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Re-expresses points in a new coordinate system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32B24-E2D6-F6AC-0D2C-ACDDE158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F78ED8-FF3D-B3A0-E334-2668AE7CC9DD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BE6F9D8-862E-5C43-1F94-6E72D3717103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5D6D79-863A-C1C4-B124-EE09C6F2A9B4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22F64A-92F1-A9DB-C11F-2FA72F7267FD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F5F2FB0-C9E4-CAC6-7DB8-2304BD42462B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B1EAAD-ADE1-4CC6-8C81-0A5B9F0B24DB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2A6235-A4CD-06CE-0DD7-149E9DB59ACC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3099210-46E6-F84E-7E69-6B0B0C46F11D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5A3F5A7-1265-A9BF-2C4F-E88E6E1C6A45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7C4FA0B-F34E-8453-E4E7-EF5685BCEF84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7A9B295-DA74-3ADD-CB34-33A04064C445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DA4A6CE-01E8-4AF4-67DE-F550033D45FF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238BD0E-2421-100F-A737-F3C5E5905656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5F9A6E1-49C7-F03E-B616-BF5E2E417852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256AA38-63D1-FF0C-79AE-D92A8C6BC6E2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F89A154-169D-83EC-79A8-F065B5089663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487D6E3-B1CA-7431-CEEF-F904F71F009F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422200B-FF08-B161-2AF4-7E0DE3AA889E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2889348-A8A3-D999-B8F5-5DCEE976F731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48049B2-530C-52DF-33C6-5793B99D74A2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C946A27-D5D0-8C18-F23E-0BEC1E909B89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CF3F004-8623-7E59-B37B-755CD40DA987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CB48C3E-93C9-09B0-61F4-A1EF4666846F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948DA06-F738-D5E9-1FA0-C75A2A4C6E6F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39DEA7C-B9E5-E1E2-2F2A-DEC44B2366E6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F64DA3B-9381-09F7-3BB0-ADF06996DD07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342CC15-D1EE-2F63-B5E9-7BC03C260B73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B9A4332-9E25-D132-D33B-39F3AA324E61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B10E6B5-417E-B03F-D399-768520B602BF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8F159F7-8A0E-B6A4-909F-C920567D0ED0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C3E0AFE-7F72-8301-6495-A67523D44EBE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3728D10-6F77-9FAE-C2BE-A33C7D4E6BAF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F176575-A718-5A3B-5F30-8651215DF7AE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2E97CA2-922B-0C26-2D2D-5FC5F826F8C7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B11B72F7-E922-E015-2BE9-309C60547C7B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0289FF3-9F98-CE41-BAF8-8A8CE23C96B4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4B69E08-104B-7556-8FB0-B966AF4BF53C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09F04E0-00DA-52A6-33F8-B3B056BF58EF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8B4257C-A016-4823-7E7B-657D7728B93B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699BAB1-8370-FC78-2E76-402DB8296076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951BCD47-8950-4450-6FDA-29FEE82DC68B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E97C9FB-B6CB-A774-6448-D2E6E8A555FA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87CA65B-C93F-0ADE-8C34-CE27CCB1B98F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7AEAB1E-CB42-8BC9-8DA2-1BDFF5216C5D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265D6B2-DD34-8D0D-974C-8F7AD672D527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DBA606E-8753-8AFD-80E0-270320F37EEF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60AEA2EA-527C-76D8-B05E-38AC7658C12C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F84AF212-96F3-00FB-E376-258F7764927A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91FB0E1B-33C6-762E-E694-B9988BA8B83D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34FCF55-3DC5-DD29-46A4-3FE62FC1D3BA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FBA33B8-61D0-0C0D-62E5-E4064FB3ED6B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ED72237F-5C2C-3B7F-4DF1-4BF8129672E8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5B3996D-C227-6C87-3160-6DB52F4655BC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64E5450-4CF6-AD5C-F971-88778B62D5FA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969DE9F0-EA86-1BA5-CC07-C9FE99EF4675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BC94C9E9-5805-D5B9-B524-94DBA483E6C7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591238E-45D4-B341-F188-41A2DF715C39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CB77519-EC0D-46BD-4965-3F011B43DFB5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5EB6E7E-7330-831B-C233-805E78CE439A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B612009-6215-711A-F664-2EAD6E0B3165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134382A1-E74F-A67C-471F-107D5F951CF7}"/>
              </a:ext>
            </a:extLst>
          </p:cNvPr>
          <p:cNvSpPr/>
          <p:nvPr/>
        </p:nvSpPr>
        <p:spPr>
          <a:xfrm>
            <a:off x="8558976" y="76809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7C86C8EE-B556-1360-8B1D-27231376077D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B441B70D-E955-D0EF-60A0-0FD978071FA9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5" name="Text 64">
            <a:extLst>
              <a:ext uri="{FF2B5EF4-FFF2-40B4-BE49-F238E27FC236}">
                <a16:creationId xmlns:a16="http://schemas.microsoft.com/office/drawing/2014/main" id="{3EB97A53-6A63-2A90-D0BB-ED2B93EEC8D4}"/>
              </a:ext>
            </a:extLst>
          </p:cNvPr>
          <p:cNvSpPr/>
          <p:nvPr/>
        </p:nvSpPr>
        <p:spPr>
          <a:xfrm>
            <a:off x="428999" y="194245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work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66" name="Shape 65">
            <a:extLst>
              <a:ext uri="{FF2B5EF4-FFF2-40B4-BE49-F238E27FC236}">
                <a16:creationId xmlns:a16="http://schemas.microsoft.com/office/drawing/2014/main" id="{64EC1269-4B9E-B166-E942-D19E7E3F1EF8}"/>
              </a:ext>
            </a:extLst>
          </p:cNvPr>
          <p:cNvSpPr/>
          <p:nvPr/>
        </p:nvSpPr>
        <p:spPr>
          <a:xfrm>
            <a:off x="-1895457" y="3947163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6">
            <a:extLst>
              <a:ext uri="{FF2B5EF4-FFF2-40B4-BE49-F238E27FC236}">
                <a16:creationId xmlns:a16="http://schemas.microsoft.com/office/drawing/2014/main" id="{104797DE-9451-D85F-D5E5-4FF64557062B}"/>
              </a:ext>
            </a:extLst>
          </p:cNvPr>
          <p:cNvSpPr/>
          <p:nvPr/>
        </p:nvSpPr>
        <p:spPr>
          <a:xfrm>
            <a:off x="-1895458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8" name="Text 69">
            <a:extLst>
              <a:ext uri="{FF2B5EF4-FFF2-40B4-BE49-F238E27FC236}">
                <a16:creationId xmlns:a16="http://schemas.microsoft.com/office/drawing/2014/main" id="{95D97749-65CC-C3EA-F056-54DCB01E0A6F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12</a:t>
            </a:r>
            <a:endParaRPr lang="en-US" sz="1000" dirty="0"/>
          </a:p>
        </p:txBody>
      </p:sp>
      <p:graphicFrame>
        <p:nvGraphicFramePr>
          <p:cNvPr id="69" name="Diagram 68">
            <a:extLst>
              <a:ext uri="{FF2B5EF4-FFF2-40B4-BE49-F238E27FC236}">
                <a16:creationId xmlns:a16="http://schemas.microsoft.com/office/drawing/2014/main" id="{6B6EF5BC-F211-6AFA-4E40-D7DD111B8F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5193040"/>
              </p:ext>
            </p:extLst>
          </p:nvPr>
        </p:nvGraphicFramePr>
        <p:xfrm>
          <a:off x="-8744043" y="1942454"/>
          <a:ext cx="8229600" cy="247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3600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C8CB627F-68A4-99FF-9B40-36E33441BB7F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C03E0545-98A3-39A5-D27C-E6E4C9B73755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9AB9917D-459B-1A4E-2E6E-0E1D1FDD5423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4C49BA36-C24B-EF56-EB1A-D7F9FCD7F54F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51A96197-4098-FA8A-7D1F-141436E417F2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BA1F4818-2BBF-BBE5-EF6E-D12E81BAD645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3FF11BE0-25CE-D985-F3D5-B9A57FA5A142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D854A712-E118-A4C0-0293-B6B9ACE6E9AB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8A739393-D559-933C-9968-B7C11D256BAA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008A6CB2-F366-C17E-FEBE-11C6866491C0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CF7E0BD6-6946-9BD6-B021-63C8E2EF90E6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1FD41978-6EE4-61B0-1775-BEF924002D34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AA6EB26A-9DCE-278D-29F3-53C70E6FCB83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B3E34B07-3CBF-D991-3D83-3BB87F6EBEA9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983F45C0-479A-3D3E-163D-0137A5CE1D4D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1930DCB3-261B-9347-8CF6-94AC4A082E12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FFCEE75C-A477-9020-EFFE-3D7D6209ED23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3474B2A1-48FD-B84C-1125-3EB075DA9809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3CE09DB4-41E7-4375-043C-46AE786718F7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AA8A4F02-B92F-1D62-A147-3A05777CC73E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3E304521-3B47-7D09-017E-895478651CFA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D7230BB2-730D-B25E-DEB4-033519C521D6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BF2446A5-049D-AC3B-3856-0E5F0AC143A8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43F7D727-C13B-8483-E120-FD6425FB3867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1466F2CE-013F-94CC-8245-933815496918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89D0C067-A56B-2031-B38D-B156114BEF43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CF24EF92-43B3-DD51-99A0-7D2BB076FC30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ABD9B06C-C7C3-06B6-4B35-C1958BC98D21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AE1859A7-43C1-2044-2945-7CF4D255F65B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88B7FFAD-1019-D353-EFA0-B7A6E1864C89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8CB30FA3-5F12-19BE-8C31-9E277E120651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3F7C7E82-4758-F062-3498-055B1A3C2375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D71DECAF-35C0-A7FF-B97C-E8CD17F108FC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33">
            <a:extLst>
              <a:ext uri="{FF2B5EF4-FFF2-40B4-BE49-F238E27FC236}">
                <a16:creationId xmlns:a16="http://schemas.microsoft.com/office/drawing/2014/main" id="{904AD678-0374-A3BC-494C-BA0D6CC4FFA6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1D448354-15DA-3622-10F3-32AD43D59BC1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1C0D48D0-4DDA-FD67-20F0-EC2C1C52851D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46164209-C74C-08C8-AE35-F58BBAB4F7A0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AFE8792D-ECC1-1C76-9E80-B4BAD062FAAC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38">
            <a:extLst>
              <a:ext uri="{FF2B5EF4-FFF2-40B4-BE49-F238E27FC236}">
                <a16:creationId xmlns:a16="http://schemas.microsoft.com/office/drawing/2014/main" id="{CDE237E3-0FA9-7B31-12F4-61A2BB419638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61B95F28-3288-31EC-9308-C5AC32415B43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40">
            <a:extLst>
              <a:ext uri="{FF2B5EF4-FFF2-40B4-BE49-F238E27FC236}">
                <a16:creationId xmlns:a16="http://schemas.microsoft.com/office/drawing/2014/main" id="{86127BAB-51CA-B583-FC2C-1209F9EF96F5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41">
            <a:extLst>
              <a:ext uri="{FF2B5EF4-FFF2-40B4-BE49-F238E27FC236}">
                <a16:creationId xmlns:a16="http://schemas.microsoft.com/office/drawing/2014/main" id="{E5D3BE06-868F-BEB4-BF55-55B4ED991A0A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42">
            <a:extLst>
              <a:ext uri="{FF2B5EF4-FFF2-40B4-BE49-F238E27FC236}">
                <a16:creationId xmlns:a16="http://schemas.microsoft.com/office/drawing/2014/main" id="{6B3C3261-E3FF-BBDC-A260-3E4513750519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43">
            <a:extLst>
              <a:ext uri="{FF2B5EF4-FFF2-40B4-BE49-F238E27FC236}">
                <a16:creationId xmlns:a16="http://schemas.microsoft.com/office/drawing/2014/main" id="{E4043E05-89EB-11C3-666A-6961B1C2023B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44">
            <a:extLst>
              <a:ext uri="{FF2B5EF4-FFF2-40B4-BE49-F238E27FC236}">
                <a16:creationId xmlns:a16="http://schemas.microsoft.com/office/drawing/2014/main" id="{10FAD25D-1D35-FF26-7392-D66FF2984648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45">
            <a:extLst>
              <a:ext uri="{FF2B5EF4-FFF2-40B4-BE49-F238E27FC236}">
                <a16:creationId xmlns:a16="http://schemas.microsoft.com/office/drawing/2014/main" id="{C222A73B-C49E-0570-9EA8-35E84D0EA923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EB3190C0-F408-C474-DAF4-50D030476F37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47">
            <a:extLst>
              <a:ext uri="{FF2B5EF4-FFF2-40B4-BE49-F238E27FC236}">
                <a16:creationId xmlns:a16="http://schemas.microsoft.com/office/drawing/2014/main" id="{C68084E9-EFF2-CD1B-7084-920AFB0743B9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48">
            <a:extLst>
              <a:ext uri="{FF2B5EF4-FFF2-40B4-BE49-F238E27FC236}">
                <a16:creationId xmlns:a16="http://schemas.microsoft.com/office/drawing/2014/main" id="{E8CBB28C-B3C0-6E8B-D803-4266A713EBC9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49">
            <a:extLst>
              <a:ext uri="{FF2B5EF4-FFF2-40B4-BE49-F238E27FC236}">
                <a16:creationId xmlns:a16="http://schemas.microsoft.com/office/drawing/2014/main" id="{E3ED6DAF-DBF9-6CEB-4DCB-C2F4AB03A1A2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50">
            <a:extLst>
              <a:ext uri="{FF2B5EF4-FFF2-40B4-BE49-F238E27FC236}">
                <a16:creationId xmlns:a16="http://schemas.microsoft.com/office/drawing/2014/main" id="{86764BDD-1D1E-5ED1-142D-709DA468FA9A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51">
            <a:extLst>
              <a:ext uri="{FF2B5EF4-FFF2-40B4-BE49-F238E27FC236}">
                <a16:creationId xmlns:a16="http://schemas.microsoft.com/office/drawing/2014/main" id="{09381AC3-847E-BDAA-7813-E1C9CD59C098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52">
            <a:extLst>
              <a:ext uri="{FF2B5EF4-FFF2-40B4-BE49-F238E27FC236}">
                <a16:creationId xmlns:a16="http://schemas.microsoft.com/office/drawing/2014/main" id="{06487C82-4745-69E9-EE40-6D8D5D66D2DB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53">
            <a:extLst>
              <a:ext uri="{FF2B5EF4-FFF2-40B4-BE49-F238E27FC236}">
                <a16:creationId xmlns:a16="http://schemas.microsoft.com/office/drawing/2014/main" id="{4A495BA2-F539-A4BD-FC18-DBC2B9ED4E03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54">
            <a:extLst>
              <a:ext uri="{FF2B5EF4-FFF2-40B4-BE49-F238E27FC236}">
                <a16:creationId xmlns:a16="http://schemas.microsoft.com/office/drawing/2014/main" id="{430F3173-4F78-65D3-69A4-02C0EF8C5A01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55">
            <a:extLst>
              <a:ext uri="{FF2B5EF4-FFF2-40B4-BE49-F238E27FC236}">
                <a16:creationId xmlns:a16="http://schemas.microsoft.com/office/drawing/2014/main" id="{AD8B1EE0-586F-E4B4-DFEF-1B1344874C70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0B805971-88E1-7A36-87DA-C1F59BAFABBE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57">
            <a:extLst>
              <a:ext uri="{FF2B5EF4-FFF2-40B4-BE49-F238E27FC236}">
                <a16:creationId xmlns:a16="http://schemas.microsoft.com/office/drawing/2014/main" id="{5CAC0919-F660-4BD2-52A7-24B6969DFF5D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B396EA2C-B14F-B97F-D6F9-A4E01BB3DCE9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59">
            <a:extLst>
              <a:ext uri="{FF2B5EF4-FFF2-40B4-BE49-F238E27FC236}">
                <a16:creationId xmlns:a16="http://schemas.microsoft.com/office/drawing/2014/main" id="{5C93B983-B631-A488-D89E-547BA9227A63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1EE6CF5B-28F3-0F8B-190F-1B5D783F8AF4}"/>
              </a:ext>
            </a:extLst>
          </p:cNvPr>
          <p:cNvSpPr/>
          <p:nvPr/>
        </p:nvSpPr>
        <p:spPr>
          <a:xfrm>
            <a:off x="8563356" y="955548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61">
            <a:extLst>
              <a:ext uri="{FF2B5EF4-FFF2-40B4-BE49-F238E27FC236}">
                <a16:creationId xmlns:a16="http://schemas.microsoft.com/office/drawing/2014/main" id="{902150E9-E1AC-D82E-C3BB-A7B42E3BD779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62">
            <a:extLst>
              <a:ext uri="{FF2B5EF4-FFF2-40B4-BE49-F238E27FC236}">
                <a16:creationId xmlns:a16="http://schemas.microsoft.com/office/drawing/2014/main" id="{26C80E59-6E7A-4CE2-3C26-ECE759FA334B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88" name="Text 64">
            <a:extLst>
              <a:ext uri="{FF2B5EF4-FFF2-40B4-BE49-F238E27FC236}">
                <a16:creationId xmlns:a16="http://schemas.microsoft.com/office/drawing/2014/main" id="{2FE663D7-D034-435D-1F12-4093E4FD7B71}"/>
              </a:ext>
            </a:extLst>
          </p:cNvPr>
          <p:cNvSpPr/>
          <p:nvPr/>
        </p:nvSpPr>
        <p:spPr>
          <a:xfrm>
            <a:off x="428999" y="652037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kern="0" spc="-1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work</a:t>
            </a:r>
            <a:r>
              <a:rPr lang="en-US" sz="44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500" dirty="0"/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A6EB94C1-C88F-B567-8ECB-B407DB72F99E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12</a:t>
            </a:r>
            <a:endParaRPr lang="en-US" sz="1000" dirty="0"/>
          </a:p>
        </p:txBody>
      </p:sp>
      <p:graphicFrame>
        <p:nvGraphicFramePr>
          <p:cNvPr id="112" name="Diagram 111">
            <a:extLst>
              <a:ext uri="{FF2B5EF4-FFF2-40B4-BE49-F238E27FC236}">
                <a16:creationId xmlns:a16="http://schemas.microsoft.com/office/drawing/2014/main" id="{3894B0B9-4E69-77E5-A958-D82D5E92F1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4110887"/>
              </p:ext>
            </p:extLst>
          </p:nvPr>
        </p:nvGraphicFramePr>
        <p:xfrm>
          <a:off x="548640" y="2008296"/>
          <a:ext cx="8229600" cy="247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800BD-F6FF-73B6-1670-A3E47EE6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61">
            <a:extLst>
              <a:ext uri="{FF2B5EF4-FFF2-40B4-BE49-F238E27FC236}">
                <a16:creationId xmlns:a16="http://schemas.microsoft.com/office/drawing/2014/main" id="{954410FE-9286-3389-B4FA-B13F9A59CA24}"/>
              </a:ext>
            </a:extLst>
          </p:cNvPr>
          <p:cNvSpPr/>
          <p:nvPr/>
        </p:nvSpPr>
        <p:spPr>
          <a:xfrm>
            <a:off x="418011" y="-666911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62">
            <a:extLst>
              <a:ext uri="{FF2B5EF4-FFF2-40B4-BE49-F238E27FC236}">
                <a16:creationId xmlns:a16="http://schemas.microsoft.com/office/drawing/2014/main" id="{69248211-8C29-48F9-6D7E-D36A7F883304}"/>
              </a:ext>
            </a:extLst>
          </p:cNvPr>
          <p:cNvSpPr/>
          <p:nvPr/>
        </p:nvSpPr>
        <p:spPr>
          <a:xfrm>
            <a:off x="856923" y="-80407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C7AE3B7D-5867-9151-A8C8-CF79C4EE4397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12</a:t>
            </a:r>
            <a:endParaRPr lang="en-US" sz="1000" dirty="0"/>
          </a:p>
        </p:txBody>
      </p:sp>
      <p:sp>
        <p:nvSpPr>
          <p:cNvPr id="2" name="Text 69">
            <a:extLst>
              <a:ext uri="{FF2B5EF4-FFF2-40B4-BE49-F238E27FC236}">
                <a16:creationId xmlns:a16="http://schemas.microsoft.com/office/drawing/2014/main" id="{92281632-0E70-C28E-C176-B9AA464442D7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12</a:t>
            </a:r>
            <a:endParaRPr lang="en-US" sz="10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6AAAD74C-E1CE-6611-7F7B-AEE832F90F69}"/>
              </a:ext>
            </a:extLst>
          </p:cNvPr>
          <p:cNvSpPr/>
          <p:nvPr/>
        </p:nvSpPr>
        <p:spPr>
          <a:xfrm>
            <a:off x="5215871" y="2313681"/>
            <a:ext cx="2516161" cy="2398182"/>
          </a:xfrm>
          <a:prstGeom prst="roundRect">
            <a:avLst>
              <a:gd name="adj" fmla="val 283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90C61AC-B411-7B33-A6C6-3A2D6CC68AEE}"/>
              </a:ext>
            </a:extLst>
          </p:cNvPr>
          <p:cNvSpPr/>
          <p:nvPr/>
        </p:nvSpPr>
        <p:spPr>
          <a:xfrm>
            <a:off x="5287083" y="4266917"/>
            <a:ext cx="237373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F05503E-FC68-EDC0-7F1A-61F9BA890097}"/>
              </a:ext>
            </a:extLst>
          </p:cNvPr>
          <p:cNvSpPr/>
          <p:nvPr/>
        </p:nvSpPr>
        <p:spPr>
          <a:xfrm>
            <a:off x="5682706" y="2381554"/>
            <a:ext cx="0" cy="2262436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4F796CC-D24B-88BD-5ACB-158AEDAEBFF4}"/>
              </a:ext>
            </a:extLst>
          </p:cNvPr>
          <p:cNvSpPr/>
          <p:nvPr/>
        </p:nvSpPr>
        <p:spPr>
          <a:xfrm>
            <a:off x="5287083" y="3889845"/>
            <a:ext cx="237373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E6CDB47-8F40-F075-DD4D-77E275055366}"/>
              </a:ext>
            </a:extLst>
          </p:cNvPr>
          <p:cNvSpPr/>
          <p:nvPr/>
        </p:nvSpPr>
        <p:spPr>
          <a:xfrm>
            <a:off x="6078329" y="2381554"/>
            <a:ext cx="0" cy="2262436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C3AD1FD-BD1E-6EA9-AAA6-63C60D86279E}"/>
              </a:ext>
            </a:extLst>
          </p:cNvPr>
          <p:cNvSpPr/>
          <p:nvPr/>
        </p:nvSpPr>
        <p:spPr>
          <a:xfrm>
            <a:off x="5287083" y="3135699"/>
            <a:ext cx="237373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539D90F-67D1-8E73-121D-FC13EE2962F7}"/>
              </a:ext>
            </a:extLst>
          </p:cNvPr>
          <p:cNvSpPr/>
          <p:nvPr/>
        </p:nvSpPr>
        <p:spPr>
          <a:xfrm>
            <a:off x="6869574" y="2381554"/>
            <a:ext cx="0" cy="2262436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0C84C27-1761-A320-DFBE-5B08CAD8B0BD}"/>
              </a:ext>
            </a:extLst>
          </p:cNvPr>
          <p:cNvSpPr/>
          <p:nvPr/>
        </p:nvSpPr>
        <p:spPr>
          <a:xfrm>
            <a:off x="5287083" y="2758627"/>
            <a:ext cx="237373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038F469-D1D7-EAD9-CEA6-DA041B9C9E90}"/>
              </a:ext>
            </a:extLst>
          </p:cNvPr>
          <p:cNvSpPr/>
          <p:nvPr/>
        </p:nvSpPr>
        <p:spPr>
          <a:xfrm>
            <a:off x="7265197" y="2381554"/>
            <a:ext cx="0" cy="2262436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!!axis_h">
            <a:extLst>
              <a:ext uri="{FF2B5EF4-FFF2-40B4-BE49-F238E27FC236}">
                <a16:creationId xmlns:a16="http://schemas.microsoft.com/office/drawing/2014/main" id="{E481C7B3-4FBF-6C45-C903-35C111A06F17}"/>
              </a:ext>
            </a:extLst>
          </p:cNvPr>
          <p:cNvSpPr/>
          <p:nvPr/>
        </p:nvSpPr>
        <p:spPr>
          <a:xfrm>
            <a:off x="5287083" y="3512772"/>
            <a:ext cx="2373737" cy="0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!!axis_v">
            <a:extLst>
              <a:ext uri="{FF2B5EF4-FFF2-40B4-BE49-F238E27FC236}">
                <a16:creationId xmlns:a16="http://schemas.microsoft.com/office/drawing/2014/main" id="{8529ABBC-3338-8B3F-C386-718FB575FC88}"/>
              </a:ext>
            </a:extLst>
          </p:cNvPr>
          <p:cNvSpPr/>
          <p:nvPr/>
        </p:nvSpPr>
        <p:spPr>
          <a:xfrm>
            <a:off x="6473952" y="2381554"/>
            <a:ext cx="0" cy="2262436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!!dot_0">
            <a:extLst>
              <a:ext uri="{FF2B5EF4-FFF2-40B4-BE49-F238E27FC236}">
                <a16:creationId xmlns:a16="http://schemas.microsoft.com/office/drawing/2014/main" id="{DCA79671-B619-7F38-E930-414B6CD7BD17}"/>
              </a:ext>
            </a:extLst>
          </p:cNvPr>
          <p:cNvSpPr/>
          <p:nvPr/>
        </p:nvSpPr>
        <p:spPr>
          <a:xfrm>
            <a:off x="7441508" y="269808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!!dot_1">
            <a:extLst>
              <a:ext uri="{FF2B5EF4-FFF2-40B4-BE49-F238E27FC236}">
                <a16:creationId xmlns:a16="http://schemas.microsoft.com/office/drawing/2014/main" id="{692D9994-6F2A-B234-37D9-8C642CAC3F14}"/>
              </a:ext>
            </a:extLst>
          </p:cNvPr>
          <p:cNvSpPr/>
          <p:nvPr/>
        </p:nvSpPr>
        <p:spPr>
          <a:xfrm>
            <a:off x="6073907" y="374704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!!dot_2">
            <a:extLst>
              <a:ext uri="{FF2B5EF4-FFF2-40B4-BE49-F238E27FC236}">
                <a16:creationId xmlns:a16="http://schemas.microsoft.com/office/drawing/2014/main" id="{7438AD43-776D-C7D0-5C3F-266FB6818FFA}"/>
              </a:ext>
            </a:extLst>
          </p:cNvPr>
          <p:cNvSpPr/>
          <p:nvPr/>
        </p:nvSpPr>
        <p:spPr>
          <a:xfrm>
            <a:off x="6372275" y="327110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!!dot_3">
            <a:extLst>
              <a:ext uri="{FF2B5EF4-FFF2-40B4-BE49-F238E27FC236}">
                <a16:creationId xmlns:a16="http://schemas.microsoft.com/office/drawing/2014/main" id="{570E9F9D-DCD1-8D51-63C1-D15484C21DFA}"/>
              </a:ext>
            </a:extLst>
          </p:cNvPr>
          <p:cNvSpPr/>
          <p:nvPr/>
        </p:nvSpPr>
        <p:spPr>
          <a:xfrm>
            <a:off x="6154098" y="405039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!!dot_4">
            <a:extLst>
              <a:ext uri="{FF2B5EF4-FFF2-40B4-BE49-F238E27FC236}">
                <a16:creationId xmlns:a16="http://schemas.microsoft.com/office/drawing/2014/main" id="{6CCFD270-F8B2-39D4-05F7-1E8A1ED2516E}"/>
              </a:ext>
            </a:extLst>
          </p:cNvPr>
          <p:cNvSpPr/>
          <p:nvPr/>
        </p:nvSpPr>
        <p:spPr>
          <a:xfrm>
            <a:off x="5858636" y="350269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!!dot_5">
            <a:extLst>
              <a:ext uri="{FF2B5EF4-FFF2-40B4-BE49-F238E27FC236}">
                <a16:creationId xmlns:a16="http://schemas.microsoft.com/office/drawing/2014/main" id="{D94D4AF9-37B6-5447-CA7A-12CC3446EBB1}"/>
              </a:ext>
            </a:extLst>
          </p:cNvPr>
          <p:cNvSpPr/>
          <p:nvPr/>
        </p:nvSpPr>
        <p:spPr>
          <a:xfrm>
            <a:off x="6866721" y="281719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!!dot_6">
            <a:extLst>
              <a:ext uri="{FF2B5EF4-FFF2-40B4-BE49-F238E27FC236}">
                <a16:creationId xmlns:a16="http://schemas.microsoft.com/office/drawing/2014/main" id="{3C633332-3161-00F0-31ED-4C2A78C3CABE}"/>
              </a:ext>
            </a:extLst>
          </p:cNvPr>
          <p:cNvSpPr/>
          <p:nvPr/>
        </p:nvSpPr>
        <p:spPr>
          <a:xfrm>
            <a:off x="6241571" y="361233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!!dot_7">
            <a:extLst>
              <a:ext uri="{FF2B5EF4-FFF2-40B4-BE49-F238E27FC236}">
                <a16:creationId xmlns:a16="http://schemas.microsoft.com/office/drawing/2014/main" id="{4861A02F-9C88-C95D-5EA4-69387C9B6770}"/>
              </a:ext>
            </a:extLst>
          </p:cNvPr>
          <p:cNvSpPr/>
          <p:nvPr/>
        </p:nvSpPr>
        <p:spPr>
          <a:xfrm>
            <a:off x="7141440" y="314068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!!dot_8">
            <a:extLst>
              <a:ext uri="{FF2B5EF4-FFF2-40B4-BE49-F238E27FC236}">
                <a16:creationId xmlns:a16="http://schemas.microsoft.com/office/drawing/2014/main" id="{704C611D-A280-CE56-2912-EFA1BFA80052}"/>
              </a:ext>
            </a:extLst>
          </p:cNvPr>
          <p:cNvSpPr/>
          <p:nvPr/>
        </p:nvSpPr>
        <p:spPr>
          <a:xfrm>
            <a:off x="6739775" y="299604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!!dot_9">
            <a:extLst>
              <a:ext uri="{FF2B5EF4-FFF2-40B4-BE49-F238E27FC236}">
                <a16:creationId xmlns:a16="http://schemas.microsoft.com/office/drawing/2014/main" id="{7DCFAFBB-1C1D-7116-966A-FCC9F87164A0}"/>
              </a:ext>
            </a:extLst>
          </p:cNvPr>
          <p:cNvSpPr/>
          <p:nvPr/>
        </p:nvSpPr>
        <p:spPr>
          <a:xfrm>
            <a:off x="6642961" y="364529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!!dot_10">
            <a:extLst>
              <a:ext uri="{FF2B5EF4-FFF2-40B4-BE49-F238E27FC236}">
                <a16:creationId xmlns:a16="http://schemas.microsoft.com/office/drawing/2014/main" id="{353E179D-B2DE-9A60-9FB7-3D1606A18002}"/>
              </a:ext>
            </a:extLst>
          </p:cNvPr>
          <p:cNvSpPr/>
          <p:nvPr/>
        </p:nvSpPr>
        <p:spPr>
          <a:xfrm>
            <a:off x="6901803" y="303848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!!dot_11">
            <a:extLst>
              <a:ext uri="{FF2B5EF4-FFF2-40B4-BE49-F238E27FC236}">
                <a16:creationId xmlns:a16="http://schemas.microsoft.com/office/drawing/2014/main" id="{F57B6C68-D546-E4D6-3439-D2884C2B0868}"/>
              </a:ext>
            </a:extLst>
          </p:cNvPr>
          <p:cNvSpPr/>
          <p:nvPr/>
        </p:nvSpPr>
        <p:spPr>
          <a:xfrm>
            <a:off x="5956130" y="353364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!!dot_12">
            <a:extLst>
              <a:ext uri="{FF2B5EF4-FFF2-40B4-BE49-F238E27FC236}">
                <a16:creationId xmlns:a16="http://schemas.microsoft.com/office/drawing/2014/main" id="{03E44169-8FED-77BB-9262-4B3D0D8DFB71}"/>
              </a:ext>
            </a:extLst>
          </p:cNvPr>
          <p:cNvSpPr/>
          <p:nvPr/>
        </p:nvSpPr>
        <p:spPr>
          <a:xfrm>
            <a:off x="6305972" y="384561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!!dot_13">
            <a:extLst>
              <a:ext uri="{FF2B5EF4-FFF2-40B4-BE49-F238E27FC236}">
                <a16:creationId xmlns:a16="http://schemas.microsoft.com/office/drawing/2014/main" id="{174ABEFC-E014-9983-EAA3-F06F0FB5BED8}"/>
              </a:ext>
            </a:extLst>
          </p:cNvPr>
          <p:cNvSpPr/>
          <p:nvPr/>
        </p:nvSpPr>
        <p:spPr>
          <a:xfrm>
            <a:off x="6914002" y="315255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!!dot_14">
            <a:extLst>
              <a:ext uri="{FF2B5EF4-FFF2-40B4-BE49-F238E27FC236}">
                <a16:creationId xmlns:a16="http://schemas.microsoft.com/office/drawing/2014/main" id="{CFB0E064-B0B4-1C1A-A6F0-01E83A5694BE}"/>
              </a:ext>
            </a:extLst>
          </p:cNvPr>
          <p:cNvSpPr/>
          <p:nvPr/>
        </p:nvSpPr>
        <p:spPr>
          <a:xfrm>
            <a:off x="5969696" y="344944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!!dot_15">
            <a:extLst>
              <a:ext uri="{FF2B5EF4-FFF2-40B4-BE49-F238E27FC236}">
                <a16:creationId xmlns:a16="http://schemas.microsoft.com/office/drawing/2014/main" id="{5D07E2C7-4BF0-FF63-12BE-2ACB0E717E67}"/>
              </a:ext>
            </a:extLst>
          </p:cNvPr>
          <p:cNvSpPr/>
          <p:nvPr/>
        </p:nvSpPr>
        <p:spPr>
          <a:xfrm>
            <a:off x="6706125" y="312111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!!dot_16">
            <a:extLst>
              <a:ext uri="{FF2B5EF4-FFF2-40B4-BE49-F238E27FC236}">
                <a16:creationId xmlns:a16="http://schemas.microsoft.com/office/drawing/2014/main" id="{550C669C-A0CE-A0B1-120A-AB2E3708EC3D}"/>
              </a:ext>
            </a:extLst>
          </p:cNvPr>
          <p:cNvSpPr/>
          <p:nvPr/>
        </p:nvSpPr>
        <p:spPr>
          <a:xfrm>
            <a:off x="6720325" y="383098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!!dot_17">
            <a:extLst>
              <a:ext uri="{FF2B5EF4-FFF2-40B4-BE49-F238E27FC236}">
                <a16:creationId xmlns:a16="http://schemas.microsoft.com/office/drawing/2014/main" id="{35B2B8CB-D120-20DF-8678-2C8EACE9693C}"/>
              </a:ext>
            </a:extLst>
          </p:cNvPr>
          <p:cNvSpPr/>
          <p:nvPr/>
        </p:nvSpPr>
        <p:spPr>
          <a:xfrm>
            <a:off x="6688871" y="323660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!!dot_18">
            <a:extLst>
              <a:ext uri="{FF2B5EF4-FFF2-40B4-BE49-F238E27FC236}">
                <a16:creationId xmlns:a16="http://schemas.microsoft.com/office/drawing/2014/main" id="{9E7889CC-55F7-2262-24ED-197420C0845B}"/>
              </a:ext>
            </a:extLst>
          </p:cNvPr>
          <p:cNvSpPr/>
          <p:nvPr/>
        </p:nvSpPr>
        <p:spPr>
          <a:xfrm>
            <a:off x="6789962" y="326781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!!dot_19">
            <a:extLst>
              <a:ext uri="{FF2B5EF4-FFF2-40B4-BE49-F238E27FC236}">
                <a16:creationId xmlns:a16="http://schemas.microsoft.com/office/drawing/2014/main" id="{609AE124-5A3F-A1E0-43EA-5034C659CCEA}"/>
              </a:ext>
            </a:extLst>
          </p:cNvPr>
          <p:cNvSpPr/>
          <p:nvPr/>
        </p:nvSpPr>
        <p:spPr>
          <a:xfrm>
            <a:off x="6656484" y="345837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!!dot_20">
            <a:extLst>
              <a:ext uri="{FF2B5EF4-FFF2-40B4-BE49-F238E27FC236}">
                <a16:creationId xmlns:a16="http://schemas.microsoft.com/office/drawing/2014/main" id="{9511090D-4B1B-D08B-90B5-EA450DC8D769}"/>
              </a:ext>
            </a:extLst>
          </p:cNvPr>
          <p:cNvSpPr/>
          <p:nvPr/>
        </p:nvSpPr>
        <p:spPr>
          <a:xfrm>
            <a:off x="6140804" y="350565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!!dot_21">
            <a:extLst>
              <a:ext uri="{FF2B5EF4-FFF2-40B4-BE49-F238E27FC236}">
                <a16:creationId xmlns:a16="http://schemas.microsoft.com/office/drawing/2014/main" id="{1931C9D3-44FB-14F6-7905-8E04A431B6D1}"/>
              </a:ext>
            </a:extLst>
          </p:cNvPr>
          <p:cNvSpPr/>
          <p:nvPr/>
        </p:nvSpPr>
        <p:spPr>
          <a:xfrm>
            <a:off x="6600049" y="358038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!!dot_22">
            <a:extLst>
              <a:ext uri="{FF2B5EF4-FFF2-40B4-BE49-F238E27FC236}">
                <a16:creationId xmlns:a16="http://schemas.microsoft.com/office/drawing/2014/main" id="{E068952C-2E60-222D-C36D-423691256F75}"/>
              </a:ext>
            </a:extLst>
          </p:cNvPr>
          <p:cNvSpPr/>
          <p:nvPr/>
        </p:nvSpPr>
        <p:spPr>
          <a:xfrm>
            <a:off x="6150722" y="367221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!!dot_23">
            <a:extLst>
              <a:ext uri="{FF2B5EF4-FFF2-40B4-BE49-F238E27FC236}">
                <a16:creationId xmlns:a16="http://schemas.microsoft.com/office/drawing/2014/main" id="{01094FF3-7E98-5B99-2606-41D7206FC351}"/>
              </a:ext>
            </a:extLst>
          </p:cNvPr>
          <p:cNvSpPr/>
          <p:nvPr/>
        </p:nvSpPr>
        <p:spPr>
          <a:xfrm>
            <a:off x="7538899" y="255269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!!dot_24">
            <a:extLst>
              <a:ext uri="{FF2B5EF4-FFF2-40B4-BE49-F238E27FC236}">
                <a16:creationId xmlns:a16="http://schemas.microsoft.com/office/drawing/2014/main" id="{FA54E66D-DC25-F076-8F07-F7CA72BBCA53}"/>
              </a:ext>
            </a:extLst>
          </p:cNvPr>
          <p:cNvSpPr/>
          <p:nvPr/>
        </p:nvSpPr>
        <p:spPr>
          <a:xfrm>
            <a:off x="6776034" y="343930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!!dot_25">
            <a:extLst>
              <a:ext uri="{FF2B5EF4-FFF2-40B4-BE49-F238E27FC236}">
                <a16:creationId xmlns:a16="http://schemas.microsoft.com/office/drawing/2014/main" id="{84614AB7-3A05-9B9D-F148-D5153128E220}"/>
              </a:ext>
            </a:extLst>
          </p:cNvPr>
          <p:cNvSpPr/>
          <p:nvPr/>
        </p:nvSpPr>
        <p:spPr>
          <a:xfrm>
            <a:off x="6724052" y="279864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!!dot_26">
            <a:extLst>
              <a:ext uri="{FF2B5EF4-FFF2-40B4-BE49-F238E27FC236}">
                <a16:creationId xmlns:a16="http://schemas.microsoft.com/office/drawing/2014/main" id="{528E322A-C78F-0E90-B12B-25F677E6654B}"/>
              </a:ext>
            </a:extLst>
          </p:cNvPr>
          <p:cNvSpPr/>
          <p:nvPr/>
        </p:nvSpPr>
        <p:spPr>
          <a:xfrm>
            <a:off x="6538936" y="326559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!!dot_27">
            <a:extLst>
              <a:ext uri="{FF2B5EF4-FFF2-40B4-BE49-F238E27FC236}">
                <a16:creationId xmlns:a16="http://schemas.microsoft.com/office/drawing/2014/main" id="{5A0767C4-BABB-B7AC-55DB-7A6609FE5874}"/>
              </a:ext>
            </a:extLst>
          </p:cNvPr>
          <p:cNvSpPr/>
          <p:nvPr/>
        </p:nvSpPr>
        <p:spPr>
          <a:xfrm>
            <a:off x="7155710" y="320851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!!dot_28">
            <a:extLst>
              <a:ext uri="{FF2B5EF4-FFF2-40B4-BE49-F238E27FC236}">
                <a16:creationId xmlns:a16="http://schemas.microsoft.com/office/drawing/2014/main" id="{7CB102FC-7950-EB5B-48C7-5F82EF238F5A}"/>
              </a:ext>
            </a:extLst>
          </p:cNvPr>
          <p:cNvSpPr/>
          <p:nvPr/>
        </p:nvSpPr>
        <p:spPr>
          <a:xfrm>
            <a:off x="5862400" y="374324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!!dot_29">
            <a:extLst>
              <a:ext uri="{FF2B5EF4-FFF2-40B4-BE49-F238E27FC236}">
                <a16:creationId xmlns:a16="http://schemas.microsoft.com/office/drawing/2014/main" id="{DD43CE78-8575-10A6-8D7B-3766AE37141C}"/>
              </a:ext>
            </a:extLst>
          </p:cNvPr>
          <p:cNvSpPr/>
          <p:nvPr/>
        </p:nvSpPr>
        <p:spPr>
          <a:xfrm>
            <a:off x="6405245" y="324620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!!dot_30">
            <a:extLst>
              <a:ext uri="{FF2B5EF4-FFF2-40B4-BE49-F238E27FC236}">
                <a16:creationId xmlns:a16="http://schemas.microsoft.com/office/drawing/2014/main" id="{4849BA99-8394-A4D3-3008-DBE1B9DADEB6}"/>
              </a:ext>
            </a:extLst>
          </p:cNvPr>
          <p:cNvSpPr/>
          <p:nvPr/>
        </p:nvSpPr>
        <p:spPr>
          <a:xfrm>
            <a:off x="6391818" y="360122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!!dot_31">
            <a:extLst>
              <a:ext uri="{FF2B5EF4-FFF2-40B4-BE49-F238E27FC236}">
                <a16:creationId xmlns:a16="http://schemas.microsoft.com/office/drawing/2014/main" id="{D43CF7AF-9BE7-E9D8-1087-D68C0C980DEF}"/>
              </a:ext>
            </a:extLst>
          </p:cNvPr>
          <p:cNvSpPr/>
          <p:nvPr/>
        </p:nvSpPr>
        <p:spPr>
          <a:xfrm>
            <a:off x="5876198" y="381034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!!dot_32">
            <a:extLst>
              <a:ext uri="{FF2B5EF4-FFF2-40B4-BE49-F238E27FC236}">
                <a16:creationId xmlns:a16="http://schemas.microsoft.com/office/drawing/2014/main" id="{4F4A3C19-B334-5F12-3D9F-63E6C44D6CD2}"/>
              </a:ext>
            </a:extLst>
          </p:cNvPr>
          <p:cNvSpPr/>
          <p:nvPr/>
        </p:nvSpPr>
        <p:spPr>
          <a:xfrm>
            <a:off x="5789922" y="433596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!!dot_33">
            <a:extLst>
              <a:ext uri="{FF2B5EF4-FFF2-40B4-BE49-F238E27FC236}">
                <a16:creationId xmlns:a16="http://schemas.microsoft.com/office/drawing/2014/main" id="{E74FDAD1-7BC4-636E-64B5-0ED917C1386E}"/>
              </a:ext>
            </a:extLst>
          </p:cNvPr>
          <p:cNvSpPr/>
          <p:nvPr/>
        </p:nvSpPr>
        <p:spPr>
          <a:xfrm>
            <a:off x="6420333" y="385335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!!dot_34">
            <a:extLst>
              <a:ext uri="{FF2B5EF4-FFF2-40B4-BE49-F238E27FC236}">
                <a16:creationId xmlns:a16="http://schemas.microsoft.com/office/drawing/2014/main" id="{4CDFF099-2151-A9AD-BE5A-3EC0B7DF34BA}"/>
              </a:ext>
            </a:extLst>
          </p:cNvPr>
          <p:cNvSpPr/>
          <p:nvPr/>
        </p:nvSpPr>
        <p:spPr>
          <a:xfrm>
            <a:off x="7116764" y="241258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!!dot_35">
            <a:extLst>
              <a:ext uri="{FF2B5EF4-FFF2-40B4-BE49-F238E27FC236}">
                <a16:creationId xmlns:a16="http://schemas.microsoft.com/office/drawing/2014/main" id="{589E1C6A-ECC0-A57D-AE2A-9633613870D0}"/>
              </a:ext>
            </a:extLst>
          </p:cNvPr>
          <p:cNvSpPr/>
          <p:nvPr/>
        </p:nvSpPr>
        <p:spPr>
          <a:xfrm>
            <a:off x="6979068" y="299840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!!dot_36">
            <a:extLst>
              <a:ext uri="{FF2B5EF4-FFF2-40B4-BE49-F238E27FC236}">
                <a16:creationId xmlns:a16="http://schemas.microsoft.com/office/drawing/2014/main" id="{63DC07BA-13FA-62A5-21C8-3293F68BBB31}"/>
              </a:ext>
            </a:extLst>
          </p:cNvPr>
          <p:cNvSpPr/>
          <p:nvPr/>
        </p:nvSpPr>
        <p:spPr>
          <a:xfrm>
            <a:off x="5852491" y="398280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!!dot_37">
            <a:extLst>
              <a:ext uri="{FF2B5EF4-FFF2-40B4-BE49-F238E27FC236}">
                <a16:creationId xmlns:a16="http://schemas.microsoft.com/office/drawing/2014/main" id="{7ADA4559-2941-6924-688C-D754AAE6889D}"/>
              </a:ext>
            </a:extLst>
          </p:cNvPr>
          <p:cNvSpPr/>
          <p:nvPr/>
        </p:nvSpPr>
        <p:spPr>
          <a:xfrm>
            <a:off x="6090456" y="380338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!!dot_38">
            <a:extLst>
              <a:ext uri="{FF2B5EF4-FFF2-40B4-BE49-F238E27FC236}">
                <a16:creationId xmlns:a16="http://schemas.microsoft.com/office/drawing/2014/main" id="{5FB60F15-51EF-44B9-BA64-D6062513D33F}"/>
              </a:ext>
            </a:extLst>
          </p:cNvPr>
          <p:cNvSpPr/>
          <p:nvPr/>
        </p:nvSpPr>
        <p:spPr>
          <a:xfrm>
            <a:off x="6180920" y="384600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!!dot_39">
            <a:extLst>
              <a:ext uri="{FF2B5EF4-FFF2-40B4-BE49-F238E27FC236}">
                <a16:creationId xmlns:a16="http://schemas.microsoft.com/office/drawing/2014/main" id="{FE579F31-241B-EEA2-3818-A205816BFFF8}"/>
              </a:ext>
            </a:extLst>
          </p:cNvPr>
          <p:cNvSpPr/>
          <p:nvPr/>
        </p:nvSpPr>
        <p:spPr>
          <a:xfrm>
            <a:off x="6318244" y="352123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!!dot_40">
            <a:extLst>
              <a:ext uri="{FF2B5EF4-FFF2-40B4-BE49-F238E27FC236}">
                <a16:creationId xmlns:a16="http://schemas.microsoft.com/office/drawing/2014/main" id="{86D1BD8D-CEAF-E696-09BD-F828FDDE4438}"/>
              </a:ext>
            </a:extLst>
          </p:cNvPr>
          <p:cNvSpPr/>
          <p:nvPr/>
        </p:nvSpPr>
        <p:spPr>
          <a:xfrm>
            <a:off x="6411593" y="341823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!!dot_41">
            <a:extLst>
              <a:ext uri="{FF2B5EF4-FFF2-40B4-BE49-F238E27FC236}">
                <a16:creationId xmlns:a16="http://schemas.microsoft.com/office/drawing/2014/main" id="{24552FA5-B665-7FE9-3AF9-5A0F062A6E33}"/>
              </a:ext>
            </a:extLst>
          </p:cNvPr>
          <p:cNvSpPr/>
          <p:nvPr/>
        </p:nvSpPr>
        <p:spPr>
          <a:xfrm>
            <a:off x="6184522" y="332380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!!dot_42">
            <a:extLst>
              <a:ext uri="{FF2B5EF4-FFF2-40B4-BE49-F238E27FC236}">
                <a16:creationId xmlns:a16="http://schemas.microsoft.com/office/drawing/2014/main" id="{2AD1EEDB-4B27-769B-E182-53FBB3A37D87}"/>
              </a:ext>
            </a:extLst>
          </p:cNvPr>
          <p:cNvSpPr/>
          <p:nvPr/>
        </p:nvSpPr>
        <p:spPr>
          <a:xfrm>
            <a:off x="6027881" y="363904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!!dot_43">
            <a:extLst>
              <a:ext uri="{FF2B5EF4-FFF2-40B4-BE49-F238E27FC236}">
                <a16:creationId xmlns:a16="http://schemas.microsoft.com/office/drawing/2014/main" id="{E6A618E3-A430-FD31-408A-28C3ADDDD934}"/>
              </a:ext>
            </a:extLst>
          </p:cNvPr>
          <p:cNvSpPr/>
          <p:nvPr/>
        </p:nvSpPr>
        <p:spPr>
          <a:xfrm>
            <a:off x="6913620" y="338478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!!dot_44">
            <a:extLst>
              <a:ext uri="{FF2B5EF4-FFF2-40B4-BE49-F238E27FC236}">
                <a16:creationId xmlns:a16="http://schemas.microsoft.com/office/drawing/2014/main" id="{2F4215DE-5732-8262-E072-4F2CDEF32FA7}"/>
              </a:ext>
            </a:extLst>
          </p:cNvPr>
          <p:cNvSpPr/>
          <p:nvPr/>
        </p:nvSpPr>
        <p:spPr>
          <a:xfrm>
            <a:off x="5894475" y="358050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!!dot_45">
            <a:extLst>
              <a:ext uri="{FF2B5EF4-FFF2-40B4-BE49-F238E27FC236}">
                <a16:creationId xmlns:a16="http://schemas.microsoft.com/office/drawing/2014/main" id="{19B4CD41-EFF8-A46B-CDD0-8E54565A64CE}"/>
              </a:ext>
            </a:extLst>
          </p:cNvPr>
          <p:cNvSpPr/>
          <p:nvPr/>
        </p:nvSpPr>
        <p:spPr>
          <a:xfrm>
            <a:off x="6811518" y="334795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!!dot_46">
            <a:extLst>
              <a:ext uri="{FF2B5EF4-FFF2-40B4-BE49-F238E27FC236}">
                <a16:creationId xmlns:a16="http://schemas.microsoft.com/office/drawing/2014/main" id="{2DC144D1-8F3B-AD5D-9C75-E2277D50F24B}"/>
              </a:ext>
            </a:extLst>
          </p:cNvPr>
          <p:cNvSpPr/>
          <p:nvPr/>
        </p:nvSpPr>
        <p:spPr>
          <a:xfrm>
            <a:off x="6269658" y="371495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!!dot_47">
            <a:extLst>
              <a:ext uri="{FF2B5EF4-FFF2-40B4-BE49-F238E27FC236}">
                <a16:creationId xmlns:a16="http://schemas.microsoft.com/office/drawing/2014/main" id="{15594C67-7FD5-1B97-7139-33720EDC18F4}"/>
              </a:ext>
            </a:extLst>
          </p:cNvPr>
          <p:cNvSpPr/>
          <p:nvPr/>
        </p:nvSpPr>
        <p:spPr>
          <a:xfrm>
            <a:off x="6599903" y="353766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6" name="!!dot_48">
            <a:extLst>
              <a:ext uri="{FF2B5EF4-FFF2-40B4-BE49-F238E27FC236}">
                <a16:creationId xmlns:a16="http://schemas.microsoft.com/office/drawing/2014/main" id="{49FF8AFD-A177-9546-1990-DD50858BDCAF}"/>
              </a:ext>
            </a:extLst>
          </p:cNvPr>
          <p:cNvSpPr/>
          <p:nvPr/>
        </p:nvSpPr>
        <p:spPr>
          <a:xfrm>
            <a:off x="6649950" y="342033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7" name="!!dot_49">
            <a:extLst>
              <a:ext uri="{FF2B5EF4-FFF2-40B4-BE49-F238E27FC236}">
                <a16:creationId xmlns:a16="http://schemas.microsoft.com/office/drawing/2014/main" id="{69B60D68-2EEF-70BE-ED8C-C97F555BA18F}"/>
              </a:ext>
            </a:extLst>
          </p:cNvPr>
          <p:cNvSpPr/>
          <p:nvPr/>
        </p:nvSpPr>
        <p:spPr>
          <a:xfrm>
            <a:off x="6094589" y="353423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8" name="!!dot_50">
            <a:extLst>
              <a:ext uri="{FF2B5EF4-FFF2-40B4-BE49-F238E27FC236}">
                <a16:creationId xmlns:a16="http://schemas.microsoft.com/office/drawing/2014/main" id="{CDCD7986-7D13-EAD0-035F-3A7A73C93076}"/>
              </a:ext>
            </a:extLst>
          </p:cNvPr>
          <p:cNvSpPr/>
          <p:nvPr/>
        </p:nvSpPr>
        <p:spPr>
          <a:xfrm>
            <a:off x="6389208" y="363980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9" name="!!dot_51">
            <a:extLst>
              <a:ext uri="{FF2B5EF4-FFF2-40B4-BE49-F238E27FC236}">
                <a16:creationId xmlns:a16="http://schemas.microsoft.com/office/drawing/2014/main" id="{88DD185F-DF5F-D7D4-4206-E7C21DFD4FB3}"/>
              </a:ext>
            </a:extLst>
          </p:cNvPr>
          <p:cNvSpPr/>
          <p:nvPr/>
        </p:nvSpPr>
        <p:spPr>
          <a:xfrm>
            <a:off x="6453858" y="329716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0" name="!!dot_52">
            <a:extLst>
              <a:ext uri="{FF2B5EF4-FFF2-40B4-BE49-F238E27FC236}">
                <a16:creationId xmlns:a16="http://schemas.microsoft.com/office/drawing/2014/main" id="{F67D5D1B-39C3-052A-6772-8BE7AD032086}"/>
              </a:ext>
            </a:extLst>
          </p:cNvPr>
          <p:cNvSpPr/>
          <p:nvPr/>
        </p:nvSpPr>
        <p:spPr>
          <a:xfrm>
            <a:off x="7053463" y="342604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1" name="!!dot_53">
            <a:extLst>
              <a:ext uri="{FF2B5EF4-FFF2-40B4-BE49-F238E27FC236}">
                <a16:creationId xmlns:a16="http://schemas.microsoft.com/office/drawing/2014/main" id="{CB085E7B-485E-0C85-0A8C-6CE999BD8A31}"/>
              </a:ext>
            </a:extLst>
          </p:cNvPr>
          <p:cNvSpPr/>
          <p:nvPr/>
        </p:nvSpPr>
        <p:spPr>
          <a:xfrm>
            <a:off x="6308253" y="373209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2" name="!!dot_54">
            <a:extLst>
              <a:ext uri="{FF2B5EF4-FFF2-40B4-BE49-F238E27FC236}">
                <a16:creationId xmlns:a16="http://schemas.microsoft.com/office/drawing/2014/main" id="{EFB6F1E8-4F13-7AC0-4838-904524AE50BD}"/>
              </a:ext>
            </a:extLst>
          </p:cNvPr>
          <p:cNvSpPr/>
          <p:nvPr/>
        </p:nvSpPr>
        <p:spPr>
          <a:xfrm>
            <a:off x="6209436" y="370087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3" name="!!dot_55">
            <a:extLst>
              <a:ext uri="{FF2B5EF4-FFF2-40B4-BE49-F238E27FC236}">
                <a16:creationId xmlns:a16="http://schemas.microsoft.com/office/drawing/2014/main" id="{4170D147-B7A8-1C4D-4B2E-3DA1216468D8}"/>
              </a:ext>
            </a:extLst>
          </p:cNvPr>
          <p:cNvSpPr/>
          <p:nvPr/>
        </p:nvSpPr>
        <p:spPr>
          <a:xfrm>
            <a:off x="6200490" y="376488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4" name="!!dot_56">
            <a:extLst>
              <a:ext uri="{FF2B5EF4-FFF2-40B4-BE49-F238E27FC236}">
                <a16:creationId xmlns:a16="http://schemas.microsoft.com/office/drawing/2014/main" id="{E19FB432-4719-0ED3-CF5F-2D15A2ECED8D}"/>
              </a:ext>
            </a:extLst>
          </p:cNvPr>
          <p:cNvSpPr/>
          <p:nvPr/>
        </p:nvSpPr>
        <p:spPr>
          <a:xfrm>
            <a:off x="5997219" y="359430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5" name="!!dot_57">
            <a:extLst>
              <a:ext uri="{FF2B5EF4-FFF2-40B4-BE49-F238E27FC236}">
                <a16:creationId xmlns:a16="http://schemas.microsoft.com/office/drawing/2014/main" id="{BFAC4800-45AA-1A39-189F-C2AA79DE52C6}"/>
              </a:ext>
            </a:extLst>
          </p:cNvPr>
          <p:cNvSpPr/>
          <p:nvPr/>
        </p:nvSpPr>
        <p:spPr>
          <a:xfrm>
            <a:off x="6488408" y="357809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6" name="!!dot_58">
            <a:extLst>
              <a:ext uri="{FF2B5EF4-FFF2-40B4-BE49-F238E27FC236}">
                <a16:creationId xmlns:a16="http://schemas.microsoft.com/office/drawing/2014/main" id="{C22A5E97-F5F5-4ECC-548F-B91916E119F2}"/>
              </a:ext>
            </a:extLst>
          </p:cNvPr>
          <p:cNvSpPr/>
          <p:nvPr/>
        </p:nvSpPr>
        <p:spPr>
          <a:xfrm>
            <a:off x="6095079" y="367547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7" name="!!dot_59">
            <a:extLst>
              <a:ext uri="{FF2B5EF4-FFF2-40B4-BE49-F238E27FC236}">
                <a16:creationId xmlns:a16="http://schemas.microsoft.com/office/drawing/2014/main" id="{A23E8F55-20A6-45AE-90BE-6425C9E13016}"/>
              </a:ext>
            </a:extLst>
          </p:cNvPr>
          <p:cNvSpPr/>
          <p:nvPr/>
        </p:nvSpPr>
        <p:spPr>
          <a:xfrm>
            <a:off x="6771263" y="366616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!!dot_60">
            <a:extLst>
              <a:ext uri="{FF2B5EF4-FFF2-40B4-BE49-F238E27FC236}">
                <a16:creationId xmlns:a16="http://schemas.microsoft.com/office/drawing/2014/main" id="{9A7058B9-DF3B-9620-22F7-25A826E419D7}"/>
              </a:ext>
            </a:extLst>
          </p:cNvPr>
          <p:cNvSpPr/>
          <p:nvPr/>
        </p:nvSpPr>
        <p:spPr>
          <a:xfrm>
            <a:off x="6358068" y="363870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9" name="!!dot_61">
            <a:extLst>
              <a:ext uri="{FF2B5EF4-FFF2-40B4-BE49-F238E27FC236}">
                <a16:creationId xmlns:a16="http://schemas.microsoft.com/office/drawing/2014/main" id="{9AF55AB0-E1C5-CCB0-1B80-9A9CBEE2F5BE}"/>
              </a:ext>
            </a:extLst>
          </p:cNvPr>
          <p:cNvSpPr/>
          <p:nvPr/>
        </p:nvSpPr>
        <p:spPr>
          <a:xfrm>
            <a:off x="6580828" y="319915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0" name="!!dot_62">
            <a:extLst>
              <a:ext uri="{FF2B5EF4-FFF2-40B4-BE49-F238E27FC236}">
                <a16:creationId xmlns:a16="http://schemas.microsoft.com/office/drawing/2014/main" id="{116BEA79-BAAF-2915-596D-680CAC133871}"/>
              </a:ext>
            </a:extLst>
          </p:cNvPr>
          <p:cNvSpPr/>
          <p:nvPr/>
        </p:nvSpPr>
        <p:spPr>
          <a:xfrm>
            <a:off x="6434551" y="295807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1" name="!!dot_63">
            <a:extLst>
              <a:ext uri="{FF2B5EF4-FFF2-40B4-BE49-F238E27FC236}">
                <a16:creationId xmlns:a16="http://schemas.microsoft.com/office/drawing/2014/main" id="{F77A4B52-2D4D-8065-0765-1519563ECDF1}"/>
              </a:ext>
            </a:extLst>
          </p:cNvPr>
          <p:cNvSpPr/>
          <p:nvPr/>
        </p:nvSpPr>
        <p:spPr>
          <a:xfrm>
            <a:off x="6401916" y="352996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2" name="!!dot_64">
            <a:extLst>
              <a:ext uri="{FF2B5EF4-FFF2-40B4-BE49-F238E27FC236}">
                <a16:creationId xmlns:a16="http://schemas.microsoft.com/office/drawing/2014/main" id="{A8F480AE-0F14-A1EE-05FA-0D8E587FCA17}"/>
              </a:ext>
            </a:extLst>
          </p:cNvPr>
          <p:cNvSpPr/>
          <p:nvPr/>
        </p:nvSpPr>
        <p:spPr>
          <a:xfrm>
            <a:off x="6375414" y="416903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3" name="!!dot_65">
            <a:extLst>
              <a:ext uri="{FF2B5EF4-FFF2-40B4-BE49-F238E27FC236}">
                <a16:creationId xmlns:a16="http://schemas.microsoft.com/office/drawing/2014/main" id="{0DED6683-91B4-980D-87FA-3D600A05066C}"/>
              </a:ext>
            </a:extLst>
          </p:cNvPr>
          <p:cNvSpPr/>
          <p:nvPr/>
        </p:nvSpPr>
        <p:spPr>
          <a:xfrm>
            <a:off x="6488320" y="390065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4" name="!!dot_66">
            <a:extLst>
              <a:ext uri="{FF2B5EF4-FFF2-40B4-BE49-F238E27FC236}">
                <a16:creationId xmlns:a16="http://schemas.microsoft.com/office/drawing/2014/main" id="{7AD86196-66A7-BF7C-3AED-D5435BB73B9E}"/>
              </a:ext>
            </a:extLst>
          </p:cNvPr>
          <p:cNvSpPr/>
          <p:nvPr/>
        </p:nvSpPr>
        <p:spPr>
          <a:xfrm>
            <a:off x="6331515" y="402150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5" name="!!dot_67">
            <a:extLst>
              <a:ext uri="{FF2B5EF4-FFF2-40B4-BE49-F238E27FC236}">
                <a16:creationId xmlns:a16="http://schemas.microsoft.com/office/drawing/2014/main" id="{D75EEBAD-2558-67CA-8DE3-FAC65653BB1C}"/>
              </a:ext>
            </a:extLst>
          </p:cNvPr>
          <p:cNvSpPr/>
          <p:nvPr/>
        </p:nvSpPr>
        <p:spPr>
          <a:xfrm>
            <a:off x="5646278" y="446105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6" name="!!dot_68">
            <a:extLst>
              <a:ext uri="{FF2B5EF4-FFF2-40B4-BE49-F238E27FC236}">
                <a16:creationId xmlns:a16="http://schemas.microsoft.com/office/drawing/2014/main" id="{F74A21B1-B617-BAE5-2DD5-CB91CBFD3456}"/>
              </a:ext>
            </a:extLst>
          </p:cNvPr>
          <p:cNvSpPr/>
          <p:nvPr/>
        </p:nvSpPr>
        <p:spPr>
          <a:xfrm>
            <a:off x="6520292" y="356987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7" name="!!dot_69">
            <a:extLst>
              <a:ext uri="{FF2B5EF4-FFF2-40B4-BE49-F238E27FC236}">
                <a16:creationId xmlns:a16="http://schemas.microsoft.com/office/drawing/2014/main" id="{B0A99F9D-AD44-1F03-99F9-4CB078403511}"/>
              </a:ext>
            </a:extLst>
          </p:cNvPr>
          <p:cNvSpPr/>
          <p:nvPr/>
        </p:nvSpPr>
        <p:spPr>
          <a:xfrm>
            <a:off x="6640563" y="342458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8" name="Text 82">
            <a:extLst>
              <a:ext uri="{FF2B5EF4-FFF2-40B4-BE49-F238E27FC236}">
                <a16:creationId xmlns:a16="http://schemas.microsoft.com/office/drawing/2014/main" id="{F6E84BD9-D5EA-C1CC-D5D2-46D6FA3C28D5}"/>
              </a:ext>
            </a:extLst>
          </p:cNvPr>
          <p:cNvSpPr/>
          <p:nvPr/>
        </p:nvSpPr>
        <p:spPr>
          <a:xfrm>
            <a:off x="7733836" y="4576572"/>
            <a:ext cx="1202165" cy="1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1 (std)</a:t>
            </a:r>
            <a:endParaRPr lang="en-US" sz="1100" dirty="0"/>
          </a:p>
        </p:txBody>
      </p:sp>
      <p:sp>
        <p:nvSpPr>
          <p:cNvPr id="363" name="Text 83">
            <a:extLst>
              <a:ext uri="{FF2B5EF4-FFF2-40B4-BE49-F238E27FC236}">
                <a16:creationId xmlns:a16="http://schemas.microsoft.com/office/drawing/2014/main" id="{CB7E3E9F-6DAC-5911-E21F-FE2709F379C0}"/>
              </a:ext>
            </a:extLst>
          </p:cNvPr>
          <p:cNvSpPr/>
          <p:nvPr/>
        </p:nvSpPr>
        <p:spPr>
          <a:xfrm>
            <a:off x="4635812" y="2119422"/>
            <a:ext cx="14683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2 (std)</a:t>
            </a:r>
            <a:endParaRPr lang="en-US" sz="1100" dirty="0"/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100FA98C-02C5-1F1C-5F76-08645F0E1326}"/>
              </a:ext>
            </a:extLst>
          </p:cNvPr>
          <p:cNvGrpSpPr/>
          <p:nvPr/>
        </p:nvGrpSpPr>
        <p:grpSpPr>
          <a:xfrm>
            <a:off x="5225796" y="2313681"/>
            <a:ext cx="2506236" cy="2391205"/>
            <a:chOff x="3191256" y="246888"/>
            <a:chExt cx="5815584" cy="5815584"/>
          </a:xfrm>
        </p:grpSpPr>
        <p:sp>
          <p:nvSpPr>
            <p:cNvPr id="280" name="Shape 0">
              <a:extLst>
                <a:ext uri="{FF2B5EF4-FFF2-40B4-BE49-F238E27FC236}">
                  <a16:creationId xmlns:a16="http://schemas.microsoft.com/office/drawing/2014/main" id="{FD1B0754-EBB9-6BB8-5D81-80D780BA8FFA}"/>
                </a:ext>
              </a:extLst>
            </p:cNvPr>
            <p:cNvSpPr/>
            <p:nvPr/>
          </p:nvSpPr>
          <p:spPr>
            <a:xfrm>
              <a:off x="3191256" y="246888"/>
              <a:ext cx="5815584" cy="5815584"/>
            </a:xfrm>
            <a:prstGeom prst="roundRect">
              <a:avLst>
                <a:gd name="adj" fmla="val 2830"/>
              </a:avLst>
            </a:prstGeom>
            <a:solidFill>
              <a:schemeClr val="tx1">
                <a:lumMod val="85000"/>
                <a:lumOff val="15000"/>
              </a:schemeClr>
            </a:solidFill>
            <a:ln w="9525">
              <a:solidFill>
                <a:srgbClr val="1F2D4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Shape 1">
              <a:extLst>
                <a:ext uri="{FF2B5EF4-FFF2-40B4-BE49-F238E27FC236}">
                  <a16:creationId xmlns:a16="http://schemas.microsoft.com/office/drawing/2014/main" id="{5A3A4433-D597-2D5D-3A2D-9CBFAE7D6581}"/>
                </a:ext>
              </a:extLst>
            </p:cNvPr>
            <p:cNvSpPr/>
            <p:nvPr/>
          </p:nvSpPr>
          <p:spPr>
            <a:xfrm>
              <a:off x="4453128" y="411480"/>
              <a:ext cx="0" cy="5486400"/>
            </a:xfrm>
            <a:prstGeom prst="line">
              <a:avLst/>
            </a:prstGeom>
            <a:noFill/>
            <a:ln w="508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Shape 2">
              <a:extLst>
                <a:ext uri="{FF2B5EF4-FFF2-40B4-BE49-F238E27FC236}">
                  <a16:creationId xmlns:a16="http://schemas.microsoft.com/office/drawing/2014/main" id="{7797E4B5-409C-D6B2-16AD-7FF218E0FE1F}"/>
                </a:ext>
              </a:extLst>
            </p:cNvPr>
            <p:cNvSpPr/>
            <p:nvPr/>
          </p:nvSpPr>
          <p:spPr>
            <a:xfrm>
              <a:off x="5550408" y="411480"/>
              <a:ext cx="0" cy="5486400"/>
            </a:xfrm>
            <a:prstGeom prst="line">
              <a:avLst/>
            </a:prstGeom>
            <a:noFill/>
            <a:ln w="508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Shape 3">
              <a:extLst>
                <a:ext uri="{FF2B5EF4-FFF2-40B4-BE49-F238E27FC236}">
                  <a16:creationId xmlns:a16="http://schemas.microsoft.com/office/drawing/2014/main" id="{3733954B-F56E-56E3-D8B8-25A0FFF8EF8D}"/>
                </a:ext>
              </a:extLst>
            </p:cNvPr>
            <p:cNvSpPr/>
            <p:nvPr/>
          </p:nvSpPr>
          <p:spPr>
            <a:xfrm>
              <a:off x="6647688" y="411480"/>
              <a:ext cx="0" cy="5486400"/>
            </a:xfrm>
            <a:prstGeom prst="line">
              <a:avLst/>
            </a:prstGeom>
            <a:noFill/>
            <a:ln w="508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Shape 4">
              <a:extLst>
                <a:ext uri="{FF2B5EF4-FFF2-40B4-BE49-F238E27FC236}">
                  <a16:creationId xmlns:a16="http://schemas.microsoft.com/office/drawing/2014/main" id="{2AC95823-A287-7E0E-0334-4A3F9FD1C8D1}"/>
                </a:ext>
              </a:extLst>
            </p:cNvPr>
            <p:cNvSpPr/>
            <p:nvPr/>
          </p:nvSpPr>
          <p:spPr>
            <a:xfrm>
              <a:off x="7744968" y="411480"/>
              <a:ext cx="0" cy="5486400"/>
            </a:xfrm>
            <a:prstGeom prst="line">
              <a:avLst/>
            </a:prstGeom>
            <a:noFill/>
            <a:ln w="508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Shape 5">
              <a:extLst>
                <a:ext uri="{FF2B5EF4-FFF2-40B4-BE49-F238E27FC236}">
                  <a16:creationId xmlns:a16="http://schemas.microsoft.com/office/drawing/2014/main" id="{A05092B8-C2F5-9F5E-A392-8E94CFC31770}"/>
                </a:ext>
              </a:extLst>
            </p:cNvPr>
            <p:cNvSpPr/>
            <p:nvPr/>
          </p:nvSpPr>
          <p:spPr>
            <a:xfrm>
              <a:off x="3355848" y="4526280"/>
              <a:ext cx="5486400" cy="0"/>
            </a:xfrm>
            <a:prstGeom prst="line">
              <a:avLst/>
            </a:prstGeom>
            <a:noFill/>
            <a:ln w="508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Shape 6">
              <a:extLst>
                <a:ext uri="{FF2B5EF4-FFF2-40B4-BE49-F238E27FC236}">
                  <a16:creationId xmlns:a16="http://schemas.microsoft.com/office/drawing/2014/main" id="{1C8445EF-737D-384E-2416-FE34465DE63D}"/>
                </a:ext>
              </a:extLst>
            </p:cNvPr>
            <p:cNvSpPr/>
            <p:nvPr/>
          </p:nvSpPr>
          <p:spPr>
            <a:xfrm>
              <a:off x="3355848" y="3154680"/>
              <a:ext cx="5486400" cy="0"/>
            </a:xfrm>
            <a:prstGeom prst="line">
              <a:avLst/>
            </a:prstGeom>
            <a:noFill/>
            <a:ln w="508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Shape 7">
              <a:extLst>
                <a:ext uri="{FF2B5EF4-FFF2-40B4-BE49-F238E27FC236}">
                  <a16:creationId xmlns:a16="http://schemas.microsoft.com/office/drawing/2014/main" id="{7958C3FC-9708-5D8A-1A6D-730CBE8651F2}"/>
                </a:ext>
              </a:extLst>
            </p:cNvPr>
            <p:cNvSpPr/>
            <p:nvPr/>
          </p:nvSpPr>
          <p:spPr>
            <a:xfrm>
              <a:off x="3355848" y="1783080"/>
              <a:ext cx="5486400" cy="0"/>
            </a:xfrm>
            <a:prstGeom prst="line">
              <a:avLst/>
            </a:prstGeom>
            <a:noFill/>
            <a:ln w="5080">
              <a:solidFill>
                <a:srgbClr val="FFFFFF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!!axis_h">
              <a:extLst>
                <a:ext uri="{FF2B5EF4-FFF2-40B4-BE49-F238E27FC236}">
                  <a16:creationId xmlns:a16="http://schemas.microsoft.com/office/drawing/2014/main" id="{D06631C9-CFDF-3298-EF42-31A18D967209}"/>
                </a:ext>
              </a:extLst>
            </p:cNvPr>
            <p:cNvSpPr/>
            <p:nvPr/>
          </p:nvSpPr>
          <p:spPr>
            <a:xfrm>
              <a:off x="3355848" y="5897880"/>
              <a:ext cx="5486400" cy="0"/>
            </a:xfrm>
            <a:prstGeom prst="line">
              <a:avLst/>
            </a:prstGeom>
            <a:noFill/>
            <a:ln w="11430">
              <a:solidFill>
                <a:srgbClr val="FFFFFF">
                  <a:alpha val="3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!!axis_v">
              <a:extLst>
                <a:ext uri="{FF2B5EF4-FFF2-40B4-BE49-F238E27FC236}">
                  <a16:creationId xmlns:a16="http://schemas.microsoft.com/office/drawing/2014/main" id="{8E93AFC2-A708-1638-372C-0DB1B54EFB37}"/>
                </a:ext>
              </a:extLst>
            </p:cNvPr>
            <p:cNvSpPr/>
            <p:nvPr/>
          </p:nvSpPr>
          <p:spPr>
            <a:xfrm>
              <a:off x="3355848" y="411480"/>
              <a:ext cx="0" cy="5486400"/>
            </a:xfrm>
            <a:prstGeom prst="line">
              <a:avLst/>
            </a:prstGeom>
            <a:noFill/>
            <a:ln w="11430">
              <a:solidFill>
                <a:srgbClr val="FFFFFF">
                  <a:alpha val="3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!!dot_0">
              <a:extLst>
                <a:ext uri="{FF2B5EF4-FFF2-40B4-BE49-F238E27FC236}">
                  <a16:creationId xmlns:a16="http://schemas.microsoft.com/office/drawing/2014/main" id="{EBB51E0B-30AD-2A61-8B96-0B8B6344D2D8}"/>
                </a:ext>
              </a:extLst>
            </p:cNvPr>
            <p:cNvSpPr/>
            <p:nvPr/>
          </p:nvSpPr>
          <p:spPr>
            <a:xfrm>
              <a:off x="7959908" y="100450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!!dot_1">
              <a:extLst>
                <a:ext uri="{FF2B5EF4-FFF2-40B4-BE49-F238E27FC236}">
                  <a16:creationId xmlns:a16="http://schemas.microsoft.com/office/drawing/2014/main" id="{F4CA1A0C-E8DF-C26E-8584-2B07CA88F27B}"/>
                </a:ext>
              </a:extLst>
            </p:cNvPr>
            <p:cNvSpPr/>
            <p:nvPr/>
          </p:nvSpPr>
          <p:spPr>
            <a:xfrm>
              <a:off x="6130309" y="2694126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!!dot_2">
              <a:extLst>
                <a:ext uri="{FF2B5EF4-FFF2-40B4-BE49-F238E27FC236}">
                  <a16:creationId xmlns:a16="http://schemas.microsoft.com/office/drawing/2014/main" id="{30256062-A668-0972-4B8E-DE453395207C}"/>
                </a:ext>
              </a:extLst>
            </p:cNvPr>
            <p:cNvSpPr/>
            <p:nvPr/>
          </p:nvSpPr>
          <p:spPr>
            <a:xfrm>
              <a:off x="6529471" y="192750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!!dot_3">
              <a:extLst>
                <a:ext uri="{FF2B5EF4-FFF2-40B4-BE49-F238E27FC236}">
                  <a16:creationId xmlns:a16="http://schemas.microsoft.com/office/drawing/2014/main" id="{E39B3713-BE53-17C0-96B3-947F21060148}"/>
                </a:ext>
              </a:extLst>
            </p:cNvPr>
            <p:cNvSpPr/>
            <p:nvPr/>
          </p:nvSpPr>
          <p:spPr>
            <a:xfrm>
              <a:off x="6237590" y="3182739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!!dot_4">
              <a:extLst>
                <a:ext uri="{FF2B5EF4-FFF2-40B4-BE49-F238E27FC236}">
                  <a16:creationId xmlns:a16="http://schemas.microsoft.com/office/drawing/2014/main" id="{165D71A2-6CD8-28EE-E213-1FF2E6B878F6}"/>
                </a:ext>
              </a:extLst>
            </p:cNvPr>
            <p:cNvSpPr/>
            <p:nvPr/>
          </p:nvSpPr>
          <p:spPr>
            <a:xfrm>
              <a:off x="5842318" y="230053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!!dot_5">
              <a:extLst>
                <a:ext uri="{FF2B5EF4-FFF2-40B4-BE49-F238E27FC236}">
                  <a16:creationId xmlns:a16="http://schemas.microsoft.com/office/drawing/2014/main" id="{986BBF51-E1FD-1A5B-EB32-25E90A9E8250}"/>
                </a:ext>
              </a:extLst>
            </p:cNvPr>
            <p:cNvSpPr/>
            <p:nvPr/>
          </p:nvSpPr>
          <p:spPr>
            <a:xfrm>
              <a:off x="7190948" y="119637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!!dot_6">
              <a:extLst>
                <a:ext uri="{FF2B5EF4-FFF2-40B4-BE49-F238E27FC236}">
                  <a16:creationId xmlns:a16="http://schemas.microsoft.com/office/drawing/2014/main" id="{1D726EAB-04BC-E424-0B99-15544E2D4191}"/>
                </a:ext>
              </a:extLst>
            </p:cNvPr>
            <p:cNvSpPr/>
            <p:nvPr/>
          </p:nvSpPr>
          <p:spPr>
            <a:xfrm>
              <a:off x="6354613" y="2477143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!!dot_7">
              <a:extLst>
                <a:ext uri="{FF2B5EF4-FFF2-40B4-BE49-F238E27FC236}">
                  <a16:creationId xmlns:a16="http://schemas.microsoft.com/office/drawing/2014/main" id="{AF716AF2-32E1-DA5A-87A4-85A81C367418}"/>
                </a:ext>
              </a:extLst>
            </p:cNvPr>
            <p:cNvSpPr/>
            <p:nvPr/>
          </p:nvSpPr>
          <p:spPr>
            <a:xfrm>
              <a:off x="7558471" y="171744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!!dot_8">
              <a:extLst>
                <a:ext uri="{FF2B5EF4-FFF2-40B4-BE49-F238E27FC236}">
                  <a16:creationId xmlns:a16="http://schemas.microsoft.com/office/drawing/2014/main" id="{61B357C7-D89F-2103-15AB-CC07FE8433A2}"/>
                </a:ext>
              </a:extLst>
            </p:cNvPr>
            <p:cNvSpPr/>
            <p:nvPr/>
          </p:nvSpPr>
          <p:spPr>
            <a:xfrm>
              <a:off x="7021118" y="1484459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!!dot_9">
              <a:extLst>
                <a:ext uri="{FF2B5EF4-FFF2-40B4-BE49-F238E27FC236}">
                  <a16:creationId xmlns:a16="http://schemas.microsoft.com/office/drawing/2014/main" id="{F72CC40D-9095-7F74-7649-4ED71562EC3A}"/>
                </a:ext>
              </a:extLst>
            </p:cNvPr>
            <p:cNvSpPr/>
            <p:nvPr/>
          </p:nvSpPr>
          <p:spPr>
            <a:xfrm>
              <a:off x="6891599" y="253023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!!dot_10">
              <a:extLst>
                <a:ext uri="{FF2B5EF4-FFF2-40B4-BE49-F238E27FC236}">
                  <a16:creationId xmlns:a16="http://schemas.microsoft.com/office/drawing/2014/main" id="{7E2B8D72-ACF8-DFCD-7934-BA6541D00550}"/>
                </a:ext>
              </a:extLst>
            </p:cNvPr>
            <p:cNvSpPr/>
            <p:nvPr/>
          </p:nvSpPr>
          <p:spPr>
            <a:xfrm>
              <a:off x="7237882" y="155280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!!dot_11">
              <a:extLst>
                <a:ext uri="{FF2B5EF4-FFF2-40B4-BE49-F238E27FC236}">
                  <a16:creationId xmlns:a16="http://schemas.microsoft.com/office/drawing/2014/main" id="{E9E7A617-3109-F1D3-D7B3-2714685CA5E3}"/>
                </a:ext>
              </a:extLst>
            </p:cNvPr>
            <p:cNvSpPr/>
            <p:nvPr/>
          </p:nvSpPr>
          <p:spPr>
            <a:xfrm>
              <a:off x="5972747" y="235039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!!dot_12">
              <a:extLst>
                <a:ext uri="{FF2B5EF4-FFF2-40B4-BE49-F238E27FC236}">
                  <a16:creationId xmlns:a16="http://schemas.microsoft.com/office/drawing/2014/main" id="{4944E7A8-E264-32C0-DF3F-B82A0EC8A709}"/>
                </a:ext>
              </a:extLst>
            </p:cNvPr>
            <p:cNvSpPr/>
            <p:nvPr/>
          </p:nvSpPr>
          <p:spPr>
            <a:xfrm>
              <a:off x="6440770" y="2852895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!!dot_13">
              <a:extLst>
                <a:ext uri="{FF2B5EF4-FFF2-40B4-BE49-F238E27FC236}">
                  <a16:creationId xmlns:a16="http://schemas.microsoft.com/office/drawing/2014/main" id="{5F0D46EC-134F-A86D-E278-D20F8531FB4D}"/>
                </a:ext>
              </a:extLst>
            </p:cNvPr>
            <p:cNvSpPr/>
            <p:nvPr/>
          </p:nvSpPr>
          <p:spPr>
            <a:xfrm>
              <a:off x="7254202" y="1736556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!!dot_14">
              <a:extLst>
                <a:ext uri="{FF2B5EF4-FFF2-40B4-BE49-F238E27FC236}">
                  <a16:creationId xmlns:a16="http://schemas.microsoft.com/office/drawing/2014/main" id="{27016214-A9F4-C3D8-C9DF-80EB971ABD84}"/>
                </a:ext>
              </a:extLst>
            </p:cNvPr>
            <p:cNvSpPr/>
            <p:nvPr/>
          </p:nvSpPr>
          <p:spPr>
            <a:xfrm>
              <a:off x="5990895" y="221476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!!dot_15">
              <a:extLst>
                <a:ext uri="{FF2B5EF4-FFF2-40B4-BE49-F238E27FC236}">
                  <a16:creationId xmlns:a16="http://schemas.microsoft.com/office/drawing/2014/main" id="{DFF673A9-E3B1-CE36-F9FA-E22BA3F2E977}"/>
                </a:ext>
              </a:extLst>
            </p:cNvPr>
            <p:cNvSpPr/>
            <p:nvPr/>
          </p:nvSpPr>
          <p:spPr>
            <a:xfrm>
              <a:off x="6976102" y="168591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!!dot_16">
              <a:extLst>
                <a:ext uri="{FF2B5EF4-FFF2-40B4-BE49-F238E27FC236}">
                  <a16:creationId xmlns:a16="http://schemas.microsoft.com/office/drawing/2014/main" id="{9A66BEB8-67E8-A1C2-B293-5723A13ADC8D}"/>
                </a:ext>
              </a:extLst>
            </p:cNvPr>
            <p:cNvSpPr/>
            <p:nvPr/>
          </p:nvSpPr>
          <p:spPr>
            <a:xfrm>
              <a:off x="6995098" y="2829326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!!dot_17">
              <a:extLst>
                <a:ext uri="{FF2B5EF4-FFF2-40B4-BE49-F238E27FC236}">
                  <a16:creationId xmlns:a16="http://schemas.microsoft.com/office/drawing/2014/main" id="{23ED6DDE-4B94-061E-FF85-F7558DB16EFF}"/>
                </a:ext>
              </a:extLst>
            </p:cNvPr>
            <p:cNvSpPr/>
            <p:nvPr/>
          </p:nvSpPr>
          <p:spPr>
            <a:xfrm>
              <a:off x="6953018" y="187193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!!dot_18">
              <a:extLst>
                <a:ext uri="{FF2B5EF4-FFF2-40B4-BE49-F238E27FC236}">
                  <a16:creationId xmlns:a16="http://schemas.microsoft.com/office/drawing/2014/main" id="{5D26AC22-7218-0829-F654-A23955EF3936}"/>
                </a:ext>
              </a:extLst>
            </p:cNvPr>
            <p:cNvSpPr/>
            <p:nvPr/>
          </p:nvSpPr>
          <p:spPr>
            <a:xfrm>
              <a:off x="7088259" y="1922211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!!dot_19">
              <a:extLst>
                <a:ext uri="{FF2B5EF4-FFF2-40B4-BE49-F238E27FC236}">
                  <a16:creationId xmlns:a16="http://schemas.microsoft.com/office/drawing/2014/main" id="{B906E47F-232B-6C10-7211-08700389533B}"/>
                </a:ext>
              </a:extLst>
            </p:cNvPr>
            <p:cNvSpPr/>
            <p:nvPr/>
          </p:nvSpPr>
          <p:spPr>
            <a:xfrm>
              <a:off x="6909690" y="222915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!!dot_20">
              <a:extLst>
                <a:ext uri="{FF2B5EF4-FFF2-40B4-BE49-F238E27FC236}">
                  <a16:creationId xmlns:a16="http://schemas.microsoft.com/office/drawing/2014/main" id="{F124F019-7203-3104-D090-B68853CA3AF2}"/>
                </a:ext>
              </a:extLst>
            </p:cNvPr>
            <p:cNvSpPr/>
            <p:nvPr/>
          </p:nvSpPr>
          <p:spPr>
            <a:xfrm>
              <a:off x="6219805" y="230530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!!dot_21">
              <a:extLst>
                <a:ext uri="{FF2B5EF4-FFF2-40B4-BE49-F238E27FC236}">
                  <a16:creationId xmlns:a16="http://schemas.microsoft.com/office/drawing/2014/main" id="{4CC21EFE-B724-3044-065A-31037CC20A99}"/>
                </a:ext>
              </a:extLst>
            </p:cNvPr>
            <p:cNvSpPr/>
            <p:nvPr/>
          </p:nvSpPr>
          <p:spPr>
            <a:xfrm>
              <a:off x="6834190" y="2425682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!!dot_22">
              <a:extLst>
                <a:ext uri="{FF2B5EF4-FFF2-40B4-BE49-F238E27FC236}">
                  <a16:creationId xmlns:a16="http://schemas.microsoft.com/office/drawing/2014/main" id="{CAEFF4BA-B571-1BDE-F397-E1FDB3D1952D}"/>
                </a:ext>
              </a:extLst>
            </p:cNvPr>
            <p:cNvSpPr/>
            <p:nvPr/>
          </p:nvSpPr>
          <p:spPr>
            <a:xfrm>
              <a:off x="6233074" y="2573591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!!dot_23">
              <a:extLst>
                <a:ext uri="{FF2B5EF4-FFF2-40B4-BE49-F238E27FC236}">
                  <a16:creationId xmlns:a16="http://schemas.microsoft.com/office/drawing/2014/main" id="{2F50CD9D-07DD-77A8-842D-AA8C779014D6}"/>
                </a:ext>
              </a:extLst>
            </p:cNvPr>
            <p:cNvSpPr/>
            <p:nvPr/>
          </p:nvSpPr>
          <p:spPr>
            <a:xfrm>
              <a:off x="8090198" y="770322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!!dot_24">
              <a:extLst>
                <a:ext uri="{FF2B5EF4-FFF2-40B4-BE49-F238E27FC236}">
                  <a16:creationId xmlns:a16="http://schemas.microsoft.com/office/drawing/2014/main" id="{B4C91883-23AE-4BFA-35B1-A31FD779616C}"/>
                </a:ext>
              </a:extLst>
            </p:cNvPr>
            <p:cNvSpPr/>
            <p:nvPr/>
          </p:nvSpPr>
          <p:spPr>
            <a:xfrm>
              <a:off x="7069626" y="2198431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!!dot_25">
              <a:extLst>
                <a:ext uri="{FF2B5EF4-FFF2-40B4-BE49-F238E27FC236}">
                  <a16:creationId xmlns:a16="http://schemas.microsoft.com/office/drawing/2014/main" id="{B8CE48FE-C476-216C-526B-577F19B52DC8}"/>
                </a:ext>
              </a:extLst>
            </p:cNvPr>
            <p:cNvSpPr/>
            <p:nvPr/>
          </p:nvSpPr>
          <p:spPr>
            <a:xfrm>
              <a:off x="7000084" y="1166499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!!dot_26">
              <a:extLst>
                <a:ext uri="{FF2B5EF4-FFF2-40B4-BE49-F238E27FC236}">
                  <a16:creationId xmlns:a16="http://schemas.microsoft.com/office/drawing/2014/main" id="{E33EFAC9-0745-8F98-1F6F-464860BD877E}"/>
                </a:ext>
              </a:extLst>
            </p:cNvPr>
            <p:cNvSpPr/>
            <p:nvPr/>
          </p:nvSpPr>
          <p:spPr>
            <a:xfrm>
              <a:off x="6752433" y="1918631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!!dot_27">
              <a:extLst>
                <a:ext uri="{FF2B5EF4-FFF2-40B4-BE49-F238E27FC236}">
                  <a16:creationId xmlns:a16="http://schemas.microsoft.com/office/drawing/2014/main" id="{C532959E-8B7F-1E8F-A5A6-1A8F52575249}"/>
                </a:ext>
              </a:extLst>
            </p:cNvPr>
            <p:cNvSpPr/>
            <p:nvPr/>
          </p:nvSpPr>
          <p:spPr>
            <a:xfrm>
              <a:off x="7577563" y="182669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!!dot_28">
              <a:extLst>
                <a:ext uri="{FF2B5EF4-FFF2-40B4-BE49-F238E27FC236}">
                  <a16:creationId xmlns:a16="http://schemas.microsoft.com/office/drawing/2014/main" id="{69B01419-FA95-346D-84CC-8938712927CF}"/>
                </a:ext>
              </a:extLst>
            </p:cNvPr>
            <p:cNvSpPr/>
            <p:nvPr/>
          </p:nvSpPr>
          <p:spPr>
            <a:xfrm>
              <a:off x="5847353" y="2688012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!!dot_29">
              <a:extLst>
                <a:ext uri="{FF2B5EF4-FFF2-40B4-BE49-F238E27FC236}">
                  <a16:creationId xmlns:a16="http://schemas.microsoft.com/office/drawing/2014/main" id="{4EAF5E01-E29D-02C4-449C-BC66F749F54E}"/>
                </a:ext>
              </a:extLst>
            </p:cNvPr>
            <p:cNvSpPr/>
            <p:nvPr/>
          </p:nvSpPr>
          <p:spPr>
            <a:xfrm>
              <a:off x="6573579" y="188739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!!dot_30">
              <a:extLst>
                <a:ext uri="{FF2B5EF4-FFF2-40B4-BE49-F238E27FC236}">
                  <a16:creationId xmlns:a16="http://schemas.microsoft.com/office/drawing/2014/main" id="{CEDDEABA-6F45-B202-F595-977352AEA7C6}"/>
                </a:ext>
              </a:extLst>
            </p:cNvPr>
            <p:cNvSpPr/>
            <p:nvPr/>
          </p:nvSpPr>
          <p:spPr>
            <a:xfrm>
              <a:off x="6555616" y="2459254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!!dot_31">
              <a:extLst>
                <a:ext uri="{FF2B5EF4-FFF2-40B4-BE49-F238E27FC236}">
                  <a16:creationId xmlns:a16="http://schemas.microsoft.com/office/drawing/2014/main" id="{2EE508E8-74EE-881C-7E83-2CD4A80CC4E1}"/>
                </a:ext>
              </a:extLst>
            </p:cNvPr>
            <p:cNvSpPr/>
            <p:nvPr/>
          </p:nvSpPr>
          <p:spPr>
            <a:xfrm>
              <a:off x="5865812" y="2796081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!!dot_32">
              <a:extLst>
                <a:ext uri="{FF2B5EF4-FFF2-40B4-BE49-F238E27FC236}">
                  <a16:creationId xmlns:a16="http://schemas.microsoft.com/office/drawing/2014/main" id="{B63F9ACB-422C-D445-345D-48E8CD9E362F}"/>
                </a:ext>
              </a:extLst>
            </p:cNvPr>
            <p:cNvSpPr/>
            <p:nvPr/>
          </p:nvSpPr>
          <p:spPr>
            <a:xfrm>
              <a:off x="5750390" y="3642725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!!dot_33">
              <a:extLst>
                <a:ext uri="{FF2B5EF4-FFF2-40B4-BE49-F238E27FC236}">
                  <a16:creationId xmlns:a16="http://schemas.microsoft.com/office/drawing/2014/main" id="{78313F7F-87B3-930F-25BE-D4A608EC4D5E}"/>
                </a:ext>
              </a:extLst>
            </p:cNvPr>
            <p:cNvSpPr/>
            <p:nvPr/>
          </p:nvSpPr>
          <p:spPr>
            <a:xfrm>
              <a:off x="6593763" y="286536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!!dot_34">
              <a:extLst>
                <a:ext uri="{FF2B5EF4-FFF2-40B4-BE49-F238E27FC236}">
                  <a16:creationId xmlns:a16="http://schemas.microsoft.com/office/drawing/2014/main" id="{03B5DED7-BC98-B602-9DE0-071A42DDE4AC}"/>
                </a:ext>
              </a:extLst>
            </p:cNvPr>
            <p:cNvSpPr/>
            <p:nvPr/>
          </p:nvSpPr>
          <p:spPr>
            <a:xfrm>
              <a:off x="7525459" y="544645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!!dot_35">
              <a:extLst>
                <a:ext uri="{FF2B5EF4-FFF2-40B4-BE49-F238E27FC236}">
                  <a16:creationId xmlns:a16="http://schemas.microsoft.com/office/drawing/2014/main" id="{255B7352-5926-749F-FB50-891C31D4E358}"/>
                </a:ext>
              </a:extLst>
            </p:cNvPr>
            <p:cNvSpPr/>
            <p:nvPr/>
          </p:nvSpPr>
          <p:spPr>
            <a:xfrm>
              <a:off x="7341248" y="148825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!!dot_36">
              <a:extLst>
                <a:ext uri="{FF2B5EF4-FFF2-40B4-BE49-F238E27FC236}">
                  <a16:creationId xmlns:a16="http://schemas.microsoft.com/office/drawing/2014/main" id="{95A98ABD-4702-03B8-0D30-E9021FD2C4E6}"/>
                </a:ext>
              </a:extLst>
            </p:cNvPr>
            <p:cNvSpPr/>
            <p:nvPr/>
          </p:nvSpPr>
          <p:spPr>
            <a:xfrm>
              <a:off x="5834096" y="3073871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!!dot_37">
              <a:extLst>
                <a:ext uri="{FF2B5EF4-FFF2-40B4-BE49-F238E27FC236}">
                  <a16:creationId xmlns:a16="http://schemas.microsoft.com/office/drawing/2014/main" id="{95779D7D-8587-6459-06B0-FC7617BED15E}"/>
                </a:ext>
              </a:extLst>
            </p:cNvPr>
            <p:cNvSpPr/>
            <p:nvPr/>
          </p:nvSpPr>
          <p:spPr>
            <a:xfrm>
              <a:off x="6152449" y="278487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!!dot_38">
              <a:extLst>
                <a:ext uri="{FF2B5EF4-FFF2-40B4-BE49-F238E27FC236}">
                  <a16:creationId xmlns:a16="http://schemas.microsoft.com/office/drawing/2014/main" id="{BD7E8982-D962-40C2-D888-1AAD61318B48}"/>
                </a:ext>
              </a:extLst>
            </p:cNvPr>
            <p:cNvSpPr/>
            <p:nvPr/>
          </p:nvSpPr>
          <p:spPr>
            <a:xfrm>
              <a:off x="6273473" y="2853525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!!dot_39">
              <a:extLst>
                <a:ext uri="{FF2B5EF4-FFF2-40B4-BE49-F238E27FC236}">
                  <a16:creationId xmlns:a16="http://schemas.microsoft.com/office/drawing/2014/main" id="{2BE72F91-BD4F-3BED-6F18-D750C1ECA146}"/>
                </a:ext>
              </a:extLst>
            </p:cNvPr>
            <p:cNvSpPr/>
            <p:nvPr/>
          </p:nvSpPr>
          <p:spPr>
            <a:xfrm>
              <a:off x="6457187" y="2330406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!!dot_40">
              <a:extLst>
                <a:ext uri="{FF2B5EF4-FFF2-40B4-BE49-F238E27FC236}">
                  <a16:creationId xmlns:a16="http://schemas.microsoft.com/office/drawing/2014/main" id="{82DC86B0-3B49-9CD2-3B0D-D34AF8E1F242}"/>
                </a:ext>
              </a:extLst>
            </p:cNvPr>
            <p:cNvSpPr/>
            <p:nvPr/>
          </p:nvSpPr>
          <p:spPr>
            <a:xfrm>
              <a:off x="6582072" y="216449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!!dot_41">
              <a:extLst>
                <a:ext uri="{FF2B5EF4-FFF2-40B4-BE49-F238E27FC236}">
                  <a16:creationId xmlns:a16="http://schemas.microsoft.com/office/drawing/2014/main" id="{B2EFF263-8F3D-935F-8752-278F62D3454C}"/>
                </a:ext>
              </a:extLst>
            </p:cNvPr>
            <p:cNvSpPr/>
            <p:nvPr/>
          </p:nvSpPr>
          <p:spPr>
            <a:xfrm>
              <a:off x="6278292" y="2012399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!!dot_42">
              <a:extLst>
                <a:ext uri="{FF2B5EF4-FFF2-40B4-BE49-F238E27FC236}">
                  <a16:creationId xmlns:a16="http://schemas.microsoft.com/office/drawing/2014/main" id="{E8BCE041-A6DD-9E7C-D9AF-66B3A1BCB21F}"/>
                </a:ext>
              </a:extLst>
            </p:cNvPr>
            <p:cNvSpPr/>
            <p:nvPr/>
          </p:nvSpPr>
          <p:spPr>
            <a:xfrm>
              <a:off x="6068735" y="2520174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!!dot_43">
              <a:extLst>
                <a:ext uri="{FF2B5EF4-FFF2-40B4-BE49-F238E27FC236}">
                  <a16:creationId xmlns:a16="http://schemas.microsoft.com/office/drawing/2014/main" id="{DB9AE665-4406-9B26-DCA5-41FEA82A7CAF}"/>
                </a:ext>
              </a:extLst>
            </p:cNvPr>
            <p:cNvSpPr/>
            <p:nvPr/>
          </p:nvSpPr>
          <p:spPr>
            <a:xfrm>
              <a:off x="7253691" y="211061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4" name="!!dot_44">
              <a:extLst>
                <a:ext uri="{FF2B5EF4-FFF2-40B4-BE49-F238E27FC236}">
                  <a16:creationId xmlns:a16="http://schemas.microsoft.com/office/drawing/2014/main" id="{046B9707-BD6C-97B3-46B8-960C0C110F7A}"/>
                </a:ext>
              </a:extLst>
            </p:cNvPr>
            <p:cNvSpPr/>
            <p:nvPr/>
          </p:nvSpPr>
          <p:spPr>
            <a:xfrm>
              <a:off x="5890263" y="2425875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!!dot_45">
              <a:extLst>
                <a:ext uri="{FF2B5EF4-FFF2-40B4-BE49-F238E27FC236}">
                  <a16:creationId xmlns:a16="http://schemas.microsoft.com/office/drawing/2014/main" id="{247AF7ED-F5E0-EBC8-E951-04FAEA1E33E5}"/>
                </a:ext>
              </a:extLst>
            </p:cNvPr>
            <p:cNvSpPr/>
            <p:nvPr/>
          </p:nvSpPr>
          <p:spPr>
            <a:xfrm>
              <a:off x="7117096" y="205128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6" name="!!dot_46">
              <a:extLst>
                <a:ext uri="{FF2B5EF4-FFF2-40B4-BE49-F238E27FC236}">
                  <a16:creationId xmlns:a16="http://schemas.microsoft.com/office/drawing/2014/main" id="{28B83B9A-884D-129E-31FD-CD680D615854}"/>
                </a:ext>
              </a:extLst>
            </p:cNvPr>
            <p:cNvSpPr/>
            <p:nvPr/>
          </p:nvSpPr>
          <p:spPr>
            <a:xfrm>
              <a:off x="6392188" y="2642439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7" name="!!dot_47">
              <a:extLst>
                <a:ext uri="{FF2B5EF4-FFF2-40B4-BE49-F238E27FC236}">
                  <a16:creationId xmlns:a16="http://schemas.microsoft.com/office/drawing/2014/main" id="{A8847E75-5154-A9BA-CB46-970B804C1E9F}"/>
                </a:ext>
              </a:extLst>
            </p:cNvPr>
            <p:cNvSpPr/>
            <p:nvPr/>
          </p:nvSpPr>
          <p:spPr>
            <a:xfrm>
              <a:off x="6833995" y="2356861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8" name="!!dot_48">
              <a:extLst>
                <a:ext uri="{FF2B5EF4-FFF2-40B4-BE49-F238E27FC236}">
                  <a16:creationId xmlns:a16="http://schemas.microsoft.com/office/drawing/2014/main" id="{033A8BE1-52F8-6697-9439-1DFD180182E8}"/>
                </a:ext>
              </a:extLst>
            </p:cNvPr>
            <p:cNvSpPr/>
            <p:nvPr/>
          </p:nvSpPr>
          <p:spPr>
            <a:xfrm>
              <a:off x="6900949" y="2167883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!!dot_49">
              <a:extLst>
                <a:ext uri="{FF2B5EF4-FFF2-40B4-BE49-F238E27FC236}">
                  <a16:creationId xmlns:a16="http://schemas.microsoft.com/office/drawing/2014/main" id="{070C931A-EBBF-AD75-BA67-E7F80F46D68A}"/>
                </a:ext>
              </a:extLst>
            </p:cNvPr>
            <p:cNvSpPr/>
            <p:nvPr/>
          </p:nvSpPr>
          <p:spPr>
            <a:xfrm>
              <a:off x="6157979" y="2351343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0" name="!!dot_50">
              <a:extLst>
                <a:ext uri="{FF2B5EF4-FFF2-40B4-BE49-F238E27FC236}">
                  <a16:creationId xmlns:a16="http://schemas.microsoft.com/office/drawing/2014/main" id="{1D2EF5C1-4F78-F771-8478-00819DE0F8EE}"/>
                </a:ext>
              </a:extLst>
            </p:cNvPr>
            <p:cNvSpPr/>
            <p:nvPr/>
          </p:nvSpPr>
          <p:spPr>
            <a:xfrm>
              <a:off x="6552123" y="252138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!!dot_51">
              <a:extLst>
                <a:ext uri="{FF2B5EF4-FFF2-40B4-BE49-F238E27FC236}">
                  <a16:creationId xmlns:a16="http://schemas.microsoft.com/office/drawing/2014/main" id="{270C618B-41FA-CB93-790C-1A36FDC5B7E1}"/>
                </a:ext>
              </a:extLst>
            </p:cNvPr>
            <p:cNvSpPr/>
            <p:nvPr/>
          </p:nvSpPr>
          <p:spPr>
            <a:xfrm>
              <a:off x="6638614" y="196948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!!dot_52">
              <a:extLst>
                <a:ext uri="{FF2B5EF4-FFF2-40B4-BE49-F238E27FC236}">
                  <a16:creationId xmlns:a16="http://schemas.microsoft.com/office/drawing/2014/main" id="{217E0ACA-377B-9367-43E2-DDD074EEB21C}"/>
                </a:ext>
              </a:extLst>
            </p:cNvPr>
            <p:cNvSpPr/>
            <p:nvPr/>
          </p:nvSpPr>
          <p:spPr>
            <a:xfrm>
              <a:off x="7440775" y="217708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!!dot_53">
              <a:extLst>
                <a:ext uri="{FF2B5EF4-FFF2-40B4-BE49-F238E27FC236}">
                  <a16:creationId xmlns:a16="http://schemas.microsoft.com/office/drawing/2014/main" id="{05E5AEF3-2FAF-B44C-739C-B81CA4E95C1C}"/>
                </a:ext>
              </a:extLst>
            </p:cNvPr>
            <p:cNvSpPr/>
            <p:nvPr/>
          </p:nvSpPr>
          <p:spPr>
            <a:xfrm>
              <a:off x="6443822" y="2670053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!!dot_54">
              <a:extLst>
                <a:ext uri="{FF2B5EF4-FFF2-40B4-BE49-F238E27FC236}">
                  <a16:creationId xmlns:a16="http://schemas.microsoft.com/office/drawing/2014/main" id="{416C27C5-01EB-2A20-B9BB-0E6130647EE3}"/>
                </a:ext>
              </a:extLst>
            </p:cNvPr>
            <p:cNvSpPr/>
            <p:nvPr/>
          </p:nvSpPr>
          <p:spPr>
            <a:xfrm>
              <a:off x="6311622" y="2619766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!!dot_55">
              <a:extLst>
                <a:ext uri="{FF2B5EF4-FFF2-40B4-BE49-F238E27FC236}">
                  <a16:creationId xmlns:a16="http://schemas.microsoft.com/office/drawing/2014/main" id="{7BE7C743-1EFB-4945-658E-A493D4521671}"/>
                </a:ext>
              </a:extLst>
            </p:cNvPr>
            <p:cNvSpPr/>
            <p:nvPr/>
          </p:nvSpPr>
          <p:spPr>
            <a:xfrm>
              <a:off x="6299654" y="2722861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!!dot_56">
              <a:extLst>
                <a:ext uri="{FF2B5EF4-FFF2-40B4-BE49-F238E27FC236}">
                  <a16:creationId xmlns:a16="http://schemas.microsoft.com/office/drawing/2014/main" id="{EFCF88BD-7354-B2E8-AF33-93F2A3733176}"/>
                </a:ext>
              </a:extLst>
            </p:cNvPr>
            <p:cNvSpPr/>
            <p:nvPr/>
          </p:nvSpPr>
          <p:spPr>
            <a:xfrm>
              <a:off x="6027716" y="2448103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!!dot_57">
              <a:extLst>
                <a:ext uri="{FF2B5EF4-FFF2-40B4-BE49-F238E27FC236}">
                  <a16:creationId xmlns:a16="http://schemas.microsoft.com/office/drawing/2014/main" id="{9F41D12C-E09C-92F6-26F7-0600F3FAF626}"/>
                </a:ext>
              </a:extLst>
            </p:cNvPr>
            <p:cNvSpPr/>
            <p:nvPr/>
          </p:nvSpPr>
          <p:spPr>
            <a:xfrm>
              <a:off x="6684836" y="2421998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!!dot_58">
              <a:extLst>
                <a:ext uri="{FF2B5EF4-FFF2-40B4-BE49-F238E27FC236}">
                  <a16:creationId xmlns:a16="http://schemas.microsoft.com/office/drawing/2014/main" id="{D6015E62-B35F-5592-D64E-1CD0A1383E51}"/>
                </a:ext>
              </a:extLst>
            </p:cNvPr>
            <p:cNvSpPr/>
            <p:nvPr/>
          </p:nvSpPr>
          <p:spPr>
            <a:xfrm>
              <a:off x="6158634" y="2578843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!!dot_59">
              <a:extLst>
                <a:ext uri="{FF2B5EF4-FFF2-40B4-BE49-F238E27FC236}">
                  <a16:creationId xmlns:a16="http://schemas.microsoft.com/office/drawing/2014/main" id="{DC4BF807-167E-6739-1B9C-A65151836BC2}"/>
                </a:ext>
              </a:extLst>
            </p:cNvPr>
            <p:cNvSpPr/>
            <p:nvPr/>
          </p:nvSpPr>
          <p:spPr>
            <a:xfrm>
              <a:off x="7063243" y="2563846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!!dot_60">
              <a:extLst>
                <a:ext uri="{FF2B5EF4-FFF2-40B4-BE49-F238E27FC236}">
                  <a16:creationId xmlns:a16="http://schemas.microsoft.com/office/drawing/2014/main" id="{845AB717-9D8E-FBAE-2079-6C56056FBE36}"/>
                </a:ext>
              </a:extLst>
            </p:cNvPr>
            <p:cNvSpPr/>
            <p:nvPr/>
          </p:nvSpPr>
          <p:spPr>
            <a:xfrm>
              <a:off x="6510465" y="2519625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1" name="!!dot_61">
              <a:extLst>
                <a:ext uri="{FF2B5EF4-FFF2-40B4-BE49-F238E27FC236}">
                  <a16:creationId xmlns:a16="http://schemas.microsoft.com/office/drawing/2014/main" id="{C7ECAAFA-C927-4EF0-AE8F-57935FCF7625}"/>
                </a:ext>
              </a:extLst>
            </p:cNvPr>
            <p:cNvSpPr/>
            <p:nvPr/>
          </p:nvSpPr>
          <p:spPr>
            <a:xfrm>
              <a:off x="6808477" y="1811607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2" name="!!dot_62">
              <a:extLst>
                <a:ext uri="{FF2B5EF4-FFF2-40B4-BE49-F238E27FC236}">
                  <a16:creationId xmlns:a16="http://schemas.microsoft.com/office/drawing/2014/main" id="{333019DF-7787-7F7D-094A-918E1950D73B}"/>
                </a:ext>
              </a:extLst>
            </p:cNvPr>
            <p:cNvSpPr/>
            <p:nvPr/>
          </p:nvSpPr>
          <p:spPr>
            <a:xfrm>
              <a:off x="6612785" y="1423292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3" name="!!dot_63">
              <a:extLst>
                <a:ext uri="{FF2B5EF4-FFF2-40B4-BE49-F238E27FC236}">
                  <a16:creationId xmlns:a16="http://schemas.microsoft.com/office/drawing/2014/main" id="{47373334-DB80-4252-FC34-3BA52BA1AFC5}"/>
                </a:ext>
              </a:extLst>
            </p:cNvPr>
            <p:cNvSpPr/>
            <p:nvPr/>
          </p:nvSpPr>
          <p:spPr>
            <a:xfrm>
              <a:off x="6569126" y="2344469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4" name="!!dot_64">
              <a:extLst>
                <a:ext uri="{FF2B5EF4-FFF2-40B4-BE49-F238E27FC236}">
                  <a16:creationId xmlns:a16="http://schemas.microsoft.com/office/drawing/2014/main" id="{D527FF7E-8B4D-D879-CD3A-FBF84DCCB062}"/>
                </a:ext>
              </a:extLst>
            </p:cNvPr>
            <p:cNvSpPr/>
            <p:nvPr/>
          </p:nvSpPr>
          <p:spPr>
            <a:xfrm>
              <a:off x="6533670" y="337384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5" name="!!dot_65">
              <a:extLst>
                <a:ext uri="{FF2B5EF4-FFF2-40B4-BE49-F238E27FC236}">
                  <a16:creationId xmlns:a16="http://schemas.microsoft.com/office/drawing/2014/main" id="{4B787811-F373-5071-1381-5E4A8A1D26B2}"/>
                </a:ext>
              </a:extLst>
            </p:cNvPr>
            <p:cNvSpPr/>
            <p:nvPr/>
          </p:nvSpPr>
          <p:spPr>
            <a:xfrm>
              <a:off x="6684718" y="294156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!!dot_66">
              <a:extLst>
                <a:ext uri="{FF2B5EF4-FFF2-40B4-BE49-F238E27FC236}">
                  <a16:creationId xmlns:a16="http://schemas.microsoft.com/office/drawing/2014/main" id="{42293110-0199-7F04-398E-D412ED8D7C33}"/>
                </a:ext>
              </a:extLst>
            </p:cNvPr>
            <p:cNvSpPr/>
            <p:nvPr/>
          </p:nvSpPr>
          <p:spPr>
            <a:xfrm>
              <a:off x="6474942" y="3136211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7" name="!!dot_67">
              <a:extLst>
                <a:ext uri="{FF2B5EF4-FFF2-40B4-BE49-F238E27FC236}">
                  <a16:creationId xmlns:a16="http://schemas.microsoft.com/office/drawing/2014/main" id="{4C806C3D-F25E-F139-DC28-E77F3BB2F24A}"/>
                </a:ext>
              </a:extLst>
            </p:cNvPr>
            <p:cNvSpPr/>
            <p:nvPr/>
          </p:nvSpPr>
          <p:spPr>
            <a:xfrm>
              <a:off x="5558222" y="3844213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!!dot_68">
              <a:extLst>
                <a:ext uri="{FF2B5EF4-FFF2-40B4-BE49-F238E27FC236}">
                  <a16:creationId xmlns:a16="http://schemas.microsoft.com/office/drawing/2014/main" id="{6760C8F1-C53A-E584-A035-C03067911BF1}"/>
                </a:ext>
              </a:extLst>
            </p:cNvPr>
            <p:cNvSpPr/>
            <p:nvPr/>
          </p:nvSpPr>
          <p:spPr>
            <a:xfrm>
              <a:off x="6727491" y="240875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!!dot_69">
              <a:extLst>
                <a:ext uri="{FF2B5EF4-FFF2-40B4-BE49-F238E27FC236}">
                  <a16:creationId xmlns:a16="http://schemas.microsoft.com/office/drawing/2014/main" id="{8D7395E8-951D-B44A-F472-3B04861A2F7C}"/>
                </a:ext>
              </a:extLst>
            </p:cNvPr>
            <p:cNvSpPr/>
            <p:nvPr/>
          </p:nvSpPr>
          <p:spPr>
            <a:xfrm>
              <a:off x="6888390" y="2174730"/>
              <a:ext cx="100584" cy="100584"/>
            </a:xfrm>
            <a:prstGeom prst="ellipse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5" name="Shape 0">
            <a:extLst>
              <a:ext uri="{FF2B5EF4-FFF2-40B4-BE49-F238E27FC236}">
                <a16:creationId xmlns:a16="http://schemas.microsoft.com/office/drawing/2014/main" id="{AF5E35AC-6B50-FCDE-C543-F5BA99B186A8}"/>
              </a:ext>
            </a:extLst>
          </p:cNvPr>
          <p:cNvSpPr/>
          <p:nvPr/>
        </p:nvSpPr>
        <p:spPr>
          <a:xfrm>
            <a:off x="7019778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6" name="Shape 1">
            <a:extLst>
              <a:ext uri="{FF2B5EF4-FFF2-40B4-BE49-F238E27FC236}">
                <a16:creationId xmlns:a16="http://schemas.microsoft.com/office/drawing/2014/main" id="{D9618D31-C567-2A29-6731-F3B5F742D307}"/>
              </a:ext>
            </a:extLst>
          </p:cNvPr>
          <p:cNvSpPr/>
          <p:nvPr/>
        </p:nvSpPr>
        <p:spPr>
          <a:xfrm>
            <a:off x="7220946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7" name="Shape 2">
            <a:extLst>
              <a:ext uri="{FF2B5EF4-FFF2-40B4-BE49-F238E27FC236}">
                <a16:creationId xmlns:a16="http://schemas.microsoft.com/office/drawing/2014/main" id="{50F45F44-4DE1-AFE0-12B3-5C038F1AF5E6}"/>
              </a:ext>
            </a:extLst>
          </p:cNvPr>
          <p:cNvSpPr/>
          <p:nvPr/>
        </p:nvSpPr>
        <p:spPr>
          <a:xfrm>
            <a:off x="7422114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8" name="Shape 3">
            <a:extLst>
              <a:ext uri="{FF2B5EF4-FFF2-40B4-BE49-F238E27FC236}">
                <a16:creationId xmlns:a16="http://schemas.microsoft.com/office/drawing/2014/main" id="{CF01E2DF-6C74-EA4A-0F77-E565973F8541}"/>
              </a:ext>
            </a:extLst>
          </p:cNvPr>
          <p:cNvSpPr/>
          <p:nvPr/>
        </p:nvSpPr>
        <p:spPr>
          <a:xfrm>
            <a:off x="7623282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9" name="Shape 4">
            <a:extLst>
              <a:ext uri="{FF2B5EF4-FFF2-40B4-BE49-F238E27FC236}">
                <a16:creationId xmlns:a16="http://schemas.microsoft.com/office/drawing/2014/main" id="{9AB2AA1A-D229-D6E9-6860-D26CFE48E048}"/>
              </a:ext>
            </a:extLst>
          </p:cNvPr>
          <p:cNvSpPr/>
          <p:nvPr/>
        </p:nvSpPr>
        <p:spPr>
          <a:xfrm>
            <a:off x="7824450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0" name="Shape 5">
            <a:extLst>
              <a:ext uri="{FF2B5EF4-FFF2-40B4-BE49-F238E27FC236}">
                <a16:creationId xmlns:a16="http://schemas.microsoft.com/office/drawing/2014/main" id="{3AD8CAE2-B165-A89D-0BD2-8A28EE2A4892}"/>
              </a:ext>
            </a:extLst>
          </p:cNvPr>
          <p:cNvSpPr/>
          <p:nvPr/>
        </p:nvSpPr>
        <p:spPr>
          <a:xfrm>
            <a:off x="9362049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1" name="Shape 6">
            <a:extLst>
              <a:ext uri="{FF2B5EF4-FFF2-40B4-BE49-F238E27FC236}">
                <a16:creationId xmlns:a16="http://schemas.microsoft.com/office/drawing/2014/main" id="{952A50D8-B25E-A73F-2145-3F493B4A2AA2}"/>
              </a:ext>
            </a:extLst>
          </p:cNvPr>
          <p:cNvSpPr/>
          <p:nvPr/>
        </p:nvSpPr>
        <p:spPr>
          <a:xfrm>
            <a:off x="9563217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2" name="Shape 7">
            <a:extLst>
              <a:ext uri="{FF2B5EF4-FFF2-40B4-BE49-F238E27FC236}">
                <a16:creationId xmlns:a16="http://schemas.microsoft.com/office/drawing/2014/main" id="{A1A1871E-1E10-7FD8-38EF-B9D60AA07DA0}"/>
              </a:ext>
            </a:extLst>
          </p:cNvPr>
          <p:cNvSpPr/>
          <p:nvPr/>
        </p:nvSpPr>
        <p:spPr>
          <a:xfrm>
            <a:off x="9764385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3" name="Shape 8">
            <a:extLst>
              <a:ext uri="{FF2B5EF4-FFF2-40B4-BE49-F238E27FC236}">
                <a16:creationId xmlns:a16="http://schemas.microsoft.com/office/drawing/2014/main" id="{DA5CAA29-FCE8-B13F-43DC-923A2B4A8134}"/>
              </a:ext>
            </a:extLst>
          </p:cNvPr>
          <p:cNvSpPr/>
          <p:nvPr/>
        </p:nvSpPr>
        <p:spPr>
          <a:xfrm>
            <a:off x="9965553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4" name="Shape 9">
            <a:extLst>
              <a:ext uri="{FF2B5EF4-FFF2-40B4-BE49-F238E27FC236}">
                <a16:creationId xmlns:a16="http://schemas.microsoft.com/office/drawing/2014/main" id="{A158B982-A422-4AB9-9ECB-2E8CFA218FEF}"/>
              </a:ext>
            </a:extLst>
          </p:cNvPr>
          <p:cNvSpPr/>
          <p:nvPr/>
        </p:nvSpPr>
        <p:spPr>
          <a:xfrm>
            <a:off x="10166721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5" name="Shape 10">
            <a:extLst>
              <a:ext uri="{FF2B5EF4-FFF2-40B4-BE49-F238E27FC236}">
                <a16:creationId xmlns:a16="http://schemas.microsoft.com/office/drawing/2014/main" id="{6C36C62C-1576-26F3-3179-9C6E80E41C8D}"/>
              </a:ext>
            </a:extLst>
          </p:cNvPr>
          <p:cNvSpPr/>
          <p:nvPr/>
        </p:nvSpPr>
        <p:spPr>
          <a:xfrm>
            <a:off x="7019778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6" name="Shape 11">
            <a:extLst>
              <a:ext uri="{FF2B5EF4-FFF2-40B4-BE49-F238E27FC236}">
                <a16:creationId xmlns:a16="http://schemas.microsoft.com/office/drawing/2014/main" id="{A355EFF4-1EC8-1754-949D-77376CAE9E76}"/>
              </a:ext>
            </a:extLst>
          </p:cNvPr>
          <p:cNvSpPr/>
          <p:nvPr/>
        </p:nvSpPr>
        <p:spPr>
          <a:xfrm>
            <a:off x="7220946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7" name="Shape 12">
            <a:extLst>
              <a:ext uri="{FF2B5EF4-FFF2-40B4-BE49-F238E27FC236}">
                <a16:creationId xmlns:a16="http://schemas.microsoft.com/office/drawing/2014/main" id="{5C01A141-DC76-B135-11EA-D7EEF0E3EA1D}"/>
              </a:ext>
            </a:extLst>
          </p:cNvPr>
          <p:cNvSpPr/>
          <p:nvPr/>
        </p:nvSpPr>
        <p:spPr>
          <a:xfrm>
            <a:off x="7422114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8" name="Shape 13">
            <a:extLst>
              <a:ext uri="{FF2B5EF4-FFF2-40B4-BE49-F238E27FC236}">
                <a16:creationId xmlns:a16="http://schemas.microsoft.com/office/drawing/2014/main" id="{CA6ADD9D-AD5E-089C-3C51-569541071F81}"/>
              </a:ext>
            </a:extLst>
          </p:cNvPr>
          <p:cNvSpPr/>
          <p:nvPr/>
        </p:nvSpPr>
        <p:spPr>
          <a:xfrm>
            <a:off x="7623282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9" name="Shape 14">
            <a:extLst>
              <a:ext uri="{FF2B5EF4-FFF2-40B4-BE49-F238E27FC236}">
                <a16:creationId xmlns:a16="http://schemas.microsoft.com/office/drawing/2014/main" id="{C053F961-454C-4EDC-42B5-A8304C576706}"/>
              </a:ext>
            </a:extLst>
          </p:cNvPr>
          <p:cNvSpPr/>
          <p:nvPr/>
        </p:nvSpPr>
        <p:spPr>
          <a:xfrm>
            <a:off x="7824450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0" name="Shape 15">
            <a:extLst>
              <a:ext uri="{FF2B5EF4-FFF2-40B4-BE49-F238E27FC236}">
                <a16:creationId xmlns:a16="http://schemas.microsoft.com/office/drawing/2014/main" id="{22FE1EAB-A63A-F4F6-0ED5-2794237E688E}"/>
              </a:ext>
            </a:extLst>
          </p:cNvPr>
          <p:cNvSpPr/>
          <p:nvPr/>
        </p:nvSpPr>
        <p:spPr>
          <a:xfrm>
            <a:off x="9362049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1" name="Shape 16">
            <a:extLst>
              <a:ext uri="{FF2B5EF4-FFF2-40B4-BE49-F238E27FC236}">
                <a16:creationId xmlns:a16="http://schemas.microsoft.com/office/drawing/2014/main" id="{107CD22B-328C-D1EB-0B41-CE854A4AB63C}"/>
              </a:ext>
            </a:extLst>
          </p:cNvPr>
          <p:cNvSpPr/>
          <p:nvPr/>
        </p:nvSpPr>
        <p:spPr>
          <a:xfrm>
            <a:off x="9563217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2" name="Shape 17">
            <a:extLst>
              <a:ext uri="{FF2B5EF4-FFF2-40B4-BE49-F238E27FC236}">
                <a16:creationId xmlns:a16="http://schemas.microsoft.com/office/drawing/2014/main" id="{2533DD1F-DC9B-FF96-73D5-033EAC610C0F}"/>
              </a:ext>
            </a:extLst>
          </p:cNvPr>
          <p:cNvSpPr/>
          <p:nvPr/>
        </p:nvSpPr>
        <p:spPr>
          <a:xfrm>
            <a:off x="9764385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3" name="Shape 18">
            <a:extLst>
              <a:ext uri="{FF2B5EF4-FFF2-40B4-BE49-F238E27FC236}">
                <a16:creationId xmlns:a16="http://schemas.microsoft.com/office/drawing/2014/main" id="{73F522F2-4D3B-612E-6E3C-3F12E227BB2F}"/>
              </a:ext>
            </a:extLst>
          </p:cNvPr>
          <p:cNvSpPr/>
          <p:nvPr/>
        </p:nvSpPr>
        <p:spPr>
          <a:xfrm>
            <a:off x="9965553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4" name="Shape 19">
            <a:extLst>
              <a:ext uri="{FF2B5EF4-FFF2-40B4-BE49-F238E27FC236}">
                <a16:creationId xmlns:a16="http://schemas.microsoft.com/office/drawing/2014/main" id="{1F3FD756-5764-B300-D6B2-7BC62FA0B6CD}"/>
              </a:ext>
            </a:extLst>
          </p:cNvPr>
          <p:cNvSpPr/>
          <p:nvPr/>
        </p:nvSpPr>
        <p:spPr>
          <a:xfrm>
            <a:off x="10166721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5" name="Shape 20">
            <a:extLst>
              <a:ext uri="{FF2B5EF4-FFF2-40B4-BE49-F238E27FC236}">
                <a16:creationId xmlns:a16="http://schemas.microsoft.com/office/drawing/2014/main" id="{C5E85EB9-BFAC-0974-35EF-353E85095BA8}"/>
              </a:ext>
            </a:extLst>
          </p:cNvPr>
          <p:cNvSpPr/>
          <p:nvPr/>
        </p:nvSpPr>
        <p:spPr>
          <a:xfrm>
            <a:off x="7019778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6" name="Shape 21">
            <a:extLst>
              <a:ext uri="{FF2B5EF4-FFF2-40B4-BE49-F238E27FC236}">
                <a16:creationId xmlns:a16="http://schemas.microsoft.com/office/drawing/2014/main" id="{EB04C9AD-D497-351C-65C9-2240EAB5BA1F}"/>
              </a:ext>
            </a:extLst>
          </p:cNvPr>
          <p:cNvSpPr/>
          <p:nvPr/>
        </p:nvSpPr>
        <p:spPr>
          <a:xfrm>
            <a:off x="7220946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7" name="Shape 22">
            <a:extLst>
              <a:ext uri="{FF2B5EF4-FFF2-40B4-BE49-F238E27FC236}">
                <a16:creationId xmlns:a16="http://schemas.microsoft.com/office/drawing/2014/main" id="{A2E636B7-CD3F-54DE-71FF-CF659BA7A508}"/>
              </a:ext>
            </a:extLst>
          </p:cNvPr>
          <p:cNvSpPr/>
          <p:nvPr/>
        </p:nvSpPr>
        <p:spPr>
          <a:xfrm>
            <a:off x="7422114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8" name="Shape 23">
            <a:extLst>
              <a:ext uri="{FF2B5EF4-FFF2-40B4-BE49-F238E27FC236}">
                <a16:creationId xmlns:a16="http://schemas.microsoft.com/office/drawing/2014/main" id="{FA20E8A9-646C-86D1-6302-F3D06CB5BF08}"/>
              </a:ext>
            </a:extLst>
          </p:cNvPr>
          <p:cNvSpPr/>
          <p:nvPr/>
        </p:nvSpPr>
        <p:spPr>
          <a:xfrm>
            <a:off x="7623282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9" name="Shape 24">
            <a:extLst>
              <a:ext uri="{FF2B5EF4-FFF2-40B4-BE49-F238E27FC236}">
                <a16:creationId xmlns:a16="http://schemas.microsoft.com/office/drawing/2014/main" id="{4B6F6F5C-23E5-DE41-EFB9-70E2E8263CDD}"/>
              </a:ext>
            </a:extLst>
          </p:cNvPr>
          <p:cNvSpPr/>
          <p:nvPr/>
        </p:nvSpPr>
        <p:spPr>
          <a:xfrm>
            <a:off x="7824450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0" name="Shape 25">
            <a:extLst>
              <a:ext uri="{FF2B5EF4-FFF2-40B4-BE49-F238E27FC236}">
                <a16:creationId xmlns:a16="http://schemas.microsoft.com/office/drawing/2014/main" id="{8E9939F9-74B4-2256-355D-CD361565369E}"/>
              </a:ext>
            </a:extLst>
          </p:cNvPr>
          <p:cNvSpPr/>
          <p:nvPr/>
        </p:nvSpPr>
        <p:spPr>
          <a:xfrm>
            <a:off x="9362049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1" name="Shape 26">
            <a:extLst>
              <a:ext uri="{FF2B5EF4-FFF2-40B4-BE49-F238E27FC236}">
                <a16:creationId xmlns:a16="http://schemas.microsoft.com/office/drawing/2014/main" id="{1B1CA815-93A4-45DC-8DDF-7D3300ECA104}"/>
              </a:ext>
            </a:extLst>
          </p:cNvPr>
          <p:cNvSpPr/>
          <p:nvPr/>
        </p:nvSpPr>
        <p:spPr>
          <a:xfrm>
            <a:off x="9563217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2" name="Shape 27">
            <a:extLst>
              <a:ext uri="{FF2B5EF4-FFF2-40B4-BE49-F238E27FC236}">
                <a16:creationId xmlns:a16="http://schemas.microsoft.com/office/drawing/2014/main" id="{E4CA5EA1-79BF-B6F5-F7AB-7337BC967329}"/>
              </a:ext>
            </a:extLst>
          </p:cNvPr>
          <p:cNvSpPr/>
          <p:nvPr/>
        </p:nvSpPr>
        <p:spPr>
          <a:xfrm>
            <a:off x="9764385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3" name="Shape 28">
            <a:extLst>
              <a:ext uri="{FF2B5EF4-FFF2-40B4-BE49-F238E27FC236}">
                <a16:creationId xmlns:a16="http://schemas.microsoft.com/office/drawing/2014/main" id="{1D89164E-437F-30A3-84A2-D9DD1EBDEF8F}"/>
              </a:ext>
            </a:extLst>
          </p:cNvPr>
          <p:cNvSpPr/>
          <p:nvPr/>
        </p:nvSpPr>
        <p:spPr>
          <a:xfrm>
            <a:off x="9965553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4" name="Shape 29">
            <a:extLst>
              <a:ext uri="{FF2B5EF4-FFF2-40B4-BE49-F238E27FC236}">
                <a16:creationId xmlns:a16="http://schemas.microsoft.com/office/drawing/2014/main" id="{474E1A33-4960-0B4B-CFF4-C03F5015EFF0}"/>
              </a:ext>
            </a:extLst>
          </p:cNvPr>
          <p:cNvSpPr/>
          <p:nvPr/>
        </p:nvSpPr>
        <p:spPr>
          <a:xfrm>
            <a:off x="10166721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5" name="Shape 30">
            <a:extLst>
              <a:ext uri="{FF2B5EF4-FFF2-40B4-BE49-F238E27FC236}">
                <a16:creationId xmlns:a16="http://schemas.microsoft.com/office/drawing/2014/main" id="{EDA21FAD-747C-7E3E-9454-BC5050E5D77C}"/>
              </a:ext>
            </a:extLst>
          </p:cNvPr>
          <p:cNvSpPr/>
          <p:nvPr/>
        </p:nvSpPr>
        <p:spPr>
          <a:xfrm>
            <a:off x="7019778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6" name="Shape 31">
            <a:extLst>
              <a:ext uri="{FF2B5EF4-FFF2-40B4-BE49-F238E27FC236}">
                <a16:creationId xmlns:a16="http://schemas.microsoft.com/office/drawing/2014/main" id="{B9661175-CE04-0637-6272-5EC485DF267F}"/>
              </a:ext>
            </a:extLst>
          </p:cNvPr>
          <p:cNvSpPr/>
          <p:nvPr/>
        </p:nvSpPr>
        <p:spPr>
          <a:xfrm>
            <a:off x="7220946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7" name="Shape 32">
            <a:extLst>
              <a:ext uri="{FF2B5EF4-FFF2-40B4-BE49-F238E27FC236}">
                <a16:creationId xmlns:a16="http://schemas.microsoft.com/office/drawing/2014/main" id="{D01D9822-F61E-709F-E123-05FB3A594753}"/>
              </a:ext>
            </a:extLst>
          </p:cNvPr>
          <p:cNvSpPr/>
          <p:nvPr/>
        </p:nvSpPr>
        <p:spPr>
          <a:xfrm>
            <a:off x="7422114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8" name="Shape 33">
            <a:extLst>
              <a:ext uri="{FF2B5EF4-FFF2-40B4-BE49-F238E27FC236}">
                <a16:creationId xmlns:a16="http://schemas.microsoft.com/office/drawing/2014/main" id="{FFAF6020-9EF8-A0B0-BDBD-52D1E391E6D2}"/>
              </a:ext>
            </a:extLst>
          </p:cNvPr>
          <p:cNvSpPr/>
          <p:nvPr/>
        </p:nvSpPr>
        <p:spPr>
          <a:xfrm>
            <a:off x="7623282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9" name="Shape 34">
            <a:extLst>
              <a:ext uri="{FF2B5EF4-FFF2-40B4-BE49-F238E27FC236}">
                <a16:creationId xmlns:a16="http://schemas.microsoft.com/office/drawing/2014/main" id="{3CB971B9-ED1A-1F28-168E-9D9FE4F4C079}"/>
              </a:ext>
            </a:extLst>
          </p:cNvPr>
          <p:cNvSpPr/>
          <p:nvPr/>
        </p:nvSpPr>
        <p:spPr>
          <a:xfrm>
            <a:off x="7824450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0" name="Shape 35">
            <a:extLst>
              <a:ext uri="{FF2B5EF4-FFF2-40B4-BE49-F238E27FC236}">
                <a16:creationId xmlns:a16="http://schemas.microsoft.com/office/drawing/2014/main" id="{F5D1299D-4781-FFBB-0BAE-2EDD047D2F70}"/>
              </a:ext>
            </a:extLst>
          </p:cNvPr>
          <p:cNvSpPr/>
          <p:nvPr/>
        </p:nvSpPr>
        <p:spPr>
          <a:xfrm>
            <a:off x="9362049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1" name="Shape 36">
            <a:extLst>
              <a:ext uri="{FF2B5EF4-FFF2-40B4-BE49-F238E27FC236}">
                <a16:creationId xmlns:a16="http://schemas.microsoft.com/office/drawing/2014/main" id="{A764B848-40A8-7EB2-C4B0-8D3EFAA64787}"/>
              </a:ext>
            </a:extLst>
          </p:cNvPr>
          <p:cNvSpPr/>
          <p:nvPr/>
        </p:nvSpPr>
        <p:spPr>
          <a:xfrm>
            <a:off x="9563217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2" name="Shape 37">
            <a:extLst>
              <a:ext uri="{FF2B5EF4-FFF2-40B4-BE49-F238E27FC236}">
                <a16:creationId xmlns:a16="http://schemas.microsoft.com/office/drawing/2014/main" id="{071B5FB6-77CD-6C9F-A372-7A7902CF7A8C}"/>
              </a:ext>
            </a:extLst>
          </p:cNvPr>
          <p:cNvSpPr/>
          <p:nvPr/>
        </p:nvSpPr>
        <p:spPr>
          <a:xfrm>
            <a:off x="9764385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3" name="Shape 38">
            <a:extLst>
              <a:ext uri="{FF2B5EF4-FFF2-40B4-BE49-F238E27FC236}">
                <a16:creationId xmlns:a16="http://schemas.microsoft.com/office/drawing/2014/main" id="{4BF15AB0-AD2D-4D47-29AF-533CC2658446}"/>
              </a:ext>
            </a:extLst>
          </p:cNvPr>
          <p:cNvSpPr/>
          <p:nvPr/>
        </p:nvSpPr>
        <p:spPr>
          <a:xfrm>
            <a:off x="9965553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4" name="Shape 39">
            <a:extLst>
              <a:ext uri="{FF2B5EF4-FFF2-40B4-BE49-F238E27FC236}">
                <a16:creationId xmlns:a16="http://schemas.microsoft.com/office/drawing/2014/main" id="{AB04A014-C77D-3FD8-47D9-330D78296EE6}"/>
              </a:ext>
            </a:extLst>
          </p:cNvPr>
          <p:cNvSpPr/>
          <p:nvPr/>
        </p:nvSpPr>
        <p:spPr>
          <a:xfrm>
            <a:off x="10166721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5" name="Shape 40">
            <a:extLst>
              <a:ext uri="{FF2B5EF4-FFF2-40B4-BE49-F238E27FC236}">
                <a16:creationId xmlns:a16="http://schemas.microsoft.com/office/drawing/2014/main" id="{DAD26019-858D-3D6F-D0B3-AD95108D97B5}"/>
              </a:ext>
            </a:extLst>
          </p:cNvPr>
          <p:cNvSpPr/>
          <p:nvPr/>
        </p:nvSpPr>
        <p:spPr>
          <a:xfrm>
            <a:off x="7019778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6" name="Shape 41">
            <a:extLst>
              <a:ext uri="{FF2B5EF4-FFF2-40B4-BE49-F238E27FC236}">
                <a16:creationId xmlns:a16="http://schemas.microsoft.com/office/drawing/2014/main" id="{5BF7F32D-E789-11DF-8394-13D77D29F6F4}"/>
              </a:ext>
            </a:extLst>
          </p:cNvPr>
          <p:cNvSpPr/>
          <p:nvPr/>
        </p:nvSpPr>
        <p:spPr>
          <a:xfrm>
            <a:off x="7220946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7" name="Shape 42">
            <a:extLst>
              <a:ext uri="{FF2B5EF4-FFF2-40B4-BE49-F238E27FC236}">
                <a16:creationId xmlns:a16="http://schemas.microsoft.com/office/drawing/2014/main" id="{AD862BCF-7E0D-D79C-E509-81D41C7C53A2}"/>
              </a:ext>
            </a:extLst>
          </p:cNvPr>
          <p:cNvSpPr/>
          <p:nvPr/>
        </p:nvSpPr>
        <p:spPr>
          <a:xfrm>
            <a:off x="7422114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8" name="Shape 43">
            <a:extLst>
              <a:ext uri="{FF2B5EF4-FFF2-40B4-BE49-F238E27FC236}">
                <a16:creationId xmlns:a16="http://schemas.microsoft.com/office/drawing/2014/main" id="{DC6C4C1A-AF5E-D2F0-E595-0CC2413B446A}"/>
              </a:ext>
            </a:extLst>
          </p:cNvPr>
          <p:cNvSpPr/>
          <p:nvPr/>
        </p:nvSpPr>
        <p:spPr>
          <a:xfrm>
            <a:off x="7623282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9" name="Shape 44">
            <a:extLst>
              <a:ext uri="{FF2B5EF4-FFF2-40B4-BE49-F238E27FC236}">
                <a16:creationId xmlns:a16="http://schemas.microsoft.com/office/drawing/2014/main" id="{0CD933AD-DDB3-A168-6C3E-217016335CA9}"/>
              </a:ext>
            </a:extLst>
          </p:cNvPr>
          <p:cNvSpPr/>
          <p:nvPr/>
        </p:nvSpPr>
        <p:spPr>
          <a:xfrm>
            <a:off x="7824450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0" name="Shape 45">
            <a:extLst>
              <a:ext uri="{FF2B5EF4-FFF2-40B4-BE49-F238E27FC236}">
                <a16:creationId xmlns:a16="http://schemas.microsoft.com/office/drawing/2014/main" id="{F70503AE-89C1-1193-A41C-5E89CC92B9A9}"/>
              </a:ext>
            </a:extLst>
          </p:cNvPr>
          <p:cNvSpPr/>
          <p:nvPr/>
        </p:nvSpPr>
        <p:spPr>
          <a:xfrm>
            <a:off x="9362049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1" name="Shape 46">
            <a:extLst>
              <a:ext uri="{FF2B5EF4-FFF2-40B4-BE49-F238E27FC236}">
                <a16:creationId xmlns:a16="http://schemas.microsoft.com/office/drawing/2014/main" id="{C603FC8F-E433-A04E-98AD-54FBE08EC562}"/>
              </a:ext>
            </a:extLst>
          </p:cNvPr>
          <p:cNvSpPr/>
          <p:nvPr/>
        </p:nvSpPr>
        <p:spPr>
          <a:xfrm>
            <a:off x="9563217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2" name="Shape 47">
            <a:extLst>
              <a:ext uri="{FF2B5EF4-FFF2-40B4-BE49-F238E27FC236}">
                <a16:creationId xmlns:a16="http://schemas.microsoft.com/office/drawing/2014/main" id="{251CC5FC-9F25-16B3-6CC9-01E3D6E70647}"/>
              </a:ext>
            </a:extLst>
          </p:cNvPr>
          <p:cNvSpPr/>
          <p:nvPr/>
        </p:nvSpPr>
        <p:spPr>
          <a:xfrm>
            <a:off x="9764385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3" name="Shape 48">
            <a:extLst>
              <a:ext uri="{FF2B5EF4-FFF2-40B4-BE49-F238E27FC236}">
                <a16:creationId xmlns:a16="http://schemas.microsoft.com/office/drawing/2014/main" id="{81BB0764-61E9-8192-D162-A92F0DB3B3C1}"/>
              </a:ext>
            </a:extLst>
          </p:cNvPr>
          <p:cNvSpPr/>
          <p:nvPr/>
        </p:nvSpPr>
        <p:spPr>
          <a:xfrm>
            <a:off x="9965553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4" name="Shape 49">
            <a:extLst>
              <a:ext uri="{FF2B5EF4-FFF2-40B4-BE49-F238E27FC236}">
                <a16:creationId xmlns:a16="http://schemas.microsoft.com/office/drawing/2014/main" id="{69BA6414-FE1A-B0DE-9CBF-102E4DF7E90D}"/>
              </a:ext>
            </a:extLst>
          </p:cNvPr>
          <p:cNvSpPr/>
          <p:nvPr/>
        </p:nvSpPr>
        <p:spPr>
          <a:xfrm>
            <a:off x="10166721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5" name="Shape 50">
            <a:extLst>
              <a:ext uri="{FF2B5EF4-FFF2-40B4-BE49-F238E27FC236}">
                <a16:creationId xmlns:a16="http://schemas.microsoft.com/office/drawing/2014/main" id="{0ECEF1E0-DB4A-2807-E4A3-0C3B5E33E018}"/>
              </a:ext>
            </a:extLst>
          </p:cNvPr>
          <p:cNvSpPr/>
          <p:nvPr/>
        </p:nvSpPr>
        <p:spPr>
          <a:xfrm>
            <a:off x="7019778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6" name="Shape 51">
            <a:extLst>
              <a:ext uri="{FF2B5EF4-FFF2-40B4-BE49-F238E27FC236}">
                <a16:creationId xmlns:a16="http://schemas.microsoft.com/office/drawing/2014/main" id="{B99E07BA-BC98-4B3D-39A4-EDD26D94FC03}"/>
              </a:ext>
            </a:extLst>
          </p:cNvPr>
          <p:cNvSpPr/>
          <p:nvPr/>
        </p:nvSpPr>
        <p:spPr>
          <a:xfrm>
            <a:off x="7220946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7" name="Shape 52">
            <a:extLst>
              <a:ext uri="{FF2B5EF4-FFF2-40B4-BE49-F238E27FC236}">
                <a16:creationId xmlns:a16="http://schemas.microsoft.com/office/drawing/2014/main" id="{4FC8125F-CA77-3C2D-1C12-589CD10CBCF1}"/>
              </a:ext>
            </a:extLst>
          </p:cNvPr>
          <p:cNvSpPr/>
          <p:nvPr/>
        </p:nvSpPr>
        <p:spPr>
          <a:xfrm>
            <a:off x="7422114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8" name="Shape 53">
            <a:extLst>
              <a:ext uri="{FF2B5EF4-FFF2-40B4-BE49-F238E27FC236}">
                <a16:creationId xmlns:a16="http://schemas.microsoft.com/office/drawing/2014/main" id="{FFB8FCD2-8846-3AEC-D43A-4A875FBD6B58}"/>
              </a:ext>
            </a:extLst>
          </p:cNvPr>
          <p:cNvSpPr/>
          <p:nvPr/>
        </p:nvSpPr>
        <p:spPr>
          <a:xfrm>
            <a:off x="7623282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9" name="Shape 54">
            <a:extLst>
              <a:ext uri="{FF2B5EF4-FFF2-40B4-BE49-F238E27FC236}">
                <a16:creationId xmlns:a16="http://schemas.microsoft.com/office/drawing/2014/main" id="{CD13E302-AEB1-FA4A-6DD4-F05D23C80F2B}"/>
              </a:ext>
            </a:extLst>
          </p:cNvPr>
          <p:cNvSpPr/>
          <p:nvPr/>
        </p:nvSpPr>
        <p:spPr>
          <a:xfrm>
            <a:off x="7824450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0" name="Shape 55">
            <a:extLst>
              <a:ext uri="{FF2B5EF4-FFF2-40B4-BE49-F238E27FC236}">
                <a16:creationId xmlns:a16="http://schemas.microsoft.com/office/drawing/2014/main" id="{7E7874E3-292B-95B1-EF37-B61D6BBD01FE}"/>
              </a:ext>
            </a:extLst>
          </p:cNvPr>
          <p:cNvSpPr/>
          <p:nvPr/>
        </p:nvSpPr>
        <p:spPr>
          <a:xfrm>
            <a:off x="9362049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1" name="Shape 56">
            <a:extLst>
              <a:ext uri="{FF2B5EF4-FFF2-40B4-BE49-F238E27FC236}">
                <a16:creationId xmlns:a16="http://schemas.microsoft.com/office/drawing/2014/main" id="{8B65C238-1AB1-6924-06D7-7B8B4447D92F}"/>
              </a:ext>
            </a:extLst>
          </p:cNvPr>
          <p:cNvSpPr/>
          <p:nvPr/>
        </p:nvSpPr>
        <p:spPr>
          <a:xfrm>
            <a:off x="9563217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2" name="Shape 57">
            <a:extLst>
              <a:ext uri="{FF2B5EF4-FFF2-40B4-BE49-F238E27FC236}">
                <a16:creationId xmlns:a16="http://schemas.microsoft.com/office/drawing/2014/main" id="{4CF65A9E-4CC4-C310-A26D-EAB65C67593D}"/>
              </a:ext>
            </a:extLst>
          </p:cNvPr>
          <p:cNvSpPr/>
          <p:nvPr/>
        </p:nvSpPr>
        <p:spPr>
          <a:xfrm>
            <a:off x="9764385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3" name="Shape 58">
            <a:extLst>
              <a:ext uri="{FF2B5EF4-FFF2-40B4-BE49-F238E27FC236}">
                <a16:creationId xmlns:a16="http://schemas.microsoft.com/office/drawing/2014/main" id="{5FB6D872-BB88-9A6B-467C-9522D8AB4881}"/>
              </a:ext>
            </a:extLst>
          </p:cNvPr>
          <p:cNvSpPr/>
          <p:nvPr/>
        </p:nvSpPr>
        <p:spPr>
          <a:xfrm>
            <a:off x="9965553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4" name="Shape 59">
            <a:extLst>
              <a:ext uri="{FF2B5EF4-FFF2-40B4-BE49-F238E27FC236}">
                <a16:creationId xmlns:a16="http://schemas.microsoft.com/office/drawing/2014/main" id="{ACC6B9C0-2F49-0CA4-BA51-261782873744}"/>
              </a:ext>
            </a:extLst>
          </p:cNvPr>
          <p:cNvSpPr/>
          <p:nvPr/>
        </p:nvSpPr>
        <p:spPr>
          <a:xfrm>
            <a:off x="10166721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5" name="Shape 60">
            <a:extLst>
              <a:ext uri="{FF2B5EF4-FFF2-40B4-BE49-F238E27FC236}">
                <a16:creationId xmlns:a16="http://schemas.microsoft.com/office/drawing/2014/main" id="{445793EA-2A8A-1F4B-5570-474CFCADF8A3}"/>
              </a:ext>
            </a:extLst>
          </p:cNvPr>
          <p:cNvSpPr/>
          <p:nvPr/>
        </p:nvSpPr>
        <p:spPr>
          <a:xfrm>
            <a:off x="10153005" y="84300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7" name="Diagram 26">
            <a:extLst>
              <a:ext uri="{FF2B5EF4-FFF2-40B4-BE49-F238E27FC236}">
                <a16:creationId xmlns:a16="http://schemas.microsoft.com/office/drawing/2014/main" id="{00843975-9EF4-2153-58CB-D43F8DA2C7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6635191"/>
              </p:ext>
            </p:extLst>
          </p:nvPr>
        </p:nvGraphicFramePr>
        <p:xfrm>
          <a:off x="600891" y="-110861"/>
          <a:ext cx="8229600" cy="247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69188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500">
        <p159:morph option="byObject"/>
      </p:transition>
    </mc:Choice>
    <mc:Fallback>
      <p:transition spd="slow" advClick="0" advTm="5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B7A7B9-A20C-5BEF-B2C0-FCC437A2E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AE9E5CBE-9D1F-C705-81FB-0C9978CB0C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4359935"/>
              </p:ext>
            </p:extLst>
          </p:nvPr>
        </p:nvGraphicFramePr>
        <p:xfrm>
          <a:off x="684487" y="-595909"/>
          <a:ext cx="34814656" cy="380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22" name="Shape 0">
            <a:extLst>
              <a:ext uri="{FF2B5EF4-FFF2-40B4-BE49-F238E27FC236}">
                <a16:creationId xmlns:a16="http://schemas.microsoft.com/office/drawing/2014/main" id="{056C29E8-BFB1-561A-AF83-1F292C2169B3}"/>
              </a:ext>
            </a:extLst>
          </p:cNvPr>
          <p:cNvSpPr/>
          <p:nvPr/>
        </p:nvSpPr>
        <p:spPr>
          <a:xfrm>
            <a:off x="288369" y="3424404"/>
            <a:ext cx="4531880" cy="909704"/>
          </a:xfrm>
          <a:prstGeom prst="roundRect">
            <a:avLst>
              <a:gd name="adj" fmla="val 10016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main.py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DED28A58-E46E-FA34-FC8A-80F26B791151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12</a:t>
            </a:r>
            <a:endParaRPr lang="en-US" sz="10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F4D8DC6-6263-9905-183A-256CE2309DE9}"/>
              </a:ext>
            </a:extLst>
          </p:cNvPr>
          <p:cNvSpPr/>
          <p:nvPr/>
        </p:nvSpPr>
        <p:spPr>
          <a:xfrm>
            <a:off x="7019778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FD4BEC-0D70-BE7F-59B9-3C575D025363}"/>
              </a:ext>
            </a:extLst>
          </p:cNvPr>
          <p:cNvSpPr/>
          <p:nvPr/>
        </p:nvSpPr>
        <p:spPr>
          <a:xfrm>
            <a:off x="7220946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80EF5E-9634-A89C-6D33-C71597DF89DC}"/>
              </a:ext>
            </a:extLst>
          </p:cNvPr>
          <p:cNvSpPr/>
          <p:nvPr/>
        </p:nvSpPr>
        <p:spPr>
          <a:xfrm>
            <a:off x="7422114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D6B8F6F-5216-857F-1164-7652EF698043}"/>
              </a:ext>
            </a:extLst>
          </p:cNvPr>
          <p:cNvSpPr/>
          <p:nvPr/>
        </p:nvSpPr>
        <p:spPr>
          <a:xfrm>
            <a:off x="7623282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890CC5F-D421-3E38-1ABC-11D35A84F7B2}"/>
              </a:ext>
            </a:extLst>
          </p:cNvPr>
          <p:cNvSpPr/>
          <p:nvPr/>
        </p:nvSpPr>
        <p:spPr>
          <a:xfrm>
            <a:off x="7824450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06B8686-1A06-313E-8B88-8365C2DBE94F}"/>
              </a:ext>
            </a:extLst>
          </p:cNvPr>
          <p:cNvSpPr/>
          <p:nvPr/>
        </p:nvSpPr>
        <p:spPr>
          <a:xfrm>
            <a:off x="9362049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071F227-87E1-CE16-BC1D-3EC947CBDC33}"/>
              </a:ext>
            </a:extLst>
          </p:cNvPr>
          <p:cNvSpPr/>
          <p:nvPr/>
        </p:nvSpPr>
        <p:spPr>
          <a:xfrm>
            <a:off x="9563217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480B376-B072-C239-17A9-C0FE3A0B79D3}"/>
              </a:ext>
            </a:extLst>
          </p:cNvPr>
          <p:cNvSpPr/>
          <p:nvPr/>
        </p:nvSpPr>
        <p:spPr>
          <a:xfrm>
            <a:off x="9764385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1F381B-2EA1-E123-4B53-DE7CD811B165}"/>
              </a:ext>
            </a:extLst>
          </p:cNvPr>
          <p:cNvSpPr/>
          <p:nvPr/>
        </p:nvSpPr>
        <p:spPr>
          <a:xfrm>
            <a:off x="9965553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C77C146-2411-1286-187B-0617786B427A}"/>
              </a:ext>
            </a:extLst>
          </p:cNvPr>
          <p:cNvSpPr/>
          <p:nvPr/>
        </p:nvSpPr>
        <p:spPr>
          <a:xfrm>
            <a:off x="10166721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02C8A6E-3D26-157E-869F-5F45465B8223}"/>
              </a:ext>
            </a:extLst>
          </p:cNvPr>
          <p:cNvSpPr/>
          <p:nvPr/>
        </p:nvSpPr>
        <p:spPr>
          <a:xfrm>
            <a:off x="7019778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76FFF06-234D-5807-1A43-0588D0BA6CEF}"/>
              </a:ext>
            </a:extLst>
          </p:cNvPr>
          <p:cNvSpPr/>
          <p:nvPr/>
        </p:nvSpPr>
        <p:spPr>
          <a:xfrm>
            <a:off x="7220946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BBAF410-FCEC-B895-C7EC-798B7FFEB957}"/>
              </a:ext>
            </a:extLst>
          </p:cNvPr>
          <p:cNvSpPr/>
          <p:nvPr/>
        </p:nvSpPr>
        <p:spPr>
          <a:xfrm>
            <a:off x="7422114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EDA4CCA-AFEF-6AA5-5EA6-FF31871B9A51}"/>
              </a:ext>
            </a:extLst>
          </p:cNvPr>
          <p:cNvSpPr/>
          <p:nvPr/>
        </p:nvSpPr>
        <p:spPr>
          <a:xfrm>
            <a:off x="7623282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10F502-74FF-3BF6-1CC3-3FEA4EA95224}"/>
              </a:ext>
            </a:extLst>
          </p:cNvPr>
          <p:cNvSpPr/>
          <p:nvPr/>
        </p:nvSpPr>
        <p:spPr>
          <a:xfrm>
            <a:off x="7824450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0A22E0F-0FC9-AEF0-2241-BD1634443264}"/>
              </a:ext>
            </a:extLst>
          </p:cNvPr>
          <p:cNvSpPr/>
          <p:nvPr/>
        </p:nvSpPr>
        <p:spPr>
          <a:xfrm>
            <a:off x="9362049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B79439-67F4-084C-9500-0B9B196C4B8C}"/>
              </a:ext>
            </a:extLst>
          </p:cNvPr>
          <p:cNvSpPr/>
          <p:nvPr/>
        </p:nvSpPr>
        <p:spPr>
          <a:xfrm>
            <a:off x="9563217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7720B20-9099-4E56-5297-B76BFB11D054}"/>
              </a:ext>
            </a:extLst>
          </p:cNvPr>
          <p:cNvSpPr/>
          <p:nvPr/>
        </p:nvSpPr>
        <p:spPr>
          <a:xfrm>
            <a:off x="9764385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0313B9E-A0C3-FABC-3210-0D34E509C802}"/>
              </a:ext>
            </a:extLst>
          </p:cNvPr>
          <p:cNvSpPr/>
          <p:nvPr/>
        </p:nvSpPr>
        <p:spPr>
          <a:xfrm>
            <a:off x="9965553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AEC9BF0-940E-64E8-7376-C00E8A72C774}"/>
              </a:ext>
            </a:extLst>
          </p:cNvPr>
          <p:cNvSpPr/>
          <p:nvPr/>
        </p:nvSpPr>
        <p:spPr>
          <a:xfrm>
            <a:off x="10166721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DCA2868-1168-D9AC-36AF-F2938BACD03C}"/>
              </a:ext>
            </a:extLst>
          </p:cNvPr>
          <p:cNvSpPr/>
          <p:nvPr/>
        </p:nvSpPr>
        <p:spPr>
          <a:xfrm>
            <a:off x="7019778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16FE66A-7CBA-B35D-EBE0-4ECF6FC36C00}"/>
              </a:ext>
            </a:extLst>
          </p:cNvPr>
          <p:cNvSpPr/>
          <p:nvPr/>
        </p:nvSpPr>
        <p:spPr>
          <a:xfrm>
            <a:off x="7220946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DFF3700-6724-B6F1-288F-C2791F13DA35}"/>
              </a:ext>
            </a:extLst>
          </p:cNvPr>
          <p:cNvSpPr/>
          <p:nvPr/>
        </p:nvSpPr>
        <p:spPr>
          <a:xfrm>
            <a:off x="7422114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23">
            <a:extLst>
              <a:ext uri="{FF2B5EF4-FFF2-40B4-BE49-F238E27FC236}">
                <a16:creationId xmlns:a16="http://schemas.microsoft.com/office/drawing/2014/main" id="{470C9E8E-838C-BEE7-0B1E-E112911F719C}"/>
              </a:ext>
            </a:extLst>
          </p:cNvPr>
          <p:cNvSpPr/>
          <p:nvPr/>
        </p:nvSpPr>
        <p:spPr>
          <a:xfrm>
            <a:off x="7623282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24">
            <a:extLst>
              <a:ext uri="{FF2B5EF4-FFF2-40B4-BE49-F238E27FC236}">
                <a16:creationId xmlns:a16="http://schemas.microsoft.com/office/drawing/2014/main" id="{E1427002-B972-E942-B1E1-31FBC7B3D690}"/>
              </a:ext>
            </a:extLst>
          </p:cNvPr>
          <p:cNvSpPr/>
          <p:nvPr/>
        </p:nvSpPr>
        <p:spPr>
          <a:xfrm>
            <a:off x="7824450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25">
            <a:extLst>
              <a:ext uri="{FF2B5EF4-FFF2-40B4-BE49-F238E27FC236}">
                <a16:creationId xmlns:a16="http://schemas.microsoft.com/office/drawing/2014/main" id="{53A56814-1D50-6565-1CCC-99E2D2EA2F22}"/>
              </a:ext>
            </a:extLst>
          </p:cNvPr>
          <p:cNvSpPr/>
          <p:nvPr/>
        </p:nvSpPr>
        <p:spPr>
          <a:xfrm>
            <a:off x="9362049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26">
            <a:extLst>
              <a:ext uri="{FF2B5EF4-FFF2-40B4-BE49-F238E27FC236}">
                <a16:creationId xmlns:a16="http://schemas.microsoft.com/office/drawing/2014/main" id="{1C1BD70D-FF4D-A926-55DE-4F8AD4BB838C}"/>
              </a:ext>
            </a:extLst>
          </p:cNvPr>
          <p:cNvSpPr/>
          <p:nvPr/>
        </p:nvSpPr>
        <p:spPr>
          <a:xfrm>
            <a:off x="9563217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27">
            <a:extLst>
              <a:ext uri="{FF2B5EF4-FFF2-40B4-BE49-F238E27FC236}">
                <a16:creationId xmlns:a16="http://schemas.microsoft.com/office/drawing/2014/main" id="{2EB1EA4E-3A1F-C90C-92CD-D13D9B3682C9}"/>
              </a:ext>
            </a:extLst>
          </p:cNvPr>
          <p:cNvSpPr/>
          <p:nvPr/>
        </p:nvSpPr>
        <p:spPr>
          <a:xfrm>
            <a:off x="9764385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28">
            <a:extLst>
              <a:ext uri="{FF2B5EF4-FFF2-40B4-BE49-F238E27FC236}">
                <a16:creationId xmlns:a16="http://schemas.microsoft.com/office/drawing/2014/main" id="{4F7D3B2B-7D2B-0BAF-8AA6-B07E4C5FFF6E}"/>
              </a:ext>
            </a:extLst>
          </p:cNvPr>
          <p:cNvSpPr/>
          <p:nvPr/>
        </p:nvSpPr>
        <p:spPr>
          <a:xfrm>
            <a:off x="9965553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29">
            <a:extLst>
              <a:ext uri="{FF2B5EF4-FFF2-40B4-BE49-F238E27FC236}">
                <a16:creationId xmlns:a16="http://schemas.microsoft.com/office/drawing/2014/main" id="{6FD1A440-9338-91B8-F984-824AB1F4E42F}"/>
              </a:ext>
            </a:extLst>
          </p:cNvPr>
          <p:cNvSpPr/>
          <p:nvPr/>
        </p:nvSpPr>
        <p:spPr>
          <a:xfrm>
            <a:off x="10166721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30">
            <a:extLst>
              <a:ext uri="{FF2B5EF4-FFF2-40B4-BE49-F238E27FC236}">
                <a16:creationId xmlns:a16="http://schemas.microsoft.com/office/drawing/2014/main" id="{01462227-9696-379C-CAC6-DC19D268B3A8}"/>
              </a:ext>
            </a:extLst>
          </p:cNvPr>
          <p:cNvSpPr/>
          <p:nvPr/>
        </p:nvSpPr>
        <p:spPr>
          <a:xfrm>
            <a:off x="7019778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31">
            <a:extLst>
              <a:ext uri="{FF2B5EF4-FFF2-40B4-BE49-F238E27FC236}">
                <a16:creationId xmlns:a16="http://schemas.microsoft.com/office/drawing/2014/main" id="{3FBE3670-36DD-22C0-539E-4F87AAEAAD12}"/>
              </a:ext>
            </a:extLst>
          </p:cNvPr>
          <p:cNvSpPr/>
          <p:nvPr/>
        </p:nvSpPr>
        <p:spPr>
          <a:xfrm>
            <a:off x="7220946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32">
            <a:extLst>
              <a:ext uri="{FF2B5EF4-FFF2-40B4-BE49-F238E27FC236}">
                <a16:creationId xmlns:a16="http://schemas.microsoft.com/office/drawing/2014/main" id="{03C633A3-6D1A-C25E-869E-9CD7EF4471BF}"/>
              </a:ext>
            </a:extLst>
          </p:cNvPr>
          <p:cNvSpPr/>
          <p:nvPr/>
        </p:nvSpPr>
        <p:spPr>
          <a:xfrm>
            <a:off x="7422114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33">
            <a:extLst>
              <a:ext uri="{FF2B5EF4-FFF2-40B4-BE49-F238E27FC236}">
                <a16:creationId xmlns:a16="http://schemas.microsoft.com/office/drawing/2014/main" id="{05E79EE1-B98C-0CF4-8623-7C0EEC83B4CC}"/>
              </a:ext>
            </a:extLst>
          </p:cNvPr>
          <p:cNvSpPr/>
          <p:nvPr/>
        </p:nvSpPr>
        <p:spPr>
          <a:xfrm>
            <a:off x="7623282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34">
            <a:extLst>
              <a:ext uri="{FF2B5EF4-FFF2-40B4-BE49-F238E27FC236}">
                <a16:creationId xmlns:a16="http://schemas.microsoft.com/office/drawing/2014/main" id="{EE0024F4-AC42-375C-B5D0-F44AD34D061F}"/>
              </a:ext>
            </a:extLst>
          </p:cNvPr>
          <p:cNvSpPr/>
          <p:nvPr/>
        </p:nvSpPr>
        <p:spPr>
          <a:xfrm>
            <a:off x="7824450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35">
            <a:extLst>
              <a:ext uri="{FF2B5EF4-FFF2-40B4-BE49-F238E27FC236}">
                <a16:creationId xmlns:a16="http://schemas.microsoft.com/office/drawing/2014/main" id="{9743D897-B234-7FE9-5434-2314160F809D}"/>
              </a:ext>
            </a:extLst>
          </p:cNvPr>
          <p:cNvSpPr/>
          <p:nvPr/>
        </p:nvSpPr>
        <p:spPr>
          <a:xfrm>
            <a:off x="9362049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36">
            <a:extLst>
              <a:ext uri="{FF2B5EF4-FFF2-40B4-BE49-F238E27FC236}">
                <a16:creationId xmlns:a16="http://schemas.microsoft.com/office/drawing/2014/main" id="{9338D0EA-E8BA-9517-E2EC-EDDCFE06D71B}"/>
              </a:ext>
            </a:extLst>
          </p:cNvPr>
          <p:cNvSpPr/>
          <p:nvPr/>
        </p:nvSpPr>
        <p:spPr>
          <a:xfrm>
            <a:off x="9563217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37">
            <a:extLst>
              <a:ext uri="{FF2B5EF4-FFF2-40B4-BE49-F238E27FC236}">
                <a16:creationId xmlns:a16="http://schemas.microsoft.com/office/drawing/2014/main" id="{D7858025-8E0C-6716-0497-AA83CFE44D26}"/>
              </a:ext>
            </a:extLst>
          </p:cNvPr>
          <p:cNvSpPr/>
          <p:nvPr/>
        </p:nvSpPr>
        <p:spPr>
          <a:xfrm>
            <a:off x="9764385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38">
            <a:extLst>
              <a:ext uri="{FF2B5EF4-FFF2-40B4-BE49-F238E27FC236}">
                <a16:creationId xmlns:a16="http://schemas.microsoft.com/office/drawing/2014/main" id="{7CFAFACE-FD48-7FC7-DC8D-F2BC2DE9065D}"/>
              </a:ext>
            </a:extLst>
          </p:cNvPr>
          <p:cNvSpPr/>
          <p:nvPr/>
        </p:nvSpPr>
        <p:spPr>
          <a:xfrm>
            <a:off x="9965553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39">
            <a:extLst>
              <a:ext uri="{FF2B5EF4-FFF2-40B4-BE49-F238E27FC236}">
                <a16:creationId xmlns:a16="http://schemas.microsoft.com/office/drawing/2014/main" id="{395F53C3-2F2B-8648-60FC-1F7604E123A6}"/>
              </a:ext>
            </a:extLst>
          </p:cNvPr>
          <p:cNvSpPr/>
          <p:nvPr/>
        </p:nvSpPr>
        <p:spPr>
          <a:xfrm>
            <a:off x="10166721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40">
            <a:extLst>
              <a:ext uri="{FF2B5EF4-FFF2-40B4-BE49-F238E27FC236}">
                <a16:creationId xmlns:a16="http://schemas.microsoft.com/office/drawing/2014/main" id="{53B4974B-073F-78EE-B2B3-6C1EA14FEE5E}"/>
              </a:ext>
            </a:extLst>
          </p:cNvPr>
          <p:cNvSpPr/>
          <p:nvPr/>
        </p:nvSpPr>
        <p:spPr>
          <a:xfrm>
            <a:off x="7019778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41">
            <a:extLst>
              <a:ext uri="{FF2B5EF4-FFF2-40B4-BE49-F238E27FC236}">
                <a16:creationId xmlns:a16="http://schemas.microsoft.com/office/drawing/2014/main" id="{9908D356-25DF-F77D-F877-FBA9A5ED08BD}"/>
              </a:ext>
            </a:extLst>
          </p:cNvPr>
          <p:cNvSpPr/>
          <p:nvPr/>
        </p:nvSpPr>
        <p:spPr>
          <a:xfrm>
            <a:off x="7220946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42">
            <a:extLst>
              <a:ext uri="{FF2B5EF4-FFF2-40B4-BE49-F238E27FC236}">
                <a16:creationId xmlns:a16="http://schemas.microsoft.com/office/drawing/2014/main" id="{20D21AE6-8669-C795-EB93-35F54AE5AC12}"/>
              </a:ext>
            </a:extLst>
          </p:cNvPr>
          <p:cNvSpPr/>
          <p:nvPr/>
        </p:nvSpPr>
        <p:spPr>
          <a:xfrm>
            <a:off x="7422114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43">
            <a:extLst>
              <a:ext uri="{FF2B5EF4-FFF2-40B4-BE49-F238E27FC236}">
                <a16:creationId xmlns:a16="http://schemas.microsoft.com/office/drawing/2014/main" id="{9388F16E-D101-81F1-BA0F-F876C869AB86}"/>
              </a:ext>
            </a:extLst>
          </p:cNvPr>
          <p:cNvSpPr/>
          <p:nvPr/>
        </p:nvSpPr>
        <p:spPr>
          <a:xfrm>
            <a:off x="7623282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44">
            <a:extLst>
              <a:ext uri="{FF2B5EF4-FFF2-40B4-BE49-F238E27FC236}">
                <a16:creationId xmlns:a16="http://schemas.microsoft.com/office/drawing/2014/main" id="{B2DAE369-0D18-46DB-BD80-CF98C3799E87}"/>
              </a:ext>
            </a:extLst>
          </p:cNvPr>
          <p:cNvSpPr/>
          <p:nvPr/>
        </p:nvSpPr>
        <p:spPr>
          <a:xfrm>
            <a:off x="7824450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45">
            <a:extLst>
              <a:ext uri="{FF2B5EF4-FFF2-40B4-BE49-F238E27FC236}">
                <a16:creationId xmlns:a16="http://schemas.microsoft.com/office/drawing/2014/main" id="{A7AD4FE3-0A84-77FB-D48F-069022FDE841}"/>
              </a:ext>
            </a:extLst>
          </p:cNvPr>
          <p:cNvSpPr/>
          <p:nvPr/>
        </p:nvSpPr>
        <p:spPr>
          <a:xfrm>
            <a:off x="9362049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46">
            <a:extLst>
              <a:ext uri="{FF2B5EF4-FFF2-40B4-BE49-F238E27FC236}">
                <a16:creationId xmlns:a16="http://schemas.microsoft.com/office/drawing/2014/main" id="{FC9844DC-7637-E5B0-BA80-BA2BA81765F3}"/>
              </a:ext>
            </a:extLst>
          </p:cNvPr>
          <p:cNvSpPr/>
          <p:nvPr/>
        </p:nvSpPr>
        <p:spPr>
          <a:xfrm>
            <a:off x="9563217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47">
            <a:extLst>
              <a:ext uri="{FF2B5EF4-FFF2-40B4-BE49-F238E27FC236}">
                <a16:creationId xmlns:a16="http://schemas.microsoft.com/office/drawing/2014/main" id="{B436D4F9-93DF-918A-A8FB-A3AE3BB5C928}"/>
              </a:ext>
            </a:extLst>
          </p:cNvPr>
          <p:cNvSpPr/>
          <p:nvPr/>
        </p:nvSpPr>
        <p:spPr>
          <a:xfrm>
            <a:off x="9764385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48">
            <a:extLst>
              <a:ext uri="{FF2B5EF4-FFF2-40B4-BE49-F238E27FC236}">
                <a16:creationId xmlns:a16="http://schemas.microsoft.com/office/drawing/2014/main" id="{F499E0A4-B5EC-BB73-3613-07CACA091915}"/>
              </a:ext>
            </a:extLst>
          </p:cNvPr>
          <p:cNvSpPr/>
          <p:nvPr/>
        </p:nvSpPr>
        <p:spPr>
          <a:xfrm>
            <a:off x="9965553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49">
            <a:extLst>
              <a:ext uri="{FF2B5EF4-FFF2-40B4-BE49-F238E27FC236}">
                <a16:creationId xmlns:a16="http://schemas.microsoft.com/office/drawing/2014/main" id="{1AC7A1FD-4F37-B121-30BB-AFF0C7D7501D}"/>
              </a:ext>
            </a:extLst>
          </p:cNvPr>
          <p:cNvSpPr/>
          <p:nvPr/>
        </p:nvSpPr>
        <p:spPr>
          <a:xfrm>
            <a:off x="10166721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50">
            <a:extLst>
              <a:ext uri="{FF2B5EF4-FFF2-40B4-BE49-F238E27FC236}">
                <a16:creationId xmlns:a16="http://schemas.microsoft.com/office/drawing/2014/main" id="{9CA575FF-E06D-6537-0780-F1B61ED34DD7}"/>
              </a:ext>
            </a:extLst>
          </p:cNvPr>
          <p:cNvSpPr/>
          <p:nvPr/>
        </p:nvSpPr>
        <p:spPr>
          <a:xfrm>
            <a:off x="7019778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51">
            <a:extLst>
              <a:ext uri="{FF2B5EF4-FFF2-40B4-BE49-F238E27FC236}">
                <a16:creationId xmlns:a16="http://schemas.microsoft.com/office/drawing/2014/main" id="{AA1CDB7A-3408-BE7F-68D0-38FFB612D379}"/>
              </a:ext>
            </a:extLst>
          </p:cNvPr>
          <p:cNvSpPr/>
          <p:nvPr/>
        </p:nvSpPr>
        <p:spPr>
          <a:xfrm>
            <a:off x="7220946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52">
            <a:extLst>
              <a:ext uri="{FF2B5EF4-FFF2-40B4-BE49-F238E27FC236}">
                <a16:creationId xmlns:a16="http://schemas.microsoft.com/office/drawing/2014/main" id="{71D02FEE-1F82-B7C2-ACA2-1135937E0C73}"/>
              </a:ext>
            </a:extLst>
          </p:cNvPr>
          <p:cNvSpPr/>
          <p:nvPr/>
        </p:nvSpPr>
        <p:spPr>
          <a:xfrm>
            <a:off x="7422114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53">
            <a:extLst>
              <a:ext uri="{FF2B5EF4-FFF2-40B4-BE49-F238E27FC236}">
                <a16:creationId xmlns:a16="http://schemas.microsoft.com/office/drawing/2014/main" id="{5E5C82AA-1714-8CA0-A59F-D65DFD25FE2B}"/>
              </a:ext>
            </a:extLst>
          </p:cNvPr>
          <p:cNvSpPr/>
          <p:nvPr/>
        </p:nvSpPr>
        <p:spPr>
          <a:xfrm>
            <a:off x="7623282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54">
            <a:extLst>
              <a:ext uri="{FF2B5EF4-FFF2-40B4-BE49-F238E27FC236}">
                <a16:creationId xmlns:a16="http://schemas.microsoft.com/office/drawing/2014/main" id="{D158B781-72D3-2966-334C-6EEB02037BF1}"/>
              </a:ext>
            </a:extLst>
          </p:cNvPr>
          <p:cNvSpPr/>
          <p:nvPr/>
        </p:nvSpPr>
        <p:spPr>
          <a:xfrm>
            <a:off x="7824450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55">
            <a:extLst>
              <a:ext uri="{FF2B5EF4-FFF2-40B4-BE49-F238E27FC236}">
                <a16:creationId xmlns:a16="http://schemas.microsoft.com/office/drawing/2014/main" id="{17AFECE3-A7D1-0E25-6709-25ECBB09B903}"/>
              </a:ext>
            </a:extLst>
          </p:cNvPr>
          <p:cNvSpPr/>
          <p:nvPr/>
        </p:nvSpPr>
        <p:spPr>
          <a:xfrm>
            <a:off x="9362049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56">
            <a:extLst>
              <a:ext uri="{FF2B5EF4-FFF2-40B4-BE49-F238E27FC236}">
                <a16:creationId xmlns:a16="http://schemas.microsoft.com/office/drawing/2014/main" id="{5F48307E-4DA9-7BA4-7B9F-BD0F2F1482C8}"/>
              </a:ext>
            </a:extLst>
          </p:cNvPr>
          <p:cNvSpPr/>
          <p:nvPr/>
        </p:nvSpPr>
        <p:spPr>
          <a:xfrm>
            <a:off x="9563217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57">
            <a:extLst>
              <a:ext uri="{FF2B5EF4-FFF2-40B4-BE49-F238E27FC236}">
                <a16:creationId xmlns:a16="http://schemas.microsoft.com/office/drawing/2014/main" id="{7B99ECE3-5842-7222-008C-3EF83E04EF48}"/>
              </a:ext>
            </a:extLst>
          </p:cNvPr>
          <p:cNvSpPr/>
          <p:nvPr/>
        </p:nvSpPr>
        <p:spPr>
          <a:xfrm>
            <a:off x="9764385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58">
            <a:extLst>
              <a:ext uri="{FF2B5EF4-FFF2-40B4-BE49-F238E27FC236}">
                <a16:creationId xmlns:a16="http://schemas.microsoft.com/office/drawing/2014/main" id="{AC97422C-2CB4-73CD-7E11-1F12A09EB18C}"/>
              </a:ext>
            </a:extLst>
          </p:cNvPr>
          <p:cNvSpPr/>
          <p:nvPr/>
        </p:nvSpPr>
        <p:spPr>
          <a:xfrm>
            <a:off x="9965553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59">
            <a:extLst>
              <a:ext uri="{FF2B5EF4-FFF2-40B4-BE49-F238E27FC236}">
                <a16:creationId xmlns:a16="http://schemas.microsoft.com/office/drawing/2014/main" id="{6C7B1B29-5461-B63A-CF9B-40A02B554F61}"/>
              </a:ext>
            </a:extLst>
          </p:cNvPr>
          <p:cNvSpPr/>
          <p:nvPr/>
        </p:nvSpPr>
        <p:spPr>
          <a:xfrm>
            <a:off x="10166721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60">
            <a:extLst>
              <a:ext uri="{FF2B5EF4-FFF2-40B4-BE49-F238E27FC236}">
                <a16:creationId xmlns:a16="http://schemas.microsoft.com/office/drawing/2014/main" id="{955A4D96-FC33-C939-35D5-BB116EAEA636}"/>
              </a:ext>
            </a:extLst>
          </p:cNvPr>
          <p:cNvSpPr/>
          <p:nvPr/>
        </p:nvSpPr>
        <p:spPr>
          <a:xfrm>
            <a:off x="10153005" y="84300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0">
            <a:extLst>
              <a:ext uri="{FF2B5EF4-FFF2-40B4-BE49-F238E27FC236}">
                <a16:creationId xmlns:a16="http://schemas.microsoft.com/office/drawing/2014/main" id="{7740A7D5-20E1-484A-8B6B-DF9CF5C3AB5A}"/>
              </a:ext>
            </a:extLst>
          </p:cNvPr>
          <p:cNvSpPr/>
          <p:nvPr/>
        </p:nvSpPr>
        <p:spPr>
          <a:xfrm>
            <a:off x="5215871" y="2313681"/>
            <a:ext cx="2516161" cy="2398182"/>
          </a:xfrm>
          <a:prstGeom prst="roundRect">
            <a:avLst>
              <a:gd name="adj" fmla="val 283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1" name="Shape 1">
            <a:extLst>
              <a:ext uri="{FF2B5EF4-FFF2-40B4-BE49-F238E27FC236}">
                <a16:creationId xmlns:a16="http://schemas.microsoft.com/office/drawing/2014/main" id="{3DBA8921-4AA0-CB00-CC08-6C1B49E5FB05}"/>
              </a:ext>
            </a:extLst>
          </p:cNvPr>
          <p:cNvSpPr/>
          <p:nvPr/>
        </p:nvSpPr>
        <p:spPr>
          <a:xfrm>
            <a:off x="5287083" y="4266917"/>
            <a:ext cx="237373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24F1E04F-29A8-BAE6-5FB2-02F970B92306}"/>
              </a:ext>
            </a:extLst>
          </p:cNvPr>
          <p:cNvSpPr/>
          <p:nvPr/>
        </p:nvSpPr>
        <p:spPr>
          <a:xfrm>
            <a:off x="5682706" y="2381554"/>
            <a:ext cx="0" cy="2262436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3">
            <a:extLst>
              <a:ext uri="{FF2B5EF4-FFF2-40B4-BE49-F238E27FC236}">
                <a16:creationId xmlns:a16="http://schemas.microsoft.com/office/drawing/2014/main" id="{8A447817-0EEF-C880-FF65-F568533F4A82}"/>
              </a:ext>
            </a:extLst>
          </p:cNvPr>
          <p:cNvSpPr/>
          <p:nvPr/>
        </p:nvSpPr>
        <p:spPr>
          <a:xfrm>
            <a:off x="5287083" y="3889845"/>
            <a:ext cx="237373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4">
            <a:extLst>
              <a:ext uri="{FF2B5EF4-FFF2-40B4-BE49-F238E27FC236}">
                <a16:creationId xmlns:a16="http://schemas.microsoft.com/office/drawing/2014/main" id="{2BDD5BB3-2421-E981-1B91-955DC29C49DC}"/>
              </a:ext>
            </a:extLst>
          </p:cNvPr>
          <p:cNvSpPr/>
          <p:nvPr/>
        </p:nvSpPr>
        <p:spPr>
          <a:xfrm>
            <a:off x="6078329" y="2381554"/>
            <a:ext cx="0" cy="2262436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5">
            <a:extLst>
              <a:ext uri="{FF2B5EF4-FFF2-40B4-BE49-F238E27FC236}">
                <a16:creationId xmlns:a16="http://schemas.microsoft.com/office/drawing/2014/main" id="{F3DBAF31-3829-7956-625F-08D7F64E04FA}"/>
              </a:ext>
            </a:extLst>
          </p:cNvPr>
          <p:cNvSpPr/>
          <p:nvPr/>
        </p:nvSpPr>
        <p:spPr>
          <a:xfrm>
            <a:off x="5287083" y="3135699"/>
            <a:ext cx="237373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6">
            <a:extLst>
              <a:ext uri="{FF2B5EF4-FFF2-40B4-BE49-F238E27FC236}">
                <a16:creationId xmlns:a16="http://schemas.microsoft.com/office/drawing/2014/main" id="{68A1FEDA-6F94-9664-8866-85BA85236626}"/>
              </a:ext>
            </a:extLst>
          </p:cNvPr>
          <p:cNvSpPr/>
          <p:nvPr/>
        </p:nvSpPr>
        <p:spPr>
          <a:xfrm>
            <a:off x="6869574" y="2381554"/>
            <a:ext cx="0" cy="2262436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7">
            <a:extLst>
              <a:ext uri="{FF2B5EF4-FFF2-40B4-BE49-F238E27FC236}">
                <a16:creationId xmlns:a16="http://schemas.microsoft.com/office/drawing/2014/main" id="{CD175A5B-08B3-1A6C-1064-760D6B0B2D95}"/>
              </a:ext>
            </a:extLst>
          </p:cNvPr>
          <p:cNvSpPr/>
          <p:nvPr/>
        </p:nvSpPr>
        <p:spPr>
          <a:xfrm>
            <a:off x="5287083" y="2758627"/>
            <a:ext cx="237373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8">
            <a:extLst>
              <a:ext uri="{FF2B5EF4-FFF2-40B4-BE49-F238E27FC236}">
                <a16:creationId xmlns:a16="http://schemas.microsoft.com/office/drawing/2014/main" id="{A8A1FA2B-3403-3F2B-57DF-3ABC4EB5CF88}"/>
              </a:ext>
            </a:extLst>
          </p:cNvPr>
          <p:cNvSpPr/>
          <p:nvPr/>
        </p:nvSpPr>
        <p:spPr>
          <a:xfrm>
            <a:off x="7265197" y="2381554"/>
            <a:ext cx="0" cy="2262436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!!axis_h">
            <a:extLst>
              <a:ext uri="{FF2B5EF4-FFF2-40B4-BE49-F238E27FC236}">
                <a16:creationId xmlns:a16="http://schemas.microsoft.com/office/drawing/2014/main" id="{16B05E0B-4503-CEAF-5236-448A3DD357BB}"/>
              </a:ext>
            </a:extLst>
          </p:cNvPr>
          <p:cNvSpPr/>
          <p:nvPr/>
        </p:nvSpPr>
        <p:spPr>
          <a:xfrm>
            <a:off x="5287083" y="3512772"/>
            <a:ext cx="2373737" cy="0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!!axis_v">
            <a:extLst>
              <a:ext uri="{FF2B5EF4-FFF2-40B4-BE49-F238E27FC236}">
                <a16:creationId xmlns:a16="http://schemas.microsoft.com/office/drawing/2014/main" id="{69438FEE-7A8F-2D11-F99A-F72E19E4C8F2}"/>
              </a:ext>
            </a:extLst>
          </p:cNvPr>
          <p:cNvSpPr/>
          <p:nvPr/>
        </p:nvSpPr>
        <p:spPr>
          <a:xfrm>
            <a:off x="6473952" y="2381554"/>
            <a:ext cx="0" cy="2262436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!!dot_0">
            <a:extLst>
              <a:ext uri="{FF2B5EF4-FFF2-40B4-BE49-F238E27FC236}">
                <a16:creationId xmlns:a16="http://schemas.microsoft.com/office/drawing/2014/main" id="{9096DF80-48B7-4EE1-F60F-805200053492}"/>
              </a:ext>
            </a:extLst>
          </p:cNvPr>
          <p:cNvSpPr/>
          <p:nvPr/>
        </p:nvSpPr>
        <p:spPr>
          <a:xfrm>
            <a:off x="7441508" y="269808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!!dot_1">
            <a:extLst>
              <a:ext uri="{FF2B5EF4-FFF2-40B4-BE49-F238E27FC236}">
                <a16:creationId xmlns:a16="http://schemas.microsoft.com/office/drawing/2014/main" id="{E0DEE088-680E-4EC3-D007-0CAACCF21D52}"/>
              </a:ext>
            </a:extLst>
          </p:cNvPr>
          <p:cNvSpPr/>
          <p:nvPr/>
        </p:nvSpPr>
        <p:spPr>
          <a:xfrm>
            <a:off x="6073907" y="374704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!!dot_2">
            <a:extLst>
              <a:ext uri="{FF2B5EF4-FFF2-40B4-BE49-F238E27FC236}">
                <a16:creationId xmlns:a16="http://schemas.microsoft.com/office/drawing/2014/main" id="{6EBC92E1-DDFC-27C5-C73A-BA17EDA7CBE8}"/>
              </a:ext>
            </a:extLst>
          </p:cNvPr>
          <p:cNvSpPr/>
          <p:nvPr/>
        </p:nvSpPr>
        <p:spPr>
          <a:xfrm>
            <a:off x="6372275" y="327110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!!dot_3">
            <a:extLst>
              <a:ext uri="{FF2B5EF4-FFF2-40B4-BE49-F238E27FC236}">
                <a16:creationId xmlns:a16="http://schemas.microsoft.com/office/drawing/2014/main" id="{857F46CD-FB5D-222C-647E-9B3664DB5144}"/>
              </a:ext>
            </a:extLst>
          </p:cNvPr>
          <p:cNvSpPr/>
          <p:nvPr/>
        </p:nvSpPr>
        <p:spPr>
          <a:xfrm>
            <a:off x="6154098" y="405039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!!dot_4">
            <a:extLst>
              <a:ext uri="{FF2B5EF4-FFF2-40B4-BE49-F238E27FC236}">
                <a16:creationId xmlns:a16="http://schemas.microsoft.com/office/drawing/2014/main" id="{CF716206-F398-B984-7616-FCC275B1C351}"/>
              </a:ext>
            </a:extLst>
          </p:cNvPr>
          <p:cNvSpPr/>
          <p:nvPr/>
        </p:nvSpPr>
        <p:spPr>
          <a:xfrm>
            <a:off x="5858636" y="350269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!!dot_5">
            <a:extLst>
              <a:ext uri="{FF2B5EF4-FFF2-40B4-BE49-F238E27FC236}">
                <a16:creationId xmlns:a16="http://schemas.microsoft.com/office/drawing/2014/main" id="{EC712B3B-CE92-01A1-7826-E494076DE4B0}"/>
              </a:ext>
            </a:extLst>
          </p:cNvPr>
          <p:cNvSpPr/>
          <p:nvPr/>
        </p:nvSpPr>
        <p:spPr>
          <a:xfrm>
            <a:off x="6866721" y="281719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!!dot_6">
            <a:extLst>
              <a:ext uri="{FF2B5EF4-FFF2-40B4-BE49-F238E27FC236}">
                <a16:creationId xmlns:a16="http://schemas.microsoft.com/office/drawing/2014/main" id="{41109848-2119-C7A1-C5DE-2E574D70A08D}"/>
              </a:ext>
            </a:extLst>
          </p:cNvPr>
          <p:cNvSpPr/>
          <p:nvPr/>
        </p:nvSpPr>
        <p:spPr>
          <a:xfrm>
            <a:off x="6241571" y="361233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!!dot_7">
            <a:extLst>
              <a:ext uri="{FF2B5EF4-FFF2-40B4-BE49-F238E27FC236}">
                <a16:creationId xmlns:a16="http://schemas.microsoft.com/office/drawing/2014/main" id="{B9E6C6AD-7916-756B-C98F-C964ECA3E668}"/>
              </a:ext>
            </a:extLst>
          </p:cNvPr>
          <p:cNvSpPr/>
          <p:nvPr/>
        </p:nvSpPr>
        <p:spPr>
          <a:xfrm>
            <a:off x="7141440" y="314068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!!dot_8">
            <a:extLst>
              <a:ext uri="{FF2B5EF4-FFF2-40B4-BE49-F238E27FC236}">
                <a16:creationId xmlns:a16="http://schemas.microsoft.com/office/drawing/2014/main" id="{B451118D-89FF-6AAE-CFDD-F93CD6790B00}"/>
              </a:ext>
            </a:extLst>
          </p:cNvPr>
          <p:cNvSpPr/>
          <p:nvPr/>
        </p:nvSpPr>
        <p:spPr>
          <a:xfrm>
            <a:off x="6739775" y="299604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!!dot_9">
            <a:extLst>
              <a:ext uri="{FF2B5EF4-FFF2-40B4-BE49-F238E27FC236}">
                <a16:creationId xmlns:a16="http://schemas.microsoft.com/office/drawing/2014/main" id="{377DDA54-8415-472D-2826-D35E920DB5D5}"/>
              </a:ext>
            </a:extLst>
          </p:cNvPr>
          <p:cNvSpPr/>
          <p:nvPr/>
        </p:nvSpPr>
        <p:spPr>
          <a:xfrm>
            <a:off x="6642961" y="364529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!!dot_10">
            <a:extLst>
              <a:ext uri="{FF2B5EF4-FFF2-40B4-BE49-F238E27FC236}">
                <a16:creationId xmlns:a16="http://schemas.microsoft.com/office/drawing/2014/main" id="{46D61165-9448-4AFB-B0E4-6FABE7F1BD1F}"/>
              </a:ext>
            </a:extLst>
          </p:cNvPr>
          <p:cNvSpPr/>
          <p:nvPr/>
        </p:nvSpPr>
        <p:spPr>
          <a:xfrm>
            <a:off x="6901803" y="303848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!!dot_11">
            <a:extLst>
              <a:ext uri="{FF2B5EF4-FFF2-40B4-BE49-F238E27FC236}">
                <a16:creationId xmlns:a16="http://schemas.microsoft.com/office/drawing/2014/main" id="{5F5D6CC1-F5F1-4666-D600-74971DCD24FB}"/>
              </a:ext>
            </a:extLst>
          </p:cNvPr>
          <p:cNvSpPr/>
          <p:nvPr/>
        </p:nvSpPr>
        <p:spPr>
          <a:xfrm>
            <a:off x="5956130" y="353364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!!dot_12">
            <a:extLst>
              <a:ext uri="{FF2B5EF4-FFF2-40B4-BE49-F238E27FC236}">
                <a16:creationId xmlns:a16="http://schemas.microsoft.com/office/drawing/2014/main" id="{21508792-811C-BFCF-292B-AF38AD470B0A}"/>
              </a:ext>
            </a:extLst>
          </p:cNvPr>
          <p:cNvSpPr/>
          <p:nvPr/>
        </p:nvSpPr>
        <p:spPr>
          <a:xfrm>
            <a:off x="6305972" y="384561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!!dot_13">
            <a:extLst>
              <a:ext uri="{FF2B5EF4-FFF2-40B4-BE49-F238E27FC236}">
                <a16:creationId xmlns:a16="http://schemas.microsoft.com/office/drawing/2014/main" id="{F813A3B9-E881-51FB-D3EE-4357634F88D6}"/>
              </a:ext>
            </a:extLst>
          </p:cNvPr>
          <p:cNvSpPr/>
          <p:nvPr/>
        </p:nvSpPr>
        <p:spPr>
          <a:xfrm>
            <a:off x="6914002" y="315255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!!dot_14">
            <a:extLst>
              <a:ext uri="{FF2B5EF4-FFF2-40B4-BE49-F238E27FC236}">
                <a16:creationId xmlns:a16="http://schemas.microsoft.com/office/drawing/2014/main" id="{9AAD808E-65B9-9323-34F5-CF45FEDC9011}"/>
              </a:ext>
            </a:extLst>
          </p:cNvPr>
          <p:cNvSpPr/>
          <p:nvPr/>
        </p:nvSpPr>
        <p:spPr>
          <a:xfrm>
            <a:off x="5969696" y="344944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!!dot_15">
            <a:extLst>
              <a:ext uri="{FF2B5EF4-FFF2-40B4-BE49-F238E27FC236}">
                <a16:creationId xmlns:a16="http://schemas.microsoft.com/office/drawing/2014/main" id="{6CFB7E63-8D0A-AA66-59FF-9A3ADCA53B99}"/>
              </a:ext>
            </a:extLst>
          </p:cNvPr>
          <p:cNvSpPr/>
          <p:nvPr/>
        </p:nvSpPr>
        <p:spPr>
          <a:xfrm>
            <a:off x="6706125" y="312111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!!dot_16">
            <a:extLst>
              <a:ext uri="{FF2B5EF4-FFF2-40B4-BE49-F238E27FC236}">
                <a16:creationId xmlns:a16="http://schemas.microsoft.com/office/drawing/2014/main" id="{56E8628B-F5F5-76C8-A1D5-CAC75EEA61AE}"/>
              </a:ext>
            </a:extLst>
          </p:cNvPr>
          <p:cNvSpPr/>
          <p:nvPr/>
        </p:nvSpPr>
        <p:spPr>
          <a:xfrm>
            <a:off x="6720325" y="383098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!!dot_17">
            <a:extLst>
              <a:ext uri="{FF2B5EF4-FFF2-40B4-BE49-F238E27FC236}">
                <a16:creationId xmlns:a16="http://schemas.microsoft.com/office/drawing/2014/main" id="{482EAD05-DECF-4F5D-A990-5995C7A9FC57}"/>
              </a:ext>
            </a:extLst>
          </p:cNvPr>
          <p:cNvSpPr/>
          <p:nvPr/>
        </p:nvSpPr>
        <p:spPr>
          <a:xfrm>
            <a:off x="6688871" y="323660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!!dot_18">
            <a:extLst>
              <a:ext uri="{FF2B5EF4-FFF2-40B4-BE49-F238E27FC236}">
                <a16:creationId xmlns:a16="http://schemas.microsoft.com/office/drawing/2014/main" id="{D14E846E-F9D9-5B05-C718-9E85251D10B8}"/>
              </a:ext>
            </a:extLst>
          </p:cNvPr>
          <p:cNvSpPr/>
          <p:nvPr/>
        </p:nvSpPr>
        <p:spPr>
          <a:xfrm>
            <a:off x="6789962" y="326781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!!dot_19">
            <a:extLst>
              <a:ext uri="{FF2B5EF4-FFF2-40B4-BE49-F238E27FC236}">
                <a16:creationId xmlns:a16="http://schemas.microsoft.com/office/drawing/2014/main" id="{941286A4-CA6D-98CC-ECE6-6C7D91B20557}"/>
              </a:ext>
            </a:extLst>
          </p:cNvPr>
          <p:cNvSpPr/>
          <p:nvPr/>
        </p:nvSpPr>
        <p:spPr>
          <a:xfrm>
            <a:off x="6656484" y="345837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!!dot_20">
            <a:extLst>
              <a:ext uri="{FF2B5EF4-FFF2-40B4-BE49-F238E27FC236}">
                <a16:creationId xmlns:a16="http://schemas.microsoft.com/office/drawing/2014/main" id="{6E9B79A6-1EA8-2D63-4B7F-F598DFE08A34}"/>
              </a:ext>
            </a:extLst>
          </p:cNvPr>
          <p:cNvSpPr/>
          <p:nvPr/>
        </p:nvSpPr>
        <p:spPr>
          <a:xfrm>
            <a:off x="6140804" y="350565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!!dot_21">
            <a:extLst>
              <a:ext uri="{FF2B5EF4-FFF2-40B4-BE49-F238E27FC236}">
                <a16:creationId xmlns:a16="http://schemas.microsoft.com/office/drawing/2014/main" id="{AD016080-52DF-1EB9-BED2-120A07EFDFC6}"/>
              </a:ext>
            </a:extLst>
          </p:cNvPr>
          <p:cNvSpPr/>
          <p:nvPr/>
        </p:nvSpPr>
        <p:spPr>
          <a:xfrm>
            <a:off x="6600049" y="358038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!!dot_22">
            <a:extLst>
              <a:ext uri="{FF2B5EF4-FFF2-40B4-BE49-F238E27FC236}">
                <a16:creationId xmlns:a16="http://schemas.microsoft.com/office/drawing/2014/main" id="{B668B6B1-3363-0E59-1A98-115705450D9D}"/>
              </a:ext>
            </a:extLst>
          </p:cNvPr>
          <p:cNvSpPr/>
          <p:nvPr/>
        </p:nvSpPr>
        <p:spPr>
          <a:xfrm>
            <a:off x="6150722" y="367221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!!dot_23">
            <a:extLst>
              <a:ext uri="{FF2B5EF4-FFF2-40B4-BE49-F238E27FC236}">
                <a16:creationId xmlns:a16="http://schemas.microsoft.com/office/drawing/2014/main" id="{45F6E3F0-BD04-71DB-F410-30803A2DF054}"/>
              </a:ext>
            </a:extLst>
          </p:cNvPr>
          <p:cNvSpPr/>
          <p:nvPr/>
        </p:nvSpPr>
        <p:spPr>
          <a:xfrm>
            <a:off x="7538899" y="255269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!!dot_24">
            <a:extLst>
              <a:ext uri="{FF2B5EF4-FFF2-40B4-BE49-F238E27FC236}">
                <a16:creationId xmlns:a16="http://schemas.microsoft.com/office/drawing/2014/main" id="{CC5EF901-ED73-29F5-5D5F-0668FC3B4DFA}"/>
              </a:ext>
            </a:extLst>
          </p:cNvPr>
          <p:cNvSpPr/>
          <p:nvPr/>
        </p:nvSpPr>
        <p:spPr>
          <a:xfrm>
            <a:off x="6776034" y="343930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!!dot_25">
            <a:extLst>
              <a:ext uri="{FF2B5EF4-FFF2-40B4-BE49-F238E27FC236}">
                <a16:creationId xmlns:a16="http://schemas.microsoft.com/office/drawing/2014/main" id="{5076F8E9-4A45-A6B0-35B6-B89671771F52}"/>
              </a:ext>
            </a:extLst>
          </p:cNvPr>
          <p:cNvSpPr/>
          <p:nvPr/>
        </p:nvSpPr>
        <p:spPr>
          <a:xfrm>
            <a:off x="6724052" y="279864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!!dot_26">
            <a:extLst>
              <a:ext uri="{FF2B5EF4-FFF2-40B4-BE49-F238E27FC236}">
                <a16:creationId xmlns:a16="http://schemas.microsoft.com/office/drawing/2014/main" id="{07E0DE08-D9A7-C4DC-4585-E899FD5CF7E2}"/>
              </a:ext>
            </a:extLst>
          </p:cNvPr>
          <p:cNvSpPr/>
          <p:nvPr/>
        </p:nvSpPr>
        <p:spPr>
          <a:xfrm>
            <a:off x="6538936" y="326559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!!dot_27">
            <a:extLst>
              <a:ext uri="{FF2B5EF4-FFF2-40B4-BE49-F238E27FC236}">
                <a16:creationId xmlns:a16="http://schemas.microsoft.com/office/drawing/2014/main" id="{307CBA58-6553-AEFB-FABC-CCBA81E702AC}"/>
              </a:ext>
            </a:extLst>
          </p:cNvPr>
          <p:cNvSpPr/>
          <p:nvPr/>
        </p:nvSpPr>
        <p:spPr>
          <a:xfrm>
            <a:off x="7155710" y="320851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!!dot_28">
            <a:extLst>
              <a:ext uri="{FF2B5EF4-FFF2-40B4-BE49-F238E27FC236}">
                <a16:creationId xmlns:a16="http://schemas.microsoft.com/office/drawing/2014/main" id="{E4C0DEA4-6F50-F436-BA35-8641052961EA}"/>
              </a:ext>
            </a:extLst>
          </p:cNvPr>
          <p:cNvSpPr/>
          <p:nvPr/>
        </p:nvSpPr>
        <p:spPr>
          <a:xfrm>
            <a:off x="5862400" y="374324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!!dot_29">
            <a:extLst>
              <a:ext uri="{FF2B5EF4-FFF2-40B4-BE49-F238E27FC236}">
                <a16:creationId xmlns:a16="http://schemas.microsoft.com/office/drawing/2014/main" id="{F527F151-7445-4940-A8EC-164E9E17BFEB}"/>
              </a:ext>
            </a:extLst>
          </p:cNvPr>
          <p:cNvSpPr/>
          <p:nvPr/>
        </p:nvSpPr>
        <p:spPr>
          <a:xfrm>
            <a:off x="6405245" y="324620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!!dot_30">
            <a:extLst>
              <a:ext uri="{FF2B5EF4-FFF2-40B4-BE49-F238E27FC236}">
                <a16:creationId xmlns:a16="http://schemas.microsoft.com/office/drawing/2014/main" id="{478B759A-3F3F-28A4-BD14-5EC146E64A25}"/>
              </a:ext>
            </a:extLst>
          </p:cNvPr>
          <p:cNvSpPr/>
          <p:nvPr/>
        </p:nvSpPr>
        <p:spPr>
          <a:xfrm>
            <a:off x="6391818" y="360122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!!dot_31">
            <a:extLst>
              <a:ext uri="{FF2B5EF4-FFF2-40B4-BE49-F238E27FC236}">
                <a16:creationId xmlns:a16="http://schemas.microsoft.com/office/drawing/2014/main" id="{A53501D7-2282-C7E6-EAE1-C59504F86A7D}"/>
              </a:ext>
            </a:extLst>
          </p:cNvPr>
          <p:cNvSpPr/>
          <p:nvPr/>
        </p:nvSpPr>
        <p:spPr>
          <a:xfrm>
            <a:off x="5876198" y="381034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!!dot_32">
            <a:extLst>
              <a:ext uri="{FF2B5EF4-FFF2-40B4-BE49-F238E27FC236}">
                <a16:creationId xmlns:a16="http://schemas.microsoft.com/office/drawing/2014/main" id="{2BB06F74-759F-7F61-1989-73C3FEDC831A}"/>
              </a:ext>
            </a:extLst>
          </p:cNvPr>
          <p:cNvSpPr/>
          <p:nvPr/>
        </p:nvSpPr>
        <p:spPr>
          <a:xfrm>
            <a:off x="5789922" y="433596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!!dot_33">
            <a:extLst>
              <a:ext uri="{FF2B5EF4-FFF2-40B4-BE49-F238E27FC236}">
                <a16:creationId xmlns:a16="http://schemas.microsoft.com/office/drawing/2014/main" id="{C68F33B5-8359-1065-47CE-DA8BCD328F84}"/>
              </a:ext>
            </a:extLst>
          </p:cNvPr>
          <p:cNvSpPr/>
          <p:nvPr/>
        </p:nvSpPr>
        <p:spPr>
          <a:xfrm>
            <a:off x="6420333" y="385335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!!dot_34">
            <a:extLst>
              <a:ext uri="{FF2B5EF4-FFF2-40B4-BE49-F238E27FC236}">
                <a16:creationId xmlns:a16="http://schemas.microsoft.com/office/drawing/2014/main" id="{9B08CDA1-8804-0E0B-6F70-ADE12B15D0C0}"/>
              </a:ext>
            </a:extLst>
          </p:cNvPr>
          <p:cNvSpPr/>
          <p:nvPr/>
        </p:nvSpPr>
        <p:spPr>
          <a:xfrm>
            <a:off x="7116764" y="241258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!!dot_35">
            <a:extLst>
              <a:ext uri="{FF2B5EF4-FFF2-40B4-BE49-F238E27FC236}">
                <a16:creationId xmlns:a16="http://schemas.microsoft.com/office/drawing/2014/main" id="{36B88540-51A4-7554-F8CB-445E5939E154}"/>
              </a:ext>
            </a:extLst>
          </p:cNvPr>
          <p:cNvSpPr/>
          <p:nvPr/>
        </p:nvSpPr>
        <p:spPr>
          <a:xfrm>
            <a:off x="6979068" y="299840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!!dot_36">
            <a:extLst>
              <a:ext uri="{FF2B5EF4-FFF2-40B4-BE49-F238E27FC236}">
                <a16:creationId xmlns:a16="http://schemas.microsoft.com/office/drawing/2014/main" id="{16DDD560-60C8-157D-6E03-2CB9580B328A}"/>
              </a:ext>
            </a:extLst>
          </p:cNvPr>
          <p:cNvSpPr/>
          <p:nvPr/>
        </p:nvSpPr>
        <p:spPr>
          <a:xfrm>
            <a:off x="5852491" y="398280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!!dot_37">
            <a:extLst>
              <a:ext uri="{FF2B5EF4-FFF2-40B4-BE49-F238E27FC236}">
                <a16:creationId xmlns:a16="http://schemas.microsoft.com/office/drawing/2014/main" id="{39706B1E-9C77-7BDA-8965-7C851D267BA6}"/>
              </a:ext>
            </a:extLst>
          </p:cNvPr>
          <p:cNvSpPr/>
          <p:nvPr/>
        </p:nvSpPr>
        <p:spPr>
          <a:xfrm>
            <a:off x="6090456" y="380338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!!dot_38">
            <a:extLst>
              <a:ext uri="{FF2B5EF4-FFF2-40B4-BE49-F238E27FC236}">
                <a16:creationId xmlns:a16="http://schemas.microsoft.com/office/drawing/2014/main" id="{CBBB841A-C553-E76A-F7BF-CA69A6C98910}"/>
              </a:ext>
            </a:extLst>
          </p:cNvPr>
          <p:cNvSpPr/>
          <p:nvPr/>
        </p:nvSpPr>
        <p:spPr>
          <a:xfrm>
            <a:off x="6180920" y="384600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!!dot_39">
            <a:extLst>
              <a:ext uri="{FF2B5EF4-FFF2-40B4-BE49-F238E27FC236}">
                <a16:creationId xmlns:a16="http://schemas.microsoft.com/office/drawing/2014/main" id="{ED6D2B7B-9F0F-434E-1284-ECE098D0709D}"/>
              </a:ext>
            </a:extLst>
          </p:cNvPr>
          <p:cNvSpPr/>
          <p:nvPr/>
        </p:nvSpPr>
        <p:spPr>
          <a:xfrm>
            <a:off x="6318244" y="352123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!!dot_40">
            <a:extLst>
              <a:ext uri="{FF2B5EF4-FFF2-40B4-BE49-F238E27FC236}">
                <a16:creationId xmlns:a16="http://schemas.microsoft.com/office/drawing/2014/main" id="{E9E657D2-639A-CB5A-C87A-A7274A94463E}"/>
              </a:ext>
            </a:extLst>
          </p:cNvPr>
          <p:cNvSpPr/>
          <p:nvPr/>
        </p:nvSpPr>
        <p:spPr>
          <a:xfrm>
            <a:off x="6411593" y="341823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!!dot_41">
            <a:extLst>
              <a:ext uri="{FF2B5EF4-FFF2-40B4-BE49-F238E27FC236}">
                <a16:creationId xmlns:a16="http://schemas.microsoft.com/office/drawing/2014/main" id="{384B7012-429C-0E32-268F-370001759C25}"/>
              </a:ext>
            </a:extLst>
          </p:cNvPr>
          <p:cNvSpPr/>
          <p:nvPr/>
        </p:nvSpPr>
        <p:spPr>
          <a:xfrm>
            <a:off x="6184522" y="332380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!!dot_42">
            <a:extLst>
              <a:ext uri="{FF2B5EF4-FFF2-40B4-BE49-F238E27FC236}">
                <a16:creationId xmlns:a16="http://schemas.microsoft.com/office/drawing/2014/main" id="{0AC31412-8E38-4405-3D11-11ECA23F3B1C}"/>
              </a:ext>
            </a:extLst>
          </p:cNvPr>
          <p:cNvSpPr/>
          <p:nvPr/>
        </p:nvSpPr>
        <p:spPr>
          <a:xfrm>
            <a:off x="6027881" y="363904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!!dot_43">
            <a:extLst>
              <a:ext uri="{FF2B5EF4-FFF2-40B4-BE49-F238E27FC236}">
                <a16:creationId xmlns:a16="http://schemas.microsoft.com/office/drawing/2014/main" id="{B098682F-0AD6-D588-3C7F-51CA11C4F42C}"/>
              </a:ext>
            </a:extLst>
          </p:cNvPr>
          <p:cNvSpPr/>
          <p:nvPr/>
        </p:nvSpPr>
        <p:spPr>
          <a:xfrm>
            <a:off x="6913620" y="338478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!!dot_44">
            <a:extLst>
              <a:ext uri="{FF2B5EF4-FFF2-40B4-BE49-F238E27FC236}">
                <a16:creationId xmlns:a16="http://schemas.microsoft.com/office/drawing/2014/main" id="{AA94F7E6-67BE-B6D0-AB2A-4A890F325D0E}"/>
              </a:ext>
            </a:extLst>
          </p:cNvPr>
          <p:cNvSpPr/>
          <p:nvPr/>
        </p:nvSpPr>
        <p:spPr>
          <a:xfrm>
            <a:off x="5894475" y="358050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!!dot_45">
            <a:extLst>
              <a:ext uri="{FF2B5EF4-FFF2-40B4-BE49-F238E27FC236}">
                <a16:creationId xmlns:a16="http://schemas.microsoft.com/office/drawing/2014/main" id="{32B654E6-BC11-CF33-067C-3BB5442B2AA6}"/>
              </a:ext>
            </a:extLst>
          </p:cNvPr>
          <p:cNvSpPr/>
          <p:nvPr/>
        </p:nvSpPr>
        <p:spPr>
          <a:xfrm>
            <a:off x="6811518" y="334795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!!dot_46">
            <a:extLst>
              <a:ext uri="{FF2B5EF4-FFF2-40B4-BE49-F238E27FC236}">
                <a16:creationId xmlns:a16="http://schemas.microsoft.com/office/drawing/2014/main" id="{B3DF97DD-5A73-9A26-3643-5F3031099775}"/>
              </a:ext>
            </a:extLst>
          </p:cNvPr>
          <p:cNvSpPr/>
          <p:nvPr/>
        </p:nvSpPr>
        <p:spPr>
          <a:xfrm>
            <a:off x="6269658" y="371495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!!dot_47">
            <a:extLst>
              <a:ext uri="{FF2B5EF4-FFF2-40B4-BE49-F238E27FC236}">
                <a16:creationId xmlns:a16="http://schemas.microsoft.com/office/drawing/2014/main" id="{1056BF7C-A6E3-F25C-7D34-AF9734D59524}"/>
              </a:ext>
            </a:extLst>
          </p:cNvPr>
          <p:cNvSpPr/>
          <p:nvPr/>
        </p:nvSpPr>
        <p:spPr>
          <a:xfrm>
            <a:off x="6599903" y="3537660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!!dot_48">
            <a:extLst>
              <a:ext uri="{FF2B5EF4-FFF2-40B4-BE49-F238E27FC236}">
                <a16:creationId xmlns:a16="http://schemas.microsoft.com/office/drawing/2014/main" id="{BE79E84C-8796-1DE3-E0FE-EE39ABBF24A1}"/>
              </a:ext>
            </a:extLst>
          </p:cNvPr>
          <p:cNvSpPr/>
          <p:nvPr/>
        </p:nvSpPr>
        <p:spPr>
          <a:xfrm>
            <a:off x="6649950" y="342033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!!dot_49">
            <a:extLst>
              <a:ext uri="{FF2B5EF4-FFF2-40B4-BE49-F238E27FC236}">
                <a16:creationId xmlns:a16="http://schemas.microsoft.com/office/drawing/2014/main" id="{FD75C883-4665-0772-AAF4-D9E5945D28CD}"/>
              </a:ext>
            </a:extLst>
          </p:cNvPr>
          <p:cNvSpPr/>
          <p:nvPr/>
        </p:nvSpPr>
        <p:spPr>
          <a:xfrm>
            <a:off x="6094589" y="3534235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!!dot_50">
            <a:extLst>
              <a:ext uri="{FF2B5EF4-FFF2-40B4-BE49-F238E27FC236}">
                <a16:creationId xmlns:a16="http://schemas.microsoft.com/office/drawing/2014/main" id="{868DB87F-D2B2-2987-DF1E-72E4DC934BA7}"/>
              </a:ext>
            </a:extLst>
          </p:cNvPr>
          <p:cNvSpPr/>
          <p:nvPr/>
        </p:nvSpPr>
        <p:spPr>
          <a:xfrm>
            <a:off x="6389208" y="363980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!!dot_51">
            <a:extLst>
              <a:ext uri="{FF2B5EF4-FFF2-40B4-BE49-F238E27FC236}">
                <a16:creationId xmlns:a16="http://schemas.microsoft.com/office/drawing/2014/main" id="{7BED3274-ED36-E8BB-3795-D22725EF2516}"/>
              </a:ext>
            </a:extLst>
          </p:cNvPr>
          <p:cNvSpPr/>
          <p:nvPr/>
        </p:nvSpPr>
        <p:spPr>
          <a:xfrm>
            <a:off x="6453858" y="329716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!!dot_52">
            <a:extLst>
              <a:ext uri="{FF2B5EF4-FFF2-40B4-BE49-F238E27FC236}">
                <a16:creationId xmlns:a16="http://schemas.microsoft.com/office/drawing/2014/main" id="{52675B29-52B0-FB32-AE67-48CFFB5758E9}"/>
              </a:ext>
            </a:extLst>
          </p:cNvPr>
          <p:cNvSpPr/>
          <p:nvPr/>
        </p:nvSpPr>
        <p:spPr>
          <a:xfrm>
            <a:off x="7053463" y="342604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!!dot_53">
            <a:extLst>
              <a:ext uri="{FF2B5EF4-FFF2-40B4-BE49-F238E27FC236}">
                <a16:creationId xmlns:a16="http://schemas.microsoft.com/office/drawing/2014/main" id="{EEB9DEA8-8F55-1AF2-35AC-04DB460A2C3F}"/>
              </a:ext>
            </a:extLst>
          </p:cNvPr>
          <p:cNvSpPr/>
          <p:nvPr/>
        </p:nvSpPr>
        <p:spPr>
          <a:xfrm>
            <a:off x="6308253" y="373209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!!dot_54">
            <a:extLst>
              <a:ext uri="{FF2B5EF4-FFF2-40B4-BE49-F238E27FC236}">
                <a16:creationId xmlns:a16="http://schemas.microsoft.com/office/drawing/2014/main" id="{4EB91789-2933-E14E-8641-359289DB0905}"/>
              </a:ext>
            </a:extLst>
          </p:cNvPr>
          <p:cNvSpPr/>
          <p:nvPr/>
        </p:nvSpPr>
        <p:spPr>
          <a:xfrm>
            <a:off x="6209436" y="370087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!!dot_55">
            <a:extLst>
              <a:ext uri="{FF2B5EF4-FFF2-40B4-BE49-F238E27FC236}">
                <a16:creationId xmlns:a16="http://schemas.microsoft.com/office/drawing/2014/main" id="{5526CE9C-C631-7D78-8792-BB748ADBF946}"/>
              </a:ext>
            </a:extLst>
          </p:cNvPr>
          <p:cNvSpPr/>
          <p:nvPr/>
        </p:nvSpPr>
        <p:spPr>
          <a:xfrm>
            <a:off x="6200490" y="376488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!!dot_56">
            <a:extLst>
              <a:ext uri="{FF2B5EF4-FFF2-40B4-BE49-F238E27FC236}">
                <a16:creationId xmlns:a16="http://schemas.microsoft.com/office/drawing/2014/main" id="{C3E8FE0F-896F-C481-34D9-FAC13EFCA29C}"/>
              </a:ext>
            </a:extLst>
          </p:cNvPr>
          <p:cNvSpPr/>
          <p:nvPr/>
        </p:nvSpPr>
        <p:spPr>
          <a:xfrm>
            <a:off x="5997219" y="3594306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!!dot_57">
            <a:extLst>
              <a:ext uri="{FF2B5EF4-FFF2-40B4-BE49-F238E27FC236}">
                <a16:creationId xmlns:a16="http://schemas.microsoft.com/office/drawing/2014/main" id="{9CDF474F-BBFE-9745-049A-649A62B730E7}"/>
              </a:ext>
            </a:extLst>
          </p:cNvPr>
          <p:cNvSpPr/>
          <p:nvPr/>
        </p:nvSpPr>
        <p:spPr>
          <a:xfrm>
            <a:off x="6488408" y="357809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!!dot_58">
            <a:extLst>
              <a:ext uri="{FF2B5EF4-FFF2-40B4-BE49-F238E27FC236}">
                <a16:creationId xmlns:a16="http://schemas.microsoft.com/office/drawing/2014/main" id="{090F88A4-C2A0-F779-414E-136517E47066}"/>
              </a:ext>
            </a:extLst>
          </p:cNvPr>
          <p:cNvSpPr/>
          <p:nvPr/>
        </p:nvSpPr>
        <p:spPr>
          <a:xfrm>
            <a:off x="6095079" y="367547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!!dot_59">
            <a:extLst>
              <a:ext uri="{FF2B5EF4-FFF2-40B4-BE49-F238E27FC236}">
                <a16:creationId xmlns:a16="http://schemas.microsoft.com/office/drawing/2014/main" id="{6360F72B-F366-F4A6-99F1-F3E90D38EE89}"/>
              </a:ext>
            </a:extLst>
          </p:cNvPr>
          <p:cNvSpPr/>
          <p:nvPr/>
        </p:nvSpPr>
        <p:spPr>
          <a:xfrm>
            <a:off x="6771263" y="366616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!!dot_60">
            <a:extLst>
              <a:ext uri="{FF2B5EF4-FFF2-40B4-BE49-F238E27FC236}">
                <a16:creationId xmlns:a16="http://schemas.microsoft.com/office/drawing/2014/main" id="{E52ADE7B-22C6-C6DD-2B61-6DA308DC6A4D}"/>
              </a:ext>
            </a:extLst>
          </p:cNvPr>
          <p:cNvSpPr/>
          <p:nvPr/>
        </p:nvSpPr>
        <p:spPr>
          <a:xfrm>
            <a:off x="6358068" y="3638709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!!dot_61">
            <a:extLst>
              <a:ext uri="{FF2B5EF4-FFF2-40B4-BE49-F238E27FC236}">
                <a16:creationId xmlns:a16="http://schemas.microsoft.com/office/drawing/2014/main" id="{18F0EAAE-F35B-0DE9-15C0-88D158327835}"/>
              </a:ext>
            </a:extLst>
          </p:cNvPr>
          <p:cNvSpPr/>
          <p:nvPr/>
        </p:nvSpPr>
        <p:spPr>
          <a:xfrm>
            <a:off x="6580828" y="319915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!!dot_62">
            <a:extLst>
              <a:ext uri="{FF2B5EF4-FFF2-40B4-BE49-F238E27FC236}">
                <a16:creationId xmlns:a16="http://schemas.microsoft.com/office/drawing/2014/main" id="{5D62AD06-C820-654A-5705-F3850CD519F7}"/>
              </a:ext>
            </a:extLst>
          </p:cNvPr>
          <p:cNvSpPr/>
          <p:nvPr/>
        </p:nvSpPr>
        <p:spPr>
          <a:xfrm>
            <a:off x="6434551" y="295807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!!dot_63">
            <a:extLst>
              <a:ext uri="{FF2B5EF4-FFF2-40B4-BE49-F238E27FC236}">
                <a16:creationId xmlns:a16="http://schemas.microsoft.com/office/drawing/2014/main" id="{9F659EA0-EF87-479D-FC63-F6243C30E62C}"/>
              </a:ext>
            </a:extLst>
          </p:cNvPr>
          <p:cNvSpPr/>
          <p:nvPr/>
        </p:nvSpPr>
        <p:spPr>
          <a:xfrm>
            <a:off x="6401916" y="3529967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!!dot_64">
            <a:extLst>
              <a:ext uri="{FF2B5EF4-FFF2-40B4-BE49-F238E27FC236}">
                <a16:creationId xmlns:a16="http://schemas.microsoft.com/office/drawing/2014/main" id="{BD279DA7-CE3E-2B70-A0B5-8D7288EA4FAA}"/>
              </a:ext>
            </a:extLst>
          </p:cNvPr>
          <p:cNvSpPr/>
          <p:nvPr/>
        </p:nvSpPr>
        <p:spPr>
          <a:xfrm>
            <a:off x="6375414" y="4169031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" name="!!dot_65">
            <a:extLst>
              <a:ext uri="{FF2B5EF4-FFF2-40B4-BE49-F238E27FC236}">
                <a16:creationId xmlns:a16="http://schemas.microsoft.com/office/drawing/2014/main" id="{504F6785-5CF6-89C2-4E55-A9ACCCB2F1B2}"/>
              </a:ext>
            </a:extLst>
          </p:cNvPr>
          <p:cNvSpPr/>
          <p:nvPr/>
        </p:nvSpPr>
        <p:spPr>
          <a:xfrm>
            <a:off x="6488320" y="390065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!!dot_66">
            <a:extLst>
              <a:ext uri="{FF2B5EF4-FFF2-40B4-BE49-F238E27FC236}">
                <a16:creationId xmlns:a16="http://schemas.microsoft.com/office/drawing/2014/main" id="{61C18D82-A226-45FB-B596-DD330F3BA1A6}"/>
              </a:ext>
            </a:extLst>
          </p:cNvPr>
          <p:cNvSpPr/>
          <p:nvPr/>
        </p:nvSpPr>
        <p:spPr>
          <a:xfrm>
            <a:off x="6331515" y="4021503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8" name="!!dot_67">
            <a:extLst>
              <a:ext uri="{FF2B5EF4-FFF2-40B4-BE49-F238E27FC236}">
                <a16:creationId xmlns:a16="http://schemas.microsoft.com/office/drawing/2014/main" id="{19B97B4E-4A56-2947-94FB-91881AE1485F}"/>
              </a:ext>
            </a:extLst>
          </p:cNvPr>
          <p:cNvSpPr/>
          <p:nvPr/>
        </p:nvSpPr>
        <p:spPr>
          <a:xfrm>
            <a:off x="5646278" y="4461052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!!dot_68">
            <a:extLst>
              <a:ext uri="{FF2B5EF4-FFF2-40B4-BE49-F238E27FC236}">
                <a16:creationId xmlns:a16="http://schemas.microsoft.com/office/drawing/2014/main" id="{C921B25E-4AC0-A3F2-BFB5-38507AB8C0C4}"/>
              </a:ext>
            </a:extLst>
          </p:cNvPr>
          <p:cNvSpPr/>
          <p:nvPr/>
        </p:nvSpPr>
        <p:spPr>
          <a:xfrm>
            <a:off x="6520292" y="3569874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!!dot_69">
            <a:extLst>
              <a:ext uri="{FF2B5EF4-FFF2-40B4-BE49-F238E27FC236}">
                <a16:creationId xmlns:a16="http://schemas.microsoft.com/office/drawing/2014/main" id="{3AA0ED2E-3383-6887-7E01-A4223DCD8D7E}"/>
              </a:ext>
            </a:extLst>
          </p:cNvPr>
          <p:cNvSpPr/>
          <p:nvPr/>
        </p:nvSpPr>
        <p:spPr>
          <a:xfrm>
            <a:off x="6640563" y="3424588"/>
            <a:ext cx="43519" cy="4147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Text 82">
            <a:extLst>
              <a:ext uri="{FF2B5EF4-FFF2-40B4-BE49-F238E27FC236}">
                <a16:creationId xmlns:a16="http://schemas.microsoft.com/office/drawing/2014/main" id="{3C0DF2FE-030C-2F87-4421-24A7228308ED}"/>
              </a:ext>
            </a:extLst>
          </p:cNvPr>
          <p:cNvSpPr/>
          <p:nvPr/>
        </p:nvSpPr>
        <p:spPr>
          <a:xfrm>
            <a:off x="7725214" y="3474327"/>
            <a:ext cx="1202165" cy="1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1 (std)</a:t>
            </a:r>
            <a:endParaRPr lang="en-US" sz="1100" dirty="0"/>
          </a:p>
        </p:txBody>
      </p:sp>
      <p:sp>
        <p:nvSpPr>
          <p:cNvPr id="215" name="Text 83">
            <a:extLst>
              <a:ext uri="{FF2B5EF4-FFF2-40B4-BE49-F238E27FC236}">
                <a16:creationId xmlns:a16="http://schemas.microsoft.com/office/drawing/2014/main" id="{624EACDB-EEED-4C11-E266-B6A34EC79D31}"/>
              </a:ext>
            </a:extLst>
          </p:cNvPr>
          <p:cNvSpPr/>
          <p:nvPr/>
        </p:nvSpPr>
        <p:spPr>
          <a:xfrm>
            <a:off x="5931398" y="2162174"/>
            <a:ext cx="14683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2 (std)</a:t>
            </a:r>
            <a:endParaRPr lang="en-US" sz="11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D96265BE-CDD3-F691-8389-3CE108F2B345}"/>
              </a:ext>
            </a:extLst>
          </p:cNvPr>
          <p:cNvSpPr txBox="1"/>
          <p:nvPr/>
        </p:nvSpPr>
        <p:spPr>
          <a:xfrm>
            <a:off x="240632" y="2359234"/>
            <a:ext cx="4904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Every feature is rescaled to </a:t>
            </a:r>
            <a:r>
              <a:rPr lang="en-US" sz="1400" b="1" kern="0" spc="-30" dirty="0">
                <a:solidFill>
                  <a:schemeClr val="accent2"/>
                </a:solidFill>
                <a:latin typeface="Cambria" pitchFamily="34" charset="0"/>
              </a:rPr>
              <a:t>mean 0 </a:t>
            </a:r>
            <a:r>
              <a:rPr lang="en-US" sz="14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and </a:t>
            </a:r>
            <a:r>
              <a:rPr lang="en-US" sz="1400" b="1" kern="0" spc="-30" dirty="0">
                <a:solidFill>
                  <a:schemeClr val="accent2"/>
                </a:solidFill>
                <a:latin typeface="Cambria" pitchFamily="34" charset="0"/>
              </a:rPr>
              <a:t>std 1</a:t>
            </a:r>
            <a:r>
              <a:rPr lang="en-US" sz="14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, so no single feature dominates just because of its scale.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A1D18F2-E7A0-D95C-1953-1420F191BE72}"/>
              </a:ext>
            </a:extLst>
          </p:cNvPr>
          <p:cNvSpPr txBox="1"/>
          <p:nvPr/>
        </p:nvSpPr>
        <p:spPr>
          <a:xfrm>
            <a:off x="282773" y="2842057"/>
            <a:ext cx="45374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</a:rPr>
              <a:t>Subtract the mean, divide by the standard deviation — column by column.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66CC892-4794-7178-1E69-9133F0CD719F}"/>
              </a:ext>
            </a:extLst>
          </p:cNvPr>
          <p:cNvSpPr txBox="1"/>
          <p:nvPr/>
        </p:nvSpPr>
        <p:spPr>
          <a:xfrm>
            <a:off x="288370" y="3754701"/>
            <a:ext cx="4633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7C84B5"/>
                </a:solidFill>
                <a:latin typeface="Source Code Pro" panose="020B0509030403020204" pitchFamily="49" charset="0"/>
              </a:rPr>
              <a:t># mean=0, std=1 per feature </a:t>
            </a:r>
          </a:p>
          <a:p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X_scaled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= (X -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X.mean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(axis=0)) /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X.std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(axis=0)</a:t>
            </a:r>
          </a:p>
        </p:txBody>
      </p:sp>
      <p:sp>
        <p:nvSpPr>
          <p:cNvPr id="223" name="!!axis_h">
            <a:extLst>
              <a:ext uri="{FF2B5EF4-FFF2-40B4-BE49-F238E27FC236}">
                <a16:creationId xmlns:a16="http://schemas.microsoft.com/office/drawing/2014/main" id="{DCADC107-6B98-801E-7335-CFE718FB3EFC}"/>
              </a:ext>
            </a:extLst>
          </p:cNvPr>
          <p:cNvSpPr/>
          <p:nvPr/>
        </p:nvSpPr>
        <p:spPr>
          <a:xfrm flipV="1">
            <a:off x="-454300" y="3747044"/>
            <a:ext cx="3375920" cy="0"/>
          </a:xfrm>
          <a:prstGeom prst="line">
            <a:avLst/>
          </a:prstGeom>
          <a:noFill/>
          <a:ln w="1143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451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ED4B3-B47E-EB57-4DD5-B2D778428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69">
            <a:extLst>
              <a:ext uri="{FF2B5EF4-FFF2-40B4-BE49-F238E27FC236}">
                <a16:creationId xmlns:a16="http://schemas.microsoft.com/office/drawing/2014/main" id="{C7C4169F-3B4E-925C-781F-1F75C5265CA2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12</a:t>
            </a:r>
            <a:endParaRPr lang="en-US" sz="1000" dirty="0"/>
          </a:p>
        </p:txBody>
      </p:sp>
      <p:sp>
        <p:nvSpPr>
          <p:cNvPr id="324" name="Shape 0">
            <a:extLst>
              <a:ext uri="{FF2B5EF4-FFF2-40B4-BE49-F238E27FC236}">
                <a16:creationId xmlns:a16="http://schemas.microsoft.com/office/drawing/2014/main" id="{0904D642-2EB7-53E5-9C41-31D757A3BDB6}"/>
              </a:ext>
            </a:extLst>
          </p:cNvPr>
          <p:cNvSpPr/>
          <p:nvPr/>
        </p:nvSpPr>
        <p:spPr>
          <a:xfrm>
            <a:off x="5218837" y="2315631"/>
            <a:ext cx="2512466" cy="2403454"/>
          </a:xfrm>
          <a:prstGeom prst="roundRect">
            <a:avLst>
              <a:gd name="adj" fmla="val 283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5" name="Shape 1">
            <a:extLst>
              <a:ext uri="{FF2B5EF4-FFF2-40B4-BE49-F238E27FC236}">
                <a16:creationId xmlns:a16="http://schemas.microsoft.com/office/drawing/2014/main" id="{A8CA9689-23B6-F0F1-BE09-A54D09BACC5F}"/>
              </a:ext>
            </a:extLst>
          </p:cNvPr>
          <p:cNvSpPr/>
          <p:nvPr/>
        </p:nvSpPr>
        <p:spPr>
          <a:xfrm>
            <a:off x="5289945" y="4273161"/>
            <a:ext cx="2370251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2">
            <a:extLst>
              <a:ext uri="{FF2B5EF4-FFF2-40B4-BE49-F238E27FC236}">
                <a16:creationId xmlns:a16="http://schemas.microsoft.com/office/drawing/2014/main" id="{758D33A3-0DA3-D812-E86A-842D76ADBF9D}"/>
              </a:ext>
            </a:extLst>
          </p:cNvPr>
          <p:cNvSpPr/>
          <p:nvPr/>
        </p:nvSpPr>
        <p:spPr>
          <a:xfrm>
            <a:off x="5684986" y="2383653"/>
            <a:ext cx="0" cy="2267409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">
            <a:extLst>
              <a:ext uri="{FF2B5EF4-FFF2-40B4-BE49-F238E27FC236}">
                <a16:creationId xmlns:a16="http://schemas.microsoft.com/office/drawing/2014/main" id="{CEDC9E8C-DD40-30CF-7D1D-10F1A1D73BC8}"/>
              </a:ext>
            </a:extLst>
          </p:cNvPr>
          <p:cNvSpPr/>
          <p:nvPr/>
        </p:nvSpPr>
        <p:spPr>
          <a:xfrm>
            <a:off x="5289945" y="3895260"/>
            <a:ext cx="2370251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4">
            <a:extLst>
              <a:ext uri="{FF2B5EF4-FFF2-40B4-BE49-F238E27FC236}">
                <a16:creationId xmlns:a16="http://schemas.microsoft.com/office/drawing/2014/main" id="{1ED510A3-9EBD-D6C2-06C3-D4BC07CEA958}"/>
              </a:ext>
            </a:extLst>
          </p:cNvPr>
          <p:cNvSpPr/>
          <p:nvPr/>
        </p:nvSpPr>
        <p:spPr>
          <a:xfrm>
            <a:off x="6080028" y="2383653"/>
            <a:ext cx="0" cy="2267409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5">
            <a:extLst>
              <a:ext uri="{FF2B5EF4-FFF2-40B4-BE49-F238E27FC236}">
                <a16:creationId xmlns:a16="http://schemas.microsoft.com/office/drawing/2014/main" id="{A297DEBF-959C-079B-E681-7C0684B1C7F0}"/>
              </a:ext>
            </a:extLst>
          </p:cNvPr>
          <p:cNvSpPr/>
          <p:nvPr/>
        </p:nvSpPr>
        <p:spPr>
          <a:xfrm>
            <a:off x="5289945" y="3139456"/>
            <a:ext cx="2370251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6">
            <a:extLst>
              <a:ext uri="{FF2B5EF4-FFF2-40B4-BE49-F238E27FC236}">
                <a16:creationId xmlns:a16="http://schemas.microsoft.com/office/drawing/2014/main" id="{1E562C44-0485-03A3-E7F5-63288A31F1D4}"/>
              </a:ext>
            </a:extLst>
          </p:cNvPr>
          <p:cNvSpPr/>
          <p:nvPr/>
        </p:nvSpPr>
        <p:spPr>
          <a:xfrm>
            <a:off x="6870112" y="2383653"/>
            <a:ext cx="0" cy="2267409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7">
            <a:extLst>
              <a:ext uri="{FF2B5EF4-FFF2-40B4-BE49-F238E27FC236}">
                <a16:creationId xmlns:a16="http://schemas.microsoft.com/office/drawing/2014/main" id="{F7091A55-9318-73CD-ECF4-1213E0F04B3C}"/>
              </a:ext>
            </a:extLst>
          </p:cNvPr>
          <p:cNvSpPr/>
          <p:nvPr/>
        </p:nvSpPr>
        <p:spPr>
          <a:xfrm>
            <a:off x="5289945" y="2761555"/>
            <a:ext cx="2370251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8">
            <a:extLst>
              <a:ext uri="{FF2B5EF4-FFF2-40B4-BE49-F238E27FC236}">
                <a16:creationId xmlns:a16="http://schemas.microsoft.com/office/drawing/2014/main" id="{BF7E0410-4717-2F5B-48D9-BC05A9272A04}"/>
              </a:ext>
            </a:extLst>
          </p:cNvPr>
          <p:cNvSpPr/>
          <p:nvPr/>
        </p:nvSpPr>
        <p:spPr>
          <a:xfrm>
            <a:off x="7265154" y="2383653"/>
            <a:ext cx="0" cy="2267409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!!axis_h">
            <a:extLst>
              <a:ext uri="{FF2B5EF4-FFF2-40B4-BE49-F238E27FC236}">
                <a16:creationId xmlns:a16="http://schemas.microsoft.com/office/drawing/2014/main" id="{A4516F80-4220-044F-9208-5C7E347A2D56}"/>
              </a:ext>
            </a:extLst>
          </p:cNvPr>
          <p:cNvSpPr/>
          <p:nvPr/>
        </p:nvSpPr>
        <p:spPr>
          <a:xfrm>
            <a:off x="5289945" y="3517358"/>
            <a:ext cx="2370251" cy="0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!!axis_v">
            <a:extLst>
              <a:ext uri="{FF2B5EF4-FFF2-40B4-BE49-F238E27FC236}">
                <a16:creationId xmlns:a16="http://schemas.microsoft.com/office/drawing/2014/main" id="{8190EE95-1CAB-3B76-DA05-D053E2A0F1E6}"/>
              </a:ext>
            </a:extLst>
          </p:cNvPr>
          <p:cNvSpPr/>
          <p:nvPr/>
        </p:nvSpPr>
        <p:spPr>
          <a:xfrm>
            <a:off x="6475070" y="2383653"/>
            <a:ext cx="0" cy="2267409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!!dot_0">
            <a:extLst>
              <a:ext uri="{FF2B5EF4-FFF2-40B4-BE49-F238E27FC236}">
                <a16:creationId xmlns:a16="http://schemas.microsoft.com/office/drawing/2014/main" id="{DB3959B8-B4F5-4E9E-13C9-A5B73146E24E}"/>
              </a:ext>
            </a:extLst>
          </p:cNvPr>
          <p:cNvSpPr/>
          <p:nvPr/>
        </p:nvSpPr>
        <p:spPr>
          <a:xfrm>
            <a:off x="7441206" y="2700875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6" name="!!dot_1">
            <a:extLst>
              <a:ext uri="{FF2B5EF4-FFF2-40B4-BE49-F238E27FC236}">
                <a16:creationId xmlns:a16="http://schemas.microsoft.com/office/drawing/2014/main" id="{CD0D9DF4-6282-5251-30E9-73E8A8B6D04B}"/>
              </a:ext>
            </a:extLst>
          </p:cNvPr>
          <p:cNvSpPr/>
          <p:nvPr/>
        </p:nvSpPr>
        <p:spPr>
          <a:xfrm>
            <a:off x="6075612" y="3752145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7" name="!!dot_2">
            <a:extLst>
              <a:ext uri="{FF2B5EF4-FFF2-40B4-BE49-F238E27FC236}">
                <a16:creationId xmlns:a16="http://schemas.microsoft.com/office/drawing/2014/main" id="{6AA4AEE3-D6C7-7930-C690-BFC616D04648}"/>
              </a:ext>
            </a:extLst>
          </p:cNvPr>
          <p:cNvSpPr/>
          <p:nvPr/>
        </p:nvSpPr>
        <p:spPr>
          <a:xfrm>
            <a:off x="6373543" y="327516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8" name="!!dot_3">
            <a:extLst>
              <a:ext uri="{FF2B5EF4-FFF2-40B4-BE49-F238E27FC236}">
                <a16:creationId xmlns:a16="http://schemas.microsoft.com/office/drawing/2014/main" id="{2C1BF567-F261-2B0F-FB96-19596A067CFD}"/>
              </a:ext>
            </a:extLst>
          </p:cNvPr>
          <p:cNvSpPr/>
          <p:nvPr/>
        </p:nvSpPr>
        <p:spPr>
          <a:xfrm>
            <a:off x="6155686" y="4056157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9" name="!!dot_4">
            <a:extLst>
              <a:ext uri="{FF2B5EF4-FFF2-40B4-BE49-F238E27FC236}">
                <a16:creationId xmlns:a16="http://schemas.microsoft.com/office/drawing/2014/main" id="{F1E05E31-BF5F-0AE5-87F1-55332DF565EB}"/>
              </a:ext>
            </a:extLst>
          </p:cNvPr>
          <p:cNvSpPr/>
          <p:nvPr/>
        </p:nvSpPr>
        <p:spPr>
          <a:xfrm>
            <a:off x="5860659" y="3507256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0" name="!!dot_5">
            <a:extLst>
              <a:ext uri="{FF2B5EF4-FFF2-40B4-BE49-F238E27FC236}">
                <a16:creationId xmlns:a16="http://schemas.microsoft.com/office/drawing/2014/main" id="{1E2647D8-BBA2-05A9-E2BE-785E7BD134B9}"/>
              </a:ext>
            </a:extLst>
          </p:cNvPr>
          <p:cNvSpPr/>
          <p:nvPr/>
        </p:nvSpPr>
        <p:spPr>
          <a:xfrm>
            <a:off x="6867263" y="2820255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1" name="!!dot_6">
            <a:extLst>
              <a:ext uri="{FF2B5EF4-FFF2-40B4-BE49-F238E27FC236}">
                <a16:creationId xmlns:a16="http://schemas.microsoft.com/office/drawing/2014/main" id="{13C026CB-732E-4AA8-0688-2B2ECA91377C}"/>
              </a:ext>
            </a:extLst>
          </p:cNvPr>
          <p:cNvSpPr/>
          <p:nvPr/>
        </p:nvSpPr>
        <p:spPr>
          <a:xfrm>
            <a:off x="6243031" y="361714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2" name="!!dot_7">
            <a:extLst>
              <a:ext uri="{FF2B5EF4-FFF2-40B4-BE49-F238E27FC236}">
                <a16:creationId xmlns:a16="http://schemas.microsoft.com/office/drawing/2014/main" id="{EC031B08-054B-FA21-72EE-2C16FB1A2428}"/>
              </a:ext>
            </a:extLst>
          </p:cNvPr>
          <p:cNvSpPr/>
          <p:nvPr/>
        </p:nvSpPr>
        <p:spPr>
          <a:xfrm>
            <a:off x="7141578" y="3144457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!!dot_8">
            <a:extLst>
              <a:ext uri="{FF2B5EF4-FFF2-40B4-BE49-F238E27FC236}">
                <a16:creationId xmlns:a16="http://schemas.microsoft.com/office/drawing/2014/main" id="{8B152473-1F89-393A-2FA6-4AC9C1499859}"/>
              </a:ext>
            </a:extLst>
          </p:cNvPr>
          <p:cNvSpPr/>
          <p:nvPr/>
        </p:nvSpPr>
        <p:spPr>
          <a:xfrm>
            <a:off x="6740503" y="2999498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4" name="!!dot_9">
            <a:extLst>
              <a:ext uri="{FF2B5EF4-FFF2-40B4-BE49-F238E27FC236}">
                <a16:creationId xmlns:a16="http://schemas.microsoft.com/office/drawing/2014/main" id="{3B6ADD61-6841-5CE4-7B92-6CFAC1BF7200}"/>
              </a:ext>
            </a:extLst>
          </p:cNvPr>
          <p:cNvSpPr/>
          <p:nvPr/>
        </p:nvSpPr>
        <p:spPr>
          <a:xfrm>
            <a:off x="6643831" y="365017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5" name="!!dot_10">
            <a:extLst>
              <a:ext uri="{FF2B5EF4-FFF2-40B4-BE49-F238E27FC236}">
                <a16:creationId xmlns:a16="http://schemas.microsoft.com/office/drawing/2014/main" id="{C1AD9757-92EC-A745-E690-92CB68AD6707}"/>
              </a:ext>
            </a:extLst>
          </p:cNvPr>
          <p:cNvSpPr/>
          <p:nvPr/>
        </p:nvSpPr>
        <p:spPr>
          <a:xfrm>
            <a:off x="6902293" y="3042024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6" name="!!dot_11">
            <a:extLst>
              <a:ext uri="{FF2B5EF4-FFF2-40B4-BE49-F238E27FC236}">
                <a16:creationId xmlns:a16="http://schemas.microsoft.com/office/drawing/2014/main" id="{B32B55A7-5ED6-1191-D789-7ECFDE078835}"/>
              </a:ext>
            </a:extLst>
          </p:cNvPr>
          <p:cNvSpPr/>
          <p:nvPr/>
        </p:nvSpPr>
        <p:spPr>
          <a:xfrm>
            <a:off x="5958009" y="3538279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7" name="!!dot_12">
            <a:extLst>
              <a:ext uri="{FF2B5EF4-FFF2-40B4-BE49-F238E27FC236}">
                <a16:creationId xmlns:a16="http://schemas.microsoft.com/office/drawing/2014/main" id="{70CC2C18-EC92-155D-9BBC-59841E85D4D0}"/>
              </a:ext>
            </a:extLst>
          </p:cNvPr>
          <p:cNvSpPr/>
          <p:nvPr/>
        </p:nvSpPr>
        <p:spPr>
          <a:xfrm>
            <a:off x="6307337" y="385093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8" name="!!dot_13">
            <a:extLst>
              <a:ext uri="{FF2B5EF4-FFF2-40B4-BE49-F238E27FC236}">
                <a16:creationId xmlns:a16="http://schemas.microsoft.com/office/drawing/2014/main" id="{789FDE85-E7DE-9D50-1F4B-567D65006F7C}"/>
              </a:ext>
            </a:extLst>
          </p:cNvPr>
          <p:cNvSpPr/>
          <p:nvPr/>
        </p:nvSpPr>
        <p:spPr>
          <a:xfrm>
            <a:off x="6914475" y="3156351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9" name="!!dot_14">
            <a:extLst>
              <a:ext uri="{FF2B5EF4-FFF2-40B4-BE49-F238E27FC236}">
                <a16:creationId xmlns:a16="http://schemas.microsoft.com/office/drawing/2014/main" id="{54F7B04B-5C3E-A3C3-5A41-84708EB21FC5}"/>
              </a:ext>
            </a:extLst>
          </p:cNvPr>
          <p:cNvSpPr/>
          <p:nvPr/>
        </p:nvSpPr>
        <p:spPr>
          <a:xfrm>
            <a:off x="5971555" y="3453887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0" name="!!dot_15">
            <a:extLst>
              <a:ext uri="{FF2B5EF4-FFF2-40B4-BE49-F238E27FC236}">
                <a16:creationId xmlns:a16="http://schemas.microsoft.com/office/drawing/2014/main" id="{CF7B5F94-C188-4525-A2E9-1DE808FEEE11}"/>
              </a:ext>
            </a:extLst>
          </p:cNvPr>
          <p:cNvSpPr/>
          <p:nvPr/>
        </p:nvSpPr>
        <p:spPr>
          <a:xfrm>
            <a:off x="6706903" y="3124839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1" name="!!dot_16">
            <a:extLst>
              <a:ext uri="{FF2B5EF4-FFF2-40B4-BE49-F238E27FC236}">
                <a16:creationId xmlns:a16="http://schemas.microsoft.com/office/drawing/2014/main" id="{272E8E39-81FD-20C2-5414-44C5CFEF7F75}"/>
              </a:ext>
            </a:extLst>
          </p:cNvPr>
          <p:cNvSpPr/>
          <p:nvPr/>
        </p:nvSpPr>
        <p:spPr>
          <a:xfrm>
            <a:off x="6721082" y="3836265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2" name="!!dot_17">
            <a:extLst>
              <a:ext uri="{FF2B5EF4-FFF2-40B4-BE49-F238E27FC236}">
                <a16:creationId xmlns:a16="http://schemas.microsoft.com/office/drawing/2014/main" id="{CBBAB635-7265-BA45-EFAB-98F05445C7FE}"/>
              </a:ext>
            </a:extLst>
          </p:cNvPr>
          <p:cNvSpPr/>
          <p:nvPr/>
        </p:nvSpPr>
        <p:spPr>
          <a:xfrm>
            <a:off x="6689674" y="3240584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3" name="!!dot_18">
            <a:extLst>
              <a:ext uri="{FF2B5EF4-FFF2-40B4-BE49-F238E27FC236}">
                <a16:creationId xmlns:a16="http://schemas.microsoft.com/office/drawing/2014/main" id="{63234ED9-3146-414E-568A-2209F23795AF}"/>
              </a:ext>
            </a:extLst>
          </p:cNvPr>
          <p:cNvSpPr/>
          <p:nvPr/>
        </p:nvSpPr>
        <p:spPr>
          <a:xfrm>
            <a:off x="6790616" y="3271864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4" name="!!dot_19">
            <a:extLst>
              <a:ext uri="{FF2B5EF4-FFF2-40B4-BE49-F238E27FC236}">
                <a16:creationId xmlns:a16="http://schemas.microsoft.com/office/drawing/2014/main" id="{AD0B052E-DA07-6B09-8819-65FB89779519}"/>
              </a:ext>
            </a:extLst>
          </p:cNvPr>
          <p:cNvSpPr/>
          <p:nvPr/>
        </p:nvSpPr>
        <p:spPr>
          <a:xfrm>
            <a:off x="6657334" y="3462844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5" name="!!dot_20">
            <a:extLst>
              <a:ext uri="{FF2B5EF4-FFF2-40B4-BE49-F238E27FC236}">
                <a16:creationId xmlns:a16="http://schemas.microsoft.com/office/drawing/2014/main" id="{62B05F94-12E2-83C0-E0F5-EB219725C279}"/>
              </a:ext>
            </a:extLst>
          </p:cNvPr>
          <p:cNvSpPr/>
          <p:nvPr/>
        </p:nvSpPr>
        <p:spPr>
          <a:xfrm>
            <a:off x="6142411" y="351022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6" name="!!dot_21">
            <a:extLst>
              <a:ext uri="{FF2B5EF4-FFF2-40B4-BE49-F238E27FC236}">
                <a16:creationId xmlns:a16="http://schemas.microsoft.com/office/drawing/2014/main" id="{211DF17D-F1B4-F644-AD05-4513C67D7915}"/>
              </a:ext>
            </a:extLst>
          </p:cNvPr>
          <p:cNvSpPr/>
          <p:nvPr/>
        </p:nvSpPr>
        <p:spPr>
          <a:xfrm>
            <a:off x="6600982" y="3585121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7" name="!!dot_22">
            <a:extLst>
              <a:ext uri="{FF2B5EF4-FFF2-40B4-BE49-F238E27FC236}">
                <a16:creationId xmlns:a16="http://schemas.microsoft.com/office/drawing/2014/main" id="{4B9F9F49-03B8-094F-D4BE-E0D1AE0715EB}"/>
              </a:ext>
            </a:extLst>
          </p:cNvPr>
          <p:cNvSpPr/>
          <p:nvPr/>
        </p:nvSpPr>
        <p:spPr>
          <a:xfrm>
            <a:off x="6152316" y="3677149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8" name="!!dot_23">
            <a:extLst>
              <a:ext uri="{FF2B5EF4-FFF2-40B4-BE49-F238E27FC236}">
                <a16:creationId xmlns:a16="http://schemas.microsoft.com/office/drawing/2014/main" id="{1D5152F0-FE6C-55BE-563A-6085C71AC26B}"/>
              </a:ext>
            </a:extLst>
          </p:cNvPr>
          <p:cNvSpPr/>
          <p:nvPr/>
        </p:nvSpPr>
        <p:spPr>
          <a:xfrm>
            <a:off x="7538453" y="2555166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9" name="!!dot_24">
            <a:extLst>
              <a:ext uri="{FF2B5EF4-FFF2-40B4-BE49-F238E27FC236}">
                <a16:creationId xmlns:a16="http://schemas.microsoft.com/office/drawing/2014/main" id="{AEB10946-2E6B-38B4-8825-60726222B0DA}"/>
              </a:ext>
            </a:extLst>
          </p:cNvPr>
          <p:cNvSpPr/>
          <p:nvPr/>
        </p:nvSpPr>
        <p:spPr>
          <a:xfrm>
            <a:off x="6776709" y="3443727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0" name="!!dot_25">
            <a:extLst>
              <a:ext uri="{FF2B5EF4-FFF2-40B4-BE49-F238E27FC236}">
                <a16:creationId xmlns:a16="http://schemas.microsoft.com/office/drawing/2014/main" id="{083A996D-DA56-8E6D-FA11-FAF902003605}"/>
              </a:ext>
            </a:extLst>
          </p:cNvPr>
          <p:cNvSpPr/>
          <p:nvPr/>
        </p:nvSpPr>
        <p:spPr>
          <a:xfrm>
            <a:off x="6724803" y="2801665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1" name="!!dot_26">
            <a:extLst>
              <a:ext uri="{FF2B5EF4-FFF2-40B4-BE49-F238E27FC236}">
                <a16:creationId xmlns:a16="http://schemas.microsoft.com/office/drawing/2014/main" id="{4242DCCD-5CC2-448A-F0AE-0883618E756B}"/>
              </a:ext>
            </a:extLst>
          </p:cNvPr>
          <p:cNvSpPr/>
          <p:nvPr/>
        </p:nvSpPr>
        <p:spPr>
          <a:xfrm>
            <a:off x="6539959" y="3269637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2" name="!!dot_27">
            <a:extLst>
              <a:ext uri="{FF2B5EF4-FFF2-40B4-BE49-F238E27FC236}">
                <a16:creationId xmlns:a16="http://schemas.microsoft.com/office/drawing/2014/main" id="{4002E782-7D99-7273-BFB3-FD052B7F6E79}"/>
              </a:ext>
            </a:extLst>
          </p:cNvPr>
          <p:cNvSpPr/>
          <p:nvPr/>
        </p:nvSpPr>
        <p:spPr>
          <a:xfrm>
            <a:off x="7155828" y="3212436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3" name="!!dot_28">
            <a:extLst>
              <a:ext uri="{FF2B5EF4-FFF2-40B4-BE49-F238E27FC236}">
                <a16:creationId xmlns:a16="http://schemas.microsoft.com/office/drawing/2014/main" id="{E15A4EF3-1A65-C969-227A-FC9B3289B616}"/>
              </a:ext>
            </a:extLst>
          </p:cNvPr>
          <p:cNvSpPr/>
          <p:nvPr/>
        </p:nvSpPr>
        <p:spPr>
          <a:xfrm>
            <a:off x="5864417" y="3748341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4" name="!!dot_29">
            <a:extLst>
              <a:ext uri="{FF2B5EF4-FFF2-40B4-BE49-F238E27FC236}">
                <a16:creationId xmlns:a16="http://schemas.microsoft.com/office/drawing/2014/main" id="{50717FB1-7A02-EFBD-90E5-4AB2980A3D67}"/>
              </a:ext>
            </a:extLst>
          </p:cNvPr>
          <p:cNvSpPr/>
          <p:nvPr/>
        </p:nvSpPr>
        <p:spPr>
          <a:xfrm>
            <a:off x="6406465" y="3250204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5" name="!!dot_30">
            <a:extLst>
              <a:ext uri="{FF2B5EF4-FFF2-40B4-BE49-F238E27FC236}">
                <a16:creationId xmlns:a16="http://schemas.microsoft.com/office/drawing/2014/main" id="{A3F08E0A-407F-58CB-BC0D-8E684C1C6F91}"/>
              </a:ext>
            </a:extLst>
          </p:cNvPr>
          <p:cNvSpPr/>
          <p:nvPr/>
        </p:nvSpPr>
        <p:spPr>
          <a:xfrm>
            <a:off x="6393057" y="3606009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6" name="!!dot_31">
            <a:extLst>
              <a:ext uri="{FF2B5EF4-FFF2-40B4-BE49-F238E27FC236}">
                <a16:creationId xmlns:a16="http://schemas.microsoft.com/office/drawing/2014/main" id="{CC3B84B2-41F4-D522-7B4A-F5992C0E522E}"/>
              </a:ext>
            </a:extLst>
          </p:cNvPr>
          <p:cNvSpPr/>
          <p:nvPr/>
        </p:nvSpPr>
        <p:spPr>
          <a:xfrm>
            <a:off x="5878194" y="3815581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7" name="!!dot_32">
            <a:extLst>
              <a:ext uri="{FF2B5EF4-FFF2-40B4-BE49-F238E27FC236}">
                <a16:creationId xmlns:a16="http://schemas.microsoft.com/office/drawing/2014/main" id="{6492F64E-53AC-80D7-7D65-F1450823822F}"/>
              </a:ext>
            </a:extLst>
          </p:cNvPr>
          <p:cNvSpPr/>
          <p:nvPr/>
        </p:nvSpPr>
        <p:spPr>
          <a:xfrm>
            <a:off x="5792045" y="4342358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8" name="!!dot_33">
            <a:extLst>
              <a:ext uri="{FF2B5EF4-FFF2-40B4-BE49-F238E27FC236}">
                <a16:creationId xmlns:a16="http://schemas.microsoft.com/office/drawing/2014/main" id="{9FE9F129-D155-0D73-483C-66D7DBD2724A}"/>
              </a:ext>
            </a:extLst>
          </p:cNvPr>
          <p:cNvSpPr/>
          <p:nvPr/>
        </p:nvSpPr>
        <p:spPr>
          <a:xfrm>
            <a:off x="6421530" y="385869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9" name="!!dot_34">
            <a:extLst>
              <a:ext uri="{FF2B5EF4-FFF2-40B4-BE49-F238E27FC236}">
                <a16:creationId xmlns:a16="http://schemas.microsoft.com/office/drawing/2014/main" id="{E3125247-9FDB-E112-B668-DC00039A44D9}"/>
              </a:ext>
            </a:extLst>
          </p:cNvPr>
          <p:cNvSpPr/>
          <p:nvPr/>
        </p:nvSpPr>
        <p:spPr>
          <a:xfrm>
            <a:off x="7116938" y="2414751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0" name="!!dot_35">
            <a:extLst>
              <a:ext uri="{FF2B5EF4-FFF2-40B4-BE49-F238E27FC236}">
                <a16:creationId xmlns:a16="http://schemas.microsoft.com/office/drawing/2014/main" id="{47960C52-7DAF-0EC3-C432-3659118E33AC}"/>
              </a:ext>
            </a:extLst>
          </p:cNvPr>
          <p:cNvSpPr/>
          <p:nvPr/>
        </p:nvSpPr>
        <p:spPr>
          <a:xfrm>
            <a:off x="6979445" y="3001862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1" name="!!dot_36">
            <a:extLst>
              <a:ext uri="{FF2B5EF4-FFF2-40B4-BE49-F238E27FC236}">
                <a16:creationId xmlns:a16="http://schemas.microsoft.com/office/drawing/2014/main" id="{09FF2580-9E19-35CC-1669-2885B6409EA2}"/>
              </a:ext>
            </a:extLst>
          </p:cNvPr>
          <p:cNvSpPr/>
          <p:nvPr/>
        </p:nvSpPr>
        <p:spPr>
          <a:xfrm>
            <a:off x="5854522" y="398842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2" name="!!dot_37">
            <a:extLst>
              <a:ext uri="{FF2B5EF4-FFF2-40B4-BE49-F238E27FC236}">
                <a16:creationId xmlns:a16="http://schemas.microsoft.com/office/drawing/2014/main" id="{9F12E303-EBFE-1D3D-FF59-0107A8827400}"/>
              </a:ext>
            </a:extLst>
          </p:cNvPr>
          <p:cNvSpPr/>
          <p:nvPr/>
        </p:nvSpPr>
        <p:spPr>
          <a:xfrm>
            <a:off x="6092137" y="380861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3" name="!!dot_38">
            <a:extLst>
              <a:ext uri="{FF2B5EF4-FFF2-40B4-BE49-F238E27FC236}">
                <a16:creationId xmlns:a16="http://schemas.microsoft.com/office/drawing/2014/main" id="{722BF0C2-52CC-42BC-D7CB-49593E8246D6}"/>
              </a:ext>
            </a:extLst>
          </p:cNvPr>
          <p:cNvSpPr/>
          <p:nvPr/>
        </p:nvSpPr>
        <p:spPr>
          <a:xfrm>
            <a:off x="6182469" y="3851322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4" name="!!dot_39">
            <a:extLst>
              <a:ext uri="{FF2B5EF4-FFF2-40B4-BE49-F238E27FC236}">
                <a16:creationId xmlns:a16="http://schemas.microsoft.com/office/drawing/2014/main" id="{194F0D22-AACC-C874-2D4E-7356E8143620}"/>
              </a:ext>
            </a:extLst>
          </p:cNvPr>
          <p:cNvSpPr/>
          <p:nvPr/>
        </p:nvSpPr>
        <p:spPr>
          <a:xfrm>
            <a:off x="6319591" y="3525841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5" name="!!dot_40">
            <a:extLst>
              <a:ext uri="{FF2B5EF4-FFF2-40B4-BE49-F238E27FC236}">
                <a16:creationId xmlns:a16="http://schemas.microsoft.com/office/drawing/2014/main" id="{BC9CB979-FD3E-0A01-8B2C-18E21A406A52}"/>
              </a:ext>
            </a:extLst>
          </p:cNvPr>
          <p:cNvSpPr/>
          <p:nvPr/>
        </p:nvSpPr>
        <p:spPr>
          <a:xfrm>
            <a:off x="6412803" y="3422613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6" name="!!dot_41">
            <a:extLst>
              <a:ext uri="{FF2B5EF4-FFF2-40B4-BE49-F238E27FC236}">
                <a16:creationId xmlns:a16="http://schemas.microsoft.com/office/drawing/2014/main" id="{9A206D34-E53A-8C0B-B888-647C8856C8EB}"/>
              </a:ext>
            </a:extLst>
          </p:cNvPr>
          <p:cNvSpPr/>
          <p:nvPr/>
        </p:nvSpPr>
        <p:spPr>
          <a:xfrm>
            <a:off x="6186066" y="3327979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7" name="!!dot_42">
            <a:extLst>
              <a:ext uri="{FF2B5EF4-FFF2-40B4-BE49-F238E27FC236}">
                <a16:creationId xmlns:a16="http://schemas.microsoft.com/office/drawing/2014/main" id="{5DEB977B-C47A-D3B0-2127-D459103D59BE}"/>
              </a:ext>
            </a:extLst>
          </p:cNvPr>
          <p:cNvSpPr/>
          <p:nvPr/>
        </p:nvSpPr>
        <p:spPr>
          <a:xfrm>
            <a:off x="6029654" y="3643913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8" name="!!dot_43">
            <a:extLst>
              <a:ext uri="{FF2B5EF4-FFF2-40B4-BE49-F238E27FC236}">
                <a16:creationId xmlns:a16="http://schemas.microsoft.com/office/drawing/2014/main" id="{3FB03741-0225-AD31-F76E-B1A21DEF1BAE}"/>
              </a:ext>
            </a:extLst>
          </p:cNvPr>
          <p:cNvSpPr/>
          <p:nvPr/>
        </p:nvSpPr>
        <p:spPr>
          <a:xfrm>
            <a:off x="6914093" y="338909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9" name="!!dot_44">
            <a:extLst>
              <a:ext uri="{FF2B5EF4-FFF2-40B4-BE49-F238E27FC236}">
                <a16:creationId xmlns:a16="http://schemas.microsoft.com/office/drawing/2014/main" id="{393634AA-14E7-9816-58B5-EF484DBBA501}"/>
              </a:ext>
            </a:extLst>
          </p:cNvPr>
          <p:cNvSpPr/>
          <p:nvPr/>
        </p:nvSpPr>
        <p:spPr>
          <a:xfrm>
            <a:off x="5896445" y="3585241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0" name="!!dot_45">
            <a:extLst>
              <a:ext uri="{FF2B5EF4-FFF2-40B4-BE49-F238E27FC236}">
                <a16:creationId xmlns:a16="http://schemas.microsoft.com/office/drawing/2014/main" id="{E180F91B-700F-2CA5-B850-E0AD693E8518}"/>
              </a:ext>
            </a:extLst>
          </p:cNvPr>
          <p:cNvSpPr/>
          <p:nvPr/>
        </p:nvSpPr>
        <p:spPr>
          <a:xfrm>
            <a:off x="6812140" y="3352175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1" name="!!dot_46">
            <a:extLst>
              <a:ext uri="{FF2B5EF4-FFF2-40B4-BE49-F238E27FC236}">
                <a16:creationId xmlns:a16="http://schemas.microsoft.com/office/drawing/2014/main" id="{9B25209C-6EBD-FA6C-4966-BDE5B3135341}"/>
              </a:ext>
            </a:extLst>
          </p:cNvPr>
          <p:cNvSpPr/>
          <p:nvPr/>
        </p:nvSpPr>
        <p:spPr>
          <a:xfrm>
            <a:off x="6271077" y="3719986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2" name="!!dot_47">
            <a:extLst>
              <a:ext uri="{FF2B5EF4-FFF2-40B4-BE49-F238E27FC236}">
                <a16:creationId xmlns:a16="http://schemas.microsoft.com/office/drawing/2014/main" id="{E7AEAB9D-613E-6A50-EF7C-6B07613BFDC3}"/>
              </a:ext>
            </a:extLst>
          </p:cNvPr>
          <p:cNvSpPr/>
          <p:nvPr/>
        </p:nvSpPr>
        <p:spPr>
          <a:xfrm>
            <a:off x="6600836" y="3542301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3" name="!!dot_48">
            <a:extLst>
              <a:ext uri="{FF2B5EF4-FFF2-40B4-BE49-F238E27FC236}">
                <a16:creationId xmlns:a16="http://schemas.microsoft.com/office/drawing/2014/main" id="{BE2455A6-A966-6D91-8593-0E6F306DA2F8}"/>
              </a:ext>
            </a:extLst>
          </p:cNvPr>
          <p:cNvSpPr/>
          <p:nvPr/>
        </p:nvSpPr>
        <p:spPr>
          <a:xfrm>
            <a:off x="6650810" y="342472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4" name="!!dot_49">
            <a:extLst>
              <a:ext uri="{FF2B5EF4-FFF2-40B4-BE49-F238E27FC236}">
                <a16:creationId xmlns:a16="http://schemas.microsoft.com/office/drawing/2014/main" id="{C12A9CA4-A3E5-FAD6-22D6-B00200EF55D2}"/>
              </a:ext>
            </a:extLst>
          </p:cNvPr>
          <p:cNvSpPr/>
          <p:nvPr/>
        </p:nvSpPr>
        <p:spPr>
          <a:xfrm>
            <a:off x="6096265" y="3538868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5" name="!!dot_50">
            <a:extLst>
              <a:ext uri="{FF2B5EF4-FFF2-40B4-BE49-F238E27FC236}">
                <a16:creationId xmlns:a16="http://schemas.microsoft.com/office/drawing/2014/main" id="{6E4FD3AB-EFD2-7FD2-E2B8-4886C64934B6}"/>
              </a:ext>
            </a:extLst>
          </p:cNvPr>
          <p:cNvSpPr/>
          <p:nvPr/>
        </p:nvSpPr>
        <p:spPr>
          <a:xfrm>
            <a:off x="6390451" y="3644668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6" name="!!dot_51">
            <a:extLst>
              <a:ext uri="{FF2B5EF4-FFF2-40B4-BE49-F238E27FC236}">
                <a16:creationId xmlns:a16="http://schemas.microsoft.com/office/drawing/2014/main" id="{063E729F-E61F-B6BE-E475-B8C1BA35F860}"/>
              </a:ext>
            </a:extLst>
          </p:cNvPr>
          <p:cNvSpPr/>
          <p:nvPr/>
        </p:nvSpPr>
        <p:spPr>
          <a:xfrm>
            <a:off x="6455006" y="330128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7" name="!!dot_52">
            <a:extLst>
              <a:ext uri="{FF2B5EF4-FFF2-40B4-BE49-F238E27FC236}">
                <a16:creationId xmlns:a16="http://schemas.microsoft.com/office/drawing/2014/main" id="{175974CC-66E8-E466-64E5-B2E167821EEE}"/>
              </a:ext>
            </a:extLst>
          </p:cNvPr>
          <p:cNvSpPr/>
          <p:nvPr/>
        </p:nvSpPr>
        <p:spPr>
          <a:xfrm>
            <a:off x="7053731" y="3430442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8" name="!!dot_53">
            <a:extLst>
              <a:ext uri="{FF2B5EF4-FFF2-40B4-BE49-F238E27FC236}">
                <a16:creationId xmlns:a16="http://schemas.microsoft.com/office/drawing/2014/main" id="{6E2C2189-5444-0679-EEA7-273F851023CA}"/>
              </a:ext>
            </a:extLst>
          </p:cNvPr>
          <p:cNvSpPr/>
          <p:nvPr/>
        </p:nvSpPr>
        <p:spPr>
          <a:xfrm>
            <a:off x="6309615" y="3737167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9" name="!!dot_54">
            <a:extLst>
              <a:ext uri="{FF2B5EF4-FFF2-40B4-BE49-F238E27FC236}">
                <a16:creationId xmlns:a16="http://schemas.microsoft.com/office/drawing/2014/main" id="{BE76B7B2-7CEB-4092-53DF-F47722E88E80}"/>
              </a:ext>
            </a:extLst>
          </p:cNvPr>
          <p:cNvSpPr/>
          <p:nvPr/>
        </p:nvSpPr>
        <p:spPr>
          <a:xfrm>
            <a:off x="6210943" y="3705879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0" name="!!dot_55">
            <a:extLst>
              <a:ext uri="{FF2B5EF4-FFF2-40B4-BE49-F238E27FC236}">
                <a16:creationId xmlns:a16="http://schemas.microsoft.com/office/drawing/2014/main" id="{E2A2A158-04E2-D009-C819-457C18E9BB70}"/>
              </a:ext>
            </a:extLst>
          </p:cNvPr>
          <p:cNvSpPr/>
          <p:nvPr/>
        </p:nvSpPr>
        <p:spPr>
          <a:xfrm>
            <a:off x="6202010" y="3770024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1" name="!!dot_56">
            <a:extLst>
              <a:ext uri="{FF2B5EF4-FFF2-40B4-BE49-F238E27FC236}">
                <a16:creationId xmlns:a16="http://schemas.microsoft.com/office/drawing/2014/main" id="{73304242-1767-70D4-205B-E727514D84F3}"/>
              </a:ext>
            </a:extLst>
          </p:cNvPr>
          <p:cNvSpPr/>
          <p:nvPr/>
        </p:nvSpPr>
        <p:spPr>
          <a:xfrm>
            <a:off x="5999038" y="3599071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2" name="!!dot_57">
            <a:extLst>
              <a:ext uri="{FF2B5EF4-FFF2-40B4-BE49-F238E27FC236}">
                <a16:creationId xmlns:a16="http://schemas.microsoft.com/office/drawing/2014/main" id="{8E0CCE48-6996-1AC7-7734-4B696970105B}"/>
              </a:ext>
            </a:extLst>
          </p:cNvPr>
          <p:cNvSpPr/>
          <p:nvPr/>
        </p:nvSpPr>
        <p:spPr>
          <a:xfrm>
            <a:off x="6489506" y="3582829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3" name="!!dot_58">
            <a:extLst>
              <a:ext uri="{FF2B5EF4-FFF2-40B4-BE49-F238E27FC236}">
                <a16:creationId xmlns:a16="http://schemas.microsoft.com/office/drawing/2014/main" id="{605362E3-7905-95D8-BB6D-C3DED3D9987A}"/>
              </a:ext>
            </a:extLst>
          </p:cNvPr>
          <p:cNvSpPr/>
          <p:nvPr/>
        </p:nvSpPr>
        <p:spPr>
          <a:xfrm>
            <a:off x="6096754" y="3680416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4" name="!!dot_59">
            <a:extLst>
              <a:ext uri="{FF2B5EF4-FFF2-40B4-BE49-F238E27FC236}">
                <a16:creationId xmlns:a16="http://schemas.microsoft.com/office/drawing/2014/main" id="{A6E535FF-E276-AEAE-CD0B-7C516256A9A2}"/>
              </a:ext>
            </a:extLst>
          </p:cNvPr>
          <p:cNvSpPr/>
          <p:nvPr/>
        </p:nvSpPr>
        <p:spPr>
          <a:xfrm>
            <a:off x="6771945" y="3671085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5" name="!!dot_60">
            <a:extLst>
              <a:ext uri="{FF2B5EF4-FFF2-40B4-BE49-F238E27FC236}">
                <a16:creationId xmlns:a16="http://schemas.microsoft.com/office/drawing/2014/main" id="{32081222-9B4A-E104-ED3E-366F12D50B9C}"/>
              </a:ext>
            </a:extLst>
          </p:cNvPr>
          <p:cNvSpPr/>
          <p:nvPr/>
        </p:nvSpPr>
        <p:spPr>
          <a:xfrm>
            <a:off x="6359357" y="3643572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6" name="!!dot_61">
            <a:extLst>
              <a:ext uri="{FF2B5EF4-FFF2-40B4-BE49-F238E27FC236}">
                <a16:creationId xmlns:a16="http://schemas.microsoft.com/office/drawing/2014/main" id="{5956D55A-9D0D-F56A-DCCD-41BE0B13479E}"/>
              </a:ext>
            </a:extLst>
          </p:cNvPr>
          <p:cNvSpPr/>
          <p:nvPr/>
        </p:nvSpPr>
        <p:spPr>
          <a:xfrm>
            <a:off x="6581790" y="3203047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7" name="!!dot_62">
            <a:extLst>
              <a:ext uri="{FF2B5EF4-FFF2-40B4-BE49-F238E27FC236}">
                <a16:creationId xmlns:a16="http://schemas.microsoft.com/office/drawing/2014/main" id="{23A8A8BA-61F8-E836-30AF-F49FC83158D5}"/>
              </a:ext>
            </a:extLst>
          </p:cNvPr>
          <p:cNvSpPr/>
          <p:nvPr/>
        </p:nvSpPr>
        <p:spPr>
          <a:xfrm>
            <a:off x="6435727" y="2961439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8" name="!!dot_63">
            <a:extLst>
              <a:ext uri="{FF2B5EF4-FFF2-40B4-BE49-F238E27FC236}">
                <a16:creationId xmlns:a16="http://schemas.microsoft.com/office/drawing/2014/main" id="{FCB82D54-D7C6-7F74-ED4A-C026586585E7}"/>
              </a:ext>
            </a:extLst>
          </p:cNvPr>
          <p:cNvSpPr/>
          <p:nvPr/>
        </p:nvSpPr>
        <p:spPr>
          <a:xfrm>
            <a:off x="6403141" y="353459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9" name="!!dot_64">
            <a:extLst>
              <a:ext uri="{FF2B5EF4-FFF2-40B4-BE49-F238E27FC236}">
                <a16:creationId xmlns:a16="http://schemas.microsoft.com/office/drawing/2014/main" id="{4550CE6B-6B3C-617C-6DF4-9D96D696A8B9}"/>
              </a:ext>
            </a:extLst>
          </p:cNvPr>
          <p:cNvSpPr/>
          <p:nvPr/>
        </p:nvSpPr>
        <p:spPr>
          <a:xfrm>
            <a:off x="6376677" y="4175059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0" name="!!dot_65">
            <a:extLst>
              <a:ext uri="{FF2B5EF4-FFF2-40B4-BE49-F238E27FC236}">
                <a16:creationId xmlns:a16="http://schemas.microsoft.com/office/drawing/2014/main" id="{9D8FA482-0117-6ECF-5222-53F9C6236BA7}"/>
              </a:ext>
            </a:extLst>
          </p:cNvPr>
          <p:cNvSpPr/>
          <p:nvPr/>
        </p:nvSpPr>
        <p:spPr>
          <a:xfrm>
            <a:off x="6489417" y="3906097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1" name="!!dot_66">
            <a:extLst>
              <a:ext uri="{FF2B5EF4-FFF2-40B4-BE49-F238E27FC236}">
                <a16:creationId xmlns:a16="http://schemas.microsoft.com/office/drawing/2014/main" id="{EF32EDEA-E412-2B8D-D6DE-18BEC92FB7BC}"/>
              </a:ext>
            </a:extLst>
          </p:cNvPr>
          <p:cNvSpPr/>
          <p:nvPr/>
        </p:nvSpPr>
        <p:spPr>
          <a:xfrm>
            <a:off x="6332843" y="4027208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2" name="!!dot_67">
            <a:extLst>
              <a:ext uri="{FF2B5EF4-FFF2-40B4-BE49-F238E27FC236}">
                <a16:creationId xmlns:a16="http://schemas.microsoft.com/office/drawing/2014/main" id="{38B7DF91-B17A-43C9-AD32-A7BFF91E9E21}"/>
              </a:ext>
            </a:extLst>
          </p:cNvPr>
          <p:cNvSpPr/>
          <p:nvPr/>
        </p:nvSpPr>
        <p:spPr>
          <a:xfrm>
            <a:off x="5648612" y="4467723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3" name="!!dot_68">
            <a:extLst>
              <a:ext uri="{FF2B5EF4-FFF2-40B4-BE49-F238E27FC236}">
                <a16:creationId xmlns:a16="http://schemas.microsoft.com/office/drawing/2014/main" id="{822996E9-D4ED-A780-A95E-13F1A5EDD904}"/>
              </a:ext>
            </a:extLst>
          </p:cNvPr>
          <p:cNvSpPr/>
          <p:nvPr/>
        </p:nvSpPr>
        <p:spPr>
          <a:xfrm>
            <a:off x="6521343" y="3574586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4" name="!!dot_69">
            <a:extLst>
              <a:ext uri="{FF2B5EF4-FFF2-40B4-BE49-F238E27FC236}">
                <a16:creationId xmlns:a16="http://schemas.microsoft.com/office/drawing/2014/main" id="{FCB6EA00-A095-8A00-78FC-B6BDECBB91D2}"/>
              </a:ext>
            </a:extLst>
          </p:cNvPr>
          <p:cNvSpPr/>
          <p:nvPr/>
        </p:nvSpPr>
        <p:spPr>
          <a:xfrm>
            <a:off x="6641436" y="3428980"/>
            <a:ext cx="43455" cy="41569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5" name="!!origin_marker">
            <a:extLst>
              <a:ext uri="{FF2B5EF4-FFF2-40B4-BE49-F238E27FC236}">
                <a16:creationId xmlns:a16="http://schemas.microsoft.com/office/drawing/2014/main" id="{91EE32D5-80DE-31A7-7C42-A70F6C3707D9}"/>
              </a:ext>
            </a:extLst>
          </p:cNvPr>
          <p:cNvSpPr/>
          <p:nvPr/>
        </p:nvSpPr>
        <p:spPr>
          <a:xfrm>
            <a:off x="6423715" y="3468231"/>
            <a:ext cx="102711" cy="98254"/>
          </a:xfrm>
          <a:prstGeom prst="ellipse">
            <a:avLst/>
          </a:prstGeom>
          <a:ln w="2032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Text 82">
            <a:extLst>
              <a:ext uri="{FF2B5EF4-FFF2-40B4-BE49-F238E27FC236}">
                <a16:creationId xmlns:a16="http://schemas.microsoft.com/office/drawing/2014/main" id="{7ECE81AB-2466-FC32-E656-6D88683B39D6}"/>
              </a:ext>
            </a:extLst>
          </p:cNvPr>
          <p:cNvSpPr/>
          <p:nvPr/>
        </p:nvSpPr>
        <p:spPr>
          <a:xfrm>
            <a:off x="7725214" y="3474327"/>
            <a:ext cx="1202165" cy="1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1 (std)</a:t>
            </a:r>
            <a:endParaRPr lang="en-US" sz="1100" dirty="0"/>
          </a:p>
        </p:txBody>
      </p:sp>
      <p:sp>
        <p:nvSpPr>
          <p:cNvPr id="407" name="Text 83">
            <a:extLst>
              <a:ext uri="{FF2B5EF4-FFF2-40B4-BE49-F238E27FC236}">
                <a16:creationId xmlns:a16="http://schemas.microsoft.com/office/drawing/2014/main" id="{343945EE-C67A-14C5-2092-7955F2918C11}"/>
              </a:ext>
            </a:extLst>
          </p:cNvPr>
          <p:cNvSpPr/>
          <p:nvPr/>
        </p:nvSpPr>
        <p:spPr>
          <a:xfrm>
            <a:off x="5931398" y="2162174"/>
            <a:ext cx="14683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2 (std)</a:t>
            </a:r>
            <a:endParaRPr lang="en-US" sz="1100" dirty="0"/>
          </a:p>
        </p:txBody>
      </p:sp>
      <p:sp>
        <p:nvSpPr>
          <p:cNvPr id="409" name="Shape 0">
            <a:extLst>
              <a:ext uri="{FF2B5EF4-FFF2-40B4-BE49-F238E27FC236}">
                <a16:creationId xmlns:a16="http://schemas.microsoft.com/office/drawing/2014/main" id="{925EFADA-D9C9-FB3E-A6F6-2D5000098697}"/>
              </a:ext>
            </a:extLst>
          </p:cNvPr>
          <p:cNvSpPr/>
          <p:nvPr/>
        </p:nvSpPr>
        <p:spPr>
          <a:xfrm>
            <a:off x="288370" y="3424403"/>
            <a:ext cx="3639760" cy="1082317"/>
          </a:xfrm>
          <a:prstGeom prst="roundRect">
            <a:avLst>
              <a:gd name="adj" fmla="val 10016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main.py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D5A77C3E-AEC9-2CD2-771F-875F6F8A0497}"/>
              </a:ext>
            </a:extLst>
          </p:cNvPr>
          <p:cNvSpPr txBox="1"/>
          <p:nvPr/>
        </p:nvSpPr>
        <p:spPr>
          <a:xfrm>
            <a:off x="240632" y="2359234"/>
            <a:ext cx="4904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Shift the cloud so its </a:t>
            </a:r>
            <a:r>
              <a:rPr lang="en-US" sz="1400" b="1" kern="0" spc="-3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centre</a:t>
            </a:r>
            <a:r>
              <a:rPr lang="en-US" sz="14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 of mass sits at the </a:t>
            </a:r>
            <a:r>
              <a:rPr lang="en-US" sz="1400" b="1" kern="0" spc="-30" dirty="0">
                <a:solidFill>
                  <a:schemeClr val="accent2"/>
                </a:solidFill>
                <a:latin typeface="Cambria" pitchFamily="34" charset="0"/>
              </a:rPr>
              <a:t>origin</a:t>
            </a:r>
            <a:r>
              <a:rPr lang="en-US" sz="14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. PCA draws axes through the origin, so this alignment is required.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48B12FFA-C427-135C-3725-7640A81D1CD9}"/>
              </a:ext>
            </a:extLst>
          </p:cNvPr>
          <p:cNvSpPr txBox="1"/>
          <p:nvPr/>
        </p:nvSpPr>
        <p:spPr>
          <a:xfrm>
            <a:off x="282773" y="2842057"/>
            <a:ext cx="45374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</a:rPr>
              <a:t>We subtract the column mean explicitly. After standardization the mean is already near zero, but we don't take that for granted.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623FCED9-6917-7127-D565-588261501A8E}"/>
              </a:ext>
            </a:extLst>
          </p:cNvPr>
          <p:cNvSpPr txBox="1"/>
          <p:nvPr/>
        </p:nvSpPr>
        <p:spPr>
          <a:xfrm>
            <a:off x="319983" y="3753138"/>
            <a:ext cx="44982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7C84B5"/>
                </a:solidFill>
                <a:latin typeface="Source Code Pro" panose="020B0509030403020204" pitchFamily="49" charset="0"/>
              </a:rPr>
              <a:t># shift </a:t>
            </a:r>
            <a:r>
              <a:rPr lang="en-US" sz="1200" i="1" dirty="0" err="1">
                <a:solidFill>
                  <a:srgbClr val="7C84B5"/>
                </a:solidFill>
                <a:latin typeface="Source Code Pro" panose="020B0509030403020204" pitchFamily="49" charset="0"/>
              </a:rPr>
              <a:t>centre</a:t>
            </a:r>
            <a:r>
              <a:rPr lang="en-US" sz="1200" i="1" dirty="0">
                <a:solidFill>
                  <a:srgbClr val="7C84B5"/>
                </a:solidFill>
                <a:latin typeface="Source Code Pro" panose="020B0509030403020204" pitchFamily="49" charset="0"/>
              </a:rPr>
              <a:t> of mass to origin</a:t>
            </a:r>
            <a:endParaRPr lang="en-US" sz="1200" dirty="0">
              <a:solidFill>
                <a:srgbClr val="E9E6DD"/>
              </a:solidFill>
              <a:latin typeface="Source Code Pro" panose="020B0509030403020204" pitchFamily="49" charset="0"/>
            </a:endParaRPr>
          </a:p>
          <a:p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mean = </a:t>
            </a:r>
            <a:r>
              <a:rPr lang="en-US" sz="1200" dirty="0" err="1">
                <a:solidFill>
                  <a:srgbClr val="9DD0F0"/>
                </a:solidFill>
                <a:latin typeface="Source Code Pro" panose="020B0509030403020204" pitchFamily="49" charset="0"/>
              </a:rPr>
              <a:t>np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.mean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X_scaled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, axis=</a:t>
            </a:r>
            <a:r>
              <a:rPr lang="en-US" sz="1200" dirty="0">
                <a:solidFill>
                  <a:srgbClr val="F2C57C"/>
                </a:solidFill>
                <a:latin typeface="Source Code Pro" panose="020B0509030403020204" pitchFamily="49" charset="0"/>
              </a:rPr>
              <a:t>0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)</a:t>
            </a:r>
          </a:p>
          <a:p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X_centered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=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X_scaled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- mean</a:t>
            </a:r>
          </a:p>
        </p:txBody>
      </p:sp>
      <p:sp>
        <p:nvSpPr>
          <p:cNvPr id="413" name="!!axis_h">
            <a:extLst>
              <a:ext uri="{FF2B5EF4-FFF2-40B4-BE49-F238E27FC236}">
                <a16:creationId xmlns:a16="http://schemas.microsoft.com/office/drawing/2014/main" id="{10CA111C-B754-D941-450C-FF5F807D14E0}"/>
              </a:ext>
            </a:extLst>
          </p:cNvPr>
          <p:cNvSpPr/>
          <p:nvPr/>
        </p:nvSpPr>
        <p:spPr>
          <a:xfrm flipV="1">
            <a:off x="393192" y="3724507"/>
            <a:ext cx="3375920" cy="0"/>
          </a:xfrm>
          <a:prstGeom prst="line">
            <a:avLst/>
          </a:prstGeom>
          <a:noFill/>
          <a:ln w="1143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0EE1315-D3D3-A528-A766-9FBA165CCC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322383"/>
              </p:ext>
            </p:extLst>
          </p:nvPr>
        </p:nvGraphicFramePr>
        <p:xfrm>
          <a:off x="-7071950" y="-1340605"/>
          <a:ext cx="34814656" cy="380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67761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0B642-8F58-8675-86FE-61C13BBB0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165BD22-7C38-6615-2236-3D7B5AE5CB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8319403"/>
              </p:ext>
            </p:extLst>
          </p:nvPr>
        </p:nvGraphicFramePr>
        <p:xfrm>
          <a:off x="-14849272" y="-609303"/>
          <a:ext cx="34814656" cy="380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5" name="Shape 0">
            <a:extLst>
              <a:ext uri="{FF2B5EF4-FFF2-40B4-BE49-F238E27FC236}">
                <a16:creationId xmlns:a16="http://schemas.microsoft.com/office/drawing/2014/main" id="{81C5A573-5DD1-4A7B-7497-628C15FA646C}"/>
              </a:ext>
            </a:extLst>
          </p:cNvPr>
          <p:cNvSpPr/>
          <p:nvPr/>
        </p:nvSpPr>
        <p:spPr>
          <a:xfrm>
            <a:off x="5218837" y="2315631"/>
            <a:ext cx="2512466" cy="2403454"/>
          </a:xfrm>
          <a:prstGeom prst="roundRect">
            <a:avLst>
              <a:gd name="adj" fmla="val 283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DECDE93D-D384-81C4-2C19-C2663D38E18A}"/>
              </a:ext>
            </a:extLst>
          </p:cNvPr>
          <p:cNvSpPr/>
          <p:nvPr/>
        </p:nvSpPr>
        <p:spPr>
          <a:xfrm>
            <a:off x="7019778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F1FDF548-92A8-4953-10C3-E466B1275CCD}"/>
              </a:ext>
            </a:extLst>
          </p:cNvPr>
          <p:cNvSpPr/>
          <p:nvPr/>
        </p:nvSpPr>
        <p:spPr>
          <a:xfrm>
            <a:off x="7220946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F15D7C95-60EF-24EC-8D39-7E0E73D4DC17}"/>
              </a:ext>
            </a:extLst>
          </p:cNvPr>
          <p:cNvSpPr/>
          <p:nvPr/>
        </p:nvSpPr>
        <p:spPr>
          <a:xfrm>
            <a:off x="7422114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772CA248-E4F1-E496-07CF-8844151CA068}"/>
              </a:ext>
            </a:extLst>
          </p:cNvPr>
          <p:cNvSpPr/>
          <p:nvPr/>
        </p:nvSpPr>
        <p:spPr>
          <a:xfrm>
            <a:off x="7623282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6E648CFD-771C-1F22-9975-D09D9678DF49}"/>
              </a:ext>
            </a:extLst>
          </p:cNvPr>
          <p:cNvSpPr/>
          <p:nvPr/>
        </p:nvSpPr>
        <p:spPr>
          <a:xfrm>
            <a:off x="7824450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F10E9E92-F768-E46F-A261-A40C6E6EEB12}"/>
              </a:ext>
            </a:extLst>
          </p:cNvPr>
          <p:cNvSpPr/>
          <p:nvPr/>
        </p:nvSpPr>
        <p:spPr>
          <a:xfrm>
            <a:off x="9362049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4A5973A4-9ACD-1CB4-11DD-49600A003D84}"/>
              </a:ext>
            </a:extLst>
          </p:cNvPr>
          <p:cNvSpPr/>
          <p:nvPr/>
        </p:nvSpPr>
        <p:spPr>
          <a:xfrm>
            <a:off x="9563217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55976683-0D4A-B16F-BBB7-03ECF69091E8}"/>
              </a:ext>
            </a:extLst>
          </p:cNvPr>
          <p:cNvSpPr/>
          <p:nvPr/>
        </p:nvSpPr>
        <p:spPr>
          <a:xfrm>
            <a:off x="9764385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5DBFDE7B-9E69-3E82-D788-8EDFFE955B27}"/>
              </a:ext>
            </a:extLst>
          </p:cNvPr>
          <p:cNvSpPr/>
          <p:nvPr/>
        </p:nvSpPr>
        <p:spPr>
          <a:xfrm>
            <a:off x="9965553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42E96815-C5EA-AACC-6C82-6B12D344B4B4}"/>
              </a:ext>
            </a:extLst>
          </p:cNvPr>
          <p:cNvSpPr/>
          <p:nvPr/>
        </p:nvSpPr>
        <p:spPr>
          <a:xfrm>
            <a:off x="10166721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E1860B58-6477-0D8B-41B6-CA7AEE337BF1}"/>
              </a:ext>
            </a:extLst>
          </p:cNvPr>
          <p:cNvSpPr/>
          <p:nvPr/>
        </p:nvSpPr>
        <p:spPr>
          <a:xfrm>
            <a:off x="7019778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9B5DD91-F11D-7CE2-46DB-A9712DEDD994}"/>
              </a:ext>
            </a:extLst>
          </p:cNvPr>
          <p:cNvSpPr/>
          <p:nvPr/>
        </p:nvSpPr>
        <p:spPr>
          <a:xfrm>
            <a:off x="7220946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4FEF490C-BB51-403B-1A46-060580419C08}"/>
              </a:ext>
            </a:extLst>
          </p:cNvPr>
          <p:cNvSpPr/>
          <p:nvPr/>
        </p:nvSpPr>
        <p:spPr>
          <a:xfrm>
            <a:off x="7422114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D9123779-046F-B56B-052A-C87D969360F7}"/>
              </a:ext>
            </a:extLst>
          </p:cNvPr>
          <p:cNvSpPr/>
          <p:nvPr/>
        </p:nvSpPr>
        <p:spPr>
          <a:xfrm>
            <a:off x="7623282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1A249C13-8EBB-89C0-8D1D-55E119472B77}"/>
              </a:ext>
            </a:extLst>
          </p:cNvPr>
          <p:cNvSpPr/>
          <p:nvPr/>
        </p:nvSpPr>
        <p:spPr>
          <a:xfrm>
            <a:off x="7824450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A272812D-003B-F5D6-2E7C-DE4C316366E9}"/>
              </a:ext>
            </a:extLst>
          </p:cNvPr>
          <p:cNvSpPr/>
          <p:nvPr/>
        </p:nvSpPr>
        <p:spPr>
          <a:xfrm>
            <a:off x="9362049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15D2E192-9EEF-6443-3E2B-6310356E5E0A}"/>
              </a:ext>
            </a:extLst>
          </p:cNvPr>
          <p:cNvSpPr/>
          <p:nvPr/>
        </p:nvSpPr>
        <p:spPr>
          <a:xfrm>
            <a:off x="9563217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1F239971-8D2F-AE51-1B29-A05E1361467C}"/>
              </a:ext>
            </a:extLst>
          </p:cNvPr>
          <p:cNvSpPr/>
          <p:nvPr/>
        </p:nvSpPr>
        <p:spPr>
          <a:xfrm>
            <a:off x="9764385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AE023E38-63C2-E028-ADD8-453CC4945563}"/>
              </a:ext>
            </a:extLst>
          </p:cNvPr>
          <p:cNvSpPr/>
          <p:nvPr/>
        </p:nvSpPr>
        <p:spPr>
          <a:xfrm>
            <a:off x="9965553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14C2FA33-CE87-241F-B3FA-22A96FBC26BD}"/>
              </a:ext>
            </a:extLst>
          </p:cNvPr>
          <p:cNvSpPr/>
          <p:nvPr/>
        </p:nvSpPr>
        <p:spPr>
          <a:xfrm>
            <a:off x="10166721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FC361687-5463-7427-582A-403750327AAB}"/>
              </a:ext>
            </a:extLst>
          </p:cNvPr>
          <p:cNvSpPr/>
          <p:nvPr/>
        </p:nvSpPr>
        <p:spPr>
          <a:xfrm>
            <a:off x="7019778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E53B6470-F41D-AED6-C768-27FEFB3BCBDE}"/>
              </a:ext>
            </a:extLst>
          </p:cNvPr>
          <p:cNvSpPr/>
          <p:nvPr/>
        </p:nvSpPr>
        <p:spPr>
          <a:xfrm>
            <a:off x="7220946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1B8BC657-3B70-25BB-6D28-50D0AB234E0E}"/>
              </a:ext>
            </a:extLst>
          </p:cNvPr>
          <p:cNvSpPr/>
          <p:nvPr/>
        </p:nvSpPr>
        <p:spPr>
          <a:xfrm>
            <a:off x="7422114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D87B6ACE-286E-9C2F-F398-17BBCAC8579E}"/>
              </a:ext>
            </a:extLst>
          </p:cNvPr>
          <p:cNvSpPr/>
          <p:nvPr/>
        </p:nvSpPr>
        <p:spPr>
          <a:xfrm>
            <a:off x="7623282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4F5A9451-F7CE-E182-2412-BF95E0C907CD}"/>
              </a:ext>
            </a:extLst>
          </p:cNvPr>
          <p:cNvSpPr/>
          <p:nvPr/>
        </p:nvSpPr>
        <p:spPr>
          <a:xfrm>
            <a:off x="7824450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58214469-868F-59B8-3D72-BFACA22CED8C}"/>
              </a:ext>
            </a:extLst>
          </p:cNvPr>
          <p:cNvSpPr/>
          <p:nvPr/>
        </p:nvSpPr>
        <p:spPr>
          <a:xfrm>
            <a:off x="9362049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2C78E04F-CEE2-293E-FCD9-52528ADA62E4}"/>
              </a:ext>
            </a:extLst>
          </p:cNvPr>
          <p:cNvSpPr/>
          <p:nvPr/>
        </p:nvSpPr>
        <p:spPr>
          <a:xfrm>
            <a:off x="9563217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FF05F776-0281-926D-A6D5-E9027FB731D3}"/>
              </a:ext>
            </a:extLst>
          </p:cNvPr>
          <p:cNvSpPr/>
          <p:nvPr/>
        </p:nvSpPr>
        <p:spPr>
          <a:xfrm>
            <a:off x="9764385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F75B0585-F1F4-E7DD-BA5F-5566320E3F56}"/>
              </a:ext>
            </a:extLst>
          </p:cNvPr>
          <p:cNvSpPr/>
          <p:nvPr/>
        </p:nvSpPr>
        <p:spPr>
          <a:xfrm>
            <a:off x="9965553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5E543DDB-C412-6EBF-7640-6FE9ED8C2EAF}"/>
              </a:ext>
            </a:extLst>
          </p:cNvPr>
          <p:cNvSpPr/>
          <p:nvPr/>
        </p:nvSpPr>
        <p:spPr>
          <a:xfrm>
            <a:off x="10166721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C624E946-A958-8580-6482-F2F84EA33836}"/>
              </a:ext>
            </a:extLst>
          </p:cNvPr>
          <p:cNvSpPr/>
          <p:nvPr/>
        </p:nvSpPr>
        <p:spPr>
          <a:xfrm>
            <a:off x="7019778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5FB4A964-F79B-FE28-7E3E-B89EA5ED3035}"/>
              </a:ext>
            </a:extLst>
          </p:cNvPr>
          <p:cNvSpPr/>
          <p:nvPr/>
        </p:nvSpPr>
        <p:spPr>
          <a:xfrm>
            <a:off x="7220946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5AD99CC1-7667-6F8B-A28D-7CC0F38D48FE}"/>
              </a:ext>
            </a:extLst>
          </p:cNvPr>
          <p:cNvSpPr/>
          <p:nvPr/>
        </p:nvSpPr>
        <p:spPr>
          <a:xfrm>
            <a:off x="7422114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33">
            <a:extLst>
              <a:ext uri="{FF2B5EF4-FFF2-40B4-BE49-F238E27FC236}">
                <a16:creationId xmlns:a16="http://schemas.microsoft.com/office/drawing/2014/main" id="{484E880F-30AE-BC6B-1300-434BDEC79140}"/>
              </a:ext>
            </a:extLst>
          </p:cNvPr>
          <p:cNvSpPr/>
          <p:nvPr/>
        </p:nvSpPr>
        <p:spPr>
          <a:xfrm>
            <a:off x="7623282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9963A475-1909-C03D-AD85-209450CE24B9}"/>
              </a:ext>
            </a:extLst>
          </p:cNvPr>
          <p:cNvSpPr/>
          <p:nvPr/>
        </p:nvSpPr>
        <p:spPr>
          <a:xfrm>
            <a:off x="7824450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294A4FAF-E8BA-D73B-0F06-AD9F26DF03ED}"/>
              </a:ext>
            </a:extLst>
          </p:cNvPr>
          <p:cNvSpPr/>
          <p:nvPr/>
        </p:nvSpPr>
        <p:spPr>
          <a:xfrm>
            <a:off x="9362049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F6442720-27B6-1872-19BA-F9A4280B3AC5}"/>
              </a:ext>
            </a:extLst>
          </p:cNvPr>
          <p:cNvSpPr/>
          <p:nvPr/>
        </p:nvSpPr>
        <p:spPr>
          <a:xfrm>
            <a:off x="9563217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C24CDC36-712D-022E-7ACC-FC53825C07C8}"/>
              </a:ext>
            </a:extLst>
          </p:cNvPr>
          <p:cNvSpPr/>
          <p:nvPr/>
        </p:nvSpPr>
        <p:spPr>
          <a:xfrm>
            <a:off x="9764385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38">
            <a:extLst>
              <a:ext uri="{FF2B5EF4-FFF2-40B4-BE49-F238E27FC236}">
                <a16:creationId xmlns:a16="http://schemas.microsoft.com/office/drawing/2014/main" id="{2A8CDD6B-E068-7A6C-EAF1-17107D054417}"/>
              </a:ext>
            </a:extLst>
          </p:cNvPr>
          <p:cNvSpPr/>
          <p:nvPr/>
        </p:nvSpPr>
        <p:spPr>
          <a:xfrm>
            <a:off x="9965553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9719A4DC-2B2E-74F5-2970-2D8638839221}"/>
              </a:ext>
            </a:extLst>
          </p:cNvPr>
          <p:cNvSpPr/>
          <p:nvPr/>
        </p:nvSpPr>
        <p:spPr>
          <a:xfrm>
            <a:off x="10166721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40">
            <a:extLst>
              <a:ext uri="{FF2B5EF4-FFF2-40B4-BE49-F238E27FC236}">
                <a16:creationId xmlns:a16="http://schemas.microsoft.com/office/drawing/2014/main" id="{A09B29A7-1B0A-01F2-7B62-736323E3CB10}"/>
              </a:ext>
            </a:extLst>
          </p:cNvPr>
          <p:cNvSpPr/>
          <p:nvPr/>
        </p:nvSpPr>
        <p:spPr>
          <a:xfrm>
            <a:off x="7019778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41">
            <a:extLst>
              <a:ext uri="{FF2B5EF4-FFF2-40B4-BE49-F238E27FC236}">
                <a16:creationId xmlns:a16="http://schemas.microsoft.com/office/drawing/2014/main" id="{0DA5E3FE-B5BC-0B21-A2EE-9FE7B07D0CEF}"/>
              </a:ext>
            </a:extLst>
          </p:cNvPr>
          <p:cNvSpPr/>
          <p:nvPr/>
        </p:nvSpPr>
        <p:spPr>
          <a:xfrm>
            <a:off x="7220946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42">
            <a:extLst>
              <a:ext uri="{FF2B5EF4-FFF2-40B4-BE49-F238E27FC236}">
                <a16:creationId xmlns:a16="http://schemas.microsoft.com/office/drawing/2014/main" id="{7CC9F0DF-D12F-DFBF-70A5-5AAEDBCC3C0C}"/>
              </a:ext>
            </a:extLst>
          </p:cNvPr>
          <p:cNvSpPr/>
          <p:nvPr/>
        </p:nvSpPr>
        <p:spPr>
          <a:xfrm>
            <a:off x="7422114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43">
            <a:extLst>
              <a:ext uri="{FF2B5EF4-FFF2-40B4-BE49-F238E27FC236}">
                <a16:creationId xmlns:a16="http://schemas.microsoft.com/office/drawing/2014/main" id="{AB52B243-9A9C-7450-5179-1431424A0FEC}"/>
              </a:ext>
            </a:extLst>
          </p:cNvPr>
          <p:cNvSpPr/>
          <p:nvPr/>
        </p:nvSpPr>
        <p:spPr>
          <a:xfrm>
            <a:off x="7623282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44">
            <a:extLst>
              <a:ext uri="{FF2B5EF4-FFF2-40B4-BE49-F238E27FC236}">
                <a16:creationId xmlns:a16="http://schemas.microsoft.com/office/drawing/2014/main" id="{89971C81-493E-61B3-A79B-470C47AFA998}"/>
              </a:ext>
            </a:extLst>
          </p:cNvPr>
          <p:cNvSpPr/>
          <p:nvPr/>
        </p:nvSpPr>
        <p:spPr>
          <a:xfrm>
            <a:off x="7824450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45">
            <a:extLst>
              <a:ext uri="{FF2B5EF4-FFF2-40B4-BE49-F238E27FC236}">
                <a16:creationId xmlns:a16="http://schemas.microsoft.com/office/drawing/2014/main" id="{76F12143-E00F-1211-64AA-F385B0EC3636}"/>
              </a:ext>
            </a:extLst>
          </p:cNvPr>
          <p:cNvSpPr/>
          <p:nvPr/>
        </p:nvSpPr>
        <p:spPr>
          <a:xfrm>
            <a:off x="9362049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B94F0E23-40A3-5DF7-5040-427CE5531B15}"/>
              </a:ext>
            </a:extLst>
          </p:cNvPr>
          <p:cNvSpPr/>
          <p:nvPr/>
        </p:nvSpPr>
        <p:spPr>
          <a:xfrm>
            <a:off x="9563217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47">
            <a:extLst>
              <a:ext uri="{FF2B5EF4-FFF2-40B4-BE49-F238E27FC236}">
                <a16:creationId xmlns:a16="http://schemas.microsoft.com/office/drawing/2014/main" id="{F09498B8-EE5C-5E20-3551-BA2B0AC29CC8}"/>
              </a:ext>
            </a:extLst>
          </p:cNvPr>
          <p:cNvSpPr/>
          <p:nvPr/>
        </p:nvSpPr>
        <p:spPr>
          <a:xfrm>
            <a:off x="9764385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48">
            <a:extLst>
              <a:ext uri="{FF2B5EF4-FFF2-40B4-BE49-F238E27FC236}">
                <a16:creationId xmlns:a16="http://schemas.microsoft.com/office/drawing/2014/main" id="{94A2691A-86A9-A107-90B8-0A7049F4AD2F}"/>
              </a:ext>
            </a:extLst>
          </p:cNvPr>
          <p:cNvSpPr/>
          <p:nvPr/>
        </p:nvSpPr>
        <p:spPr>
          <a:xfrm>
            <a:off x="9965553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49">
            <a:extLst>
              <a:ext uri="{FF2B5EF4-FFF2-40B4-BE49-F238E27FC236}">
                <a16:creationId xmlns:a16="http://schemas.microsoft.com/office/drawing/2014/main" id="{20B0ADC2-E903-28EE-1474-FB9BDAB8AB06}"/>
              </a:ext>
            </a:extLst>
          </p:cNvPr>
          <p:cNvSpPr/>
          <p:nvPr/>
        </p:nvSpPr>
        <p:spPr>
          <a:xfrm>
            <a:off x="10166721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50">
            <a:extLst>
              <a:ext uri="{FF2B5EF4-FFF2-40B4-BE49-F238E27FC236}">
                <a16:creationId xmlns:a16="http://schemas.microsoft.com/office/drawing/2014/main" id="{4D4491E9-9DD1-6EC6-F030-06EF2127382C}"/>
              </a:ext>
            </a:extLst>
          </p:cNvPr>
          <p:cNvSpPr/>
          <p:nvPr/>
        </p:nvSpPr>
        <p:spPr>
          <a:xfrm>
            <a:off x="7019778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51">
            <a:extLst>
              <a:ext uri="{FF2B5EF4-FFF2-40B4-BE49-F238E27FC236}">
                <a16:creationId xmlns:a16="http://schemas.microsoft.com/office/drawing/2014/main" id="{2E2398F0-9ABC-A11D-F67B-CED4B63E0C4B}"/>
              </a:ext>
            </a:extLst>
          </p:cNvPr>
          <p:cNvSpPr/>
          <p:nvPr/>
        </p:nvSpPr>
        <p:spPr>
          <a:xfrm>
            <a:off x="7220946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52">
            <a:extLst>
              <a:ext uri="{FF2B5EF4-FFF2-40B4-BE49-F238E27FC236}">
                <a16:creationId xmlns:a16="http://schemas.microsoft.com/office/drawing/2014/main" id="{FC365D21-5022-4AC8-80C4-A2A9A7DB8E55}"/>
              </a:ext>
            </a:extLst>
          </p:cNvPr>
          <p:cNvSpPr/>
          <p:nvPr/>
        </p:nvSpPr>
        <p:spPr>
          <a:xfrm>
            <a:off x="7422114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53">
            <a:extLst>
              <a:ext uri="{FF2B5EF4-FFF2-40B4-BE49-F238E27FC236}">
                <a16:creationId xmlns:a16="http://schemas.microsoft.com/office/drawing/2014/main" id="{C7A39D49-18D9-35F8-4779-6501E71BFFC8}"/>
              </a:ext>
            </a:extLst>
          </p:cNvPr>
          <p:cNvSpPr/>
          <p:nvPr/>
        </p:nvSpPr>
        <p:spPr>
          <a:xfrm>
            <a:off x="7623282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54">
            <a:extLst>
              <a:ext uri="{FF2B5EF4-FFF2-40B4-BE49-F238E27FC236}">
                <a16:creationId xmlns:a16="http://schemas.microsoft.com/office/drawing/2014/main" id="{F75AF0ED-5B5E-CC0E-C649-BBDD8B903A64}"/>
              </a:ext>
            </a:extLst>
          </p:cNvPr>
          <p:cNvSpPr/>
          <p:nvPr/>
        </p:nvSpPr>
        <p:spPr>
          <a:xfrm>
            <a:off x="7824450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55">
            <a:extLst>
              <a:ext uri="{FF2B5EF4-FFF2-40B4-BE49-F238E27FC236}">
                <a16:creationId xmlns:a16="http://schemas.microsoft.com/office/drawing/2014/main" id="{B694987A-4233-7896-C26F-9A6786578F89}"/>
              </a:ext>
            </a:extLst>
          </p:cNvPr>
          <p:cNvSpPr/>
          <p:nvPr/>
        </p:nvSpPr>
        <p:spPr>
          <a:xfrm>
            <a:off x="9362049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9CD415F4-E446-80D7-E7D5-F18832B1EB73}"/>
              </a:ext>
            </a:extLst>
          </p:cNvPr>
          <p:cNvSpPr/>
          <p:nvPr/>
        </p:nvSpPr>
        <p:spPr>
          <a:xfrm>
            <a:off x="9563217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57">
            <a:extLst>
              <a:ext uri="{FF2B5EF4-FFF2-40B4-BE49-F238E27FC236}">
                <a16:creationId xmlns:a16="http://schemas.microsoft.com/office/drawing/2014/main" id="{4110CCE3-06EB-AA5B-59BC-8185715881D3}"/>
              </a:ext>
            </a:extLst>
          </p:cNvPr>
          <p:cNvSpPr/>
          <p:nvPr/>
        </p:nvSpPr>
        <p:spPr>
          <a:xfrm>
            <a:off x="9764385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89260C11-841F-0595-26E1-878F33129C05}"/>
              </a:ext>
            </a:extLst>
          </p:cNvPr>
          <p:cNvSpPr/>
          <p:nvPr/>
        </p:nvSpPr>
        <p:spPr>
          <a:xfrm>
            <a:off x="9965553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59">
            <a:extLst>
              <a:ext uri="{FF2B5EF4-FFF2-40B4-BE49-F238E27FC236}">
                <a16:creationId xmlns:a16="http://schemas.microsoft.com/office/drawing/2014/main" id="{CFB7CDFC-47E3-6AFD-50E8-C71BC7A15216}"/>
              </a:ext>
            </a:extLst>
          </p:cNvPr>
          <p:cNvSpPr/>
          <p:nvPr/>
        </p:nvSpPr>
        <p:spPr>
          <a:xfrm>
            <a:off x="10166721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640223E5-189C-60A2-CB52-2EC0AB2DD0AA}"/>
              </a:ext>
            </a:extLst>
          </p:cNvPr>
          <p:cNvSpPr/>
          <p:nvPr/>
        </p:nvSpPr>
        <p:spPr>
          <a:xfrm>
            <a:off x="10153005" y="84300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30FA3B28-7D29-E83E-E8E7-2157C833C927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12</a:t>
            </a:r>
            <a:endParaRPr lang="en-US" sz="10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4F20AF4-62F5-6B68-C7E6-4F917C3AC53E}"/>
              </a:ext>
            </a:extLst>
          </p:cNvPr>
          <p:cNvSpPr/>
          <p:nvPr/>
        </p:nvSpPr>
        <p:spPr>
          <a:xfrm>
            <a:off x="5287129" y="4268025"/>
            <a:ext cx="2370251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17DD9AE-C9A3-8374-A0D5-A6C4DCB7764C}"/>
              </a:ext>
            </a:extLst>
          </p:cNvPr>
          <p:cNvSpPr/>
          <p:nvPr/>
        </p:nvSpPr>
        <p:spPr>
          <a:xfrm>
            <a:off x="5682170" y="2386079"/>
            <a:ext cx="0" cy="2258335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D3BDF154-52D9-16D1-FE15-A6F1B9237AB0}"/>
              </a:ext>
            </a:extLst>
          </p:cNvPr>
          <p:cNvSpPr/>
          <p:nvPr/>
        </p:nvSpPr>
        <p:spPr>
          <a:xfrm>
            <a:off x="5287129" y="3891636"/>
            <a:ext cx="2370251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C2A26013-AF8E-06C1-C7D2-145F933B7523}"/>
              </a:ext>
            </a:extLst>
          </p:cNvPr>
          <p:cNvSpPr/>
          <p:nvPr/>
        </p:nvSpPr>
        <p:spPr>
          <a:xfrm>
            <a:off x="6077212" y="2386079"/>
            <a:ext cx="0" cy="2258335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D673208-CB03-C8A5-89D7-991E9EFCF4F5}"/>
              </a:ext>
            </a:extLst>
          </p:cNvPr>
          <p:cNvSpPr/>
          <p:nvPr/>
        </p:nvSpPr>
        <p:spPr>
          <a:xfrm>
            <a:off x="5287129" y="3138857"/>
            <a:ext cx="2370251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10C843D-4837-C21E-F9D8-56644DA1AB41}"/>
              </a:ext>
            </a:extLst>
          </p:cNvPr>
          <p:cNvSpPr/>
          <p:nvPr/>
        </p:nvSpPr>
        <p:spPr>
          <a:xfrm>
            <a:off x="6867296" y="2386079"/>
            <a:ext cx="0" cy="2258335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88721CA-3C1F-6565-D76E-816CDBE5B630}"/>
              </a:ext>
            </a:extLst>
          </p:cNvPr>
          <p:cNvSpPr/>
          <p:nvPr/>
        </p:nvSpPr>
        <p:spPr>
          <a:xfrm>
            <a:off x="5287129" y="2762468"/>
            <a:ext cx="2370251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7C40B00-870F-3296-7BA4-47361240B559}"/>
              </a:ext>
            </a:extLst>
          </p:cNvPr>
          <p:cNvSpPr/>
          <p:nvPr/>
        </p:nvSpPr>
        <p:spPr>
          <a:xfrm>
            <a:off x="7262338" y="2386079"/>
            <a:ext cx="0" cy="2258335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!!axis_h">
            <a:extLst>
              <a:ext uri="{FF2B5EF4-FFF2-40B4-BE49-F238E27FC236}">
                <a16:creationId xmlns:a16="http://schemas.microsoft.com/office/drawing/2014/main" id="{AF49B7E7-FB69-48C9-7A6F-FB4EE74D332A}"/>
              </a:ext>
            </a:extLst>
          </p:cNvPr>
          <p:cNvSpPr/>
          <p:nvPr/>
        </p:nvSpPr>
        <p:spPr>
          <a:xfrm>
            <a:off x="5287129" y="3515247"/>
            <a:ext cx="2370251" cy="0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!!axis_v">
            <a:extLst>
              <a:ext uri="{FF2B5EF4-FFF2-40B4-BE49-F238E27FC236}">
                <a16:creationId xmlns:a16="http://schemas.microsoft.com/office/drawing/2014/main" id="{372AA37A-73F9-360D-C8E4-DCEFF561311D}"/>
              </a:ext>
            </a:extLst>
          </p:cNvPr>
          <p:cNvSpPr/>
          <p:nvPr/>
        </p:nvSpPr>
        <p:spPr>
          <a:xfrm>
            <a:off x="6472254" y="2386079"/>
            <a:ext cx="0" cy="2258335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!!dot_0">
            <a:extLst>
              <a:ext uri="{FF2B5EF4-FFF2-40B4-BE49-F238E27FC236}">
                <a16:creationId xmlns:a16="http://schemas.microsoft.com/office/drawing/2014/main" id="{1EAD803A-AD9B-555C-4DB0-CE3445463B5A}"/>
              </a:ext>
            </a:extLst>
          </p:cNvPr>
          <p:cNvSpPr/>
          <p:nvPr/>
        </p:nvSpPr>
        <p:spPr>
          <a:xfrm>
            <a:off x="7438390" y="2702031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!!dot_1">
            <a:extLst>
              <a:ext uri="{FF2B5EF4-FFF2-40B4-BE49-F238E27FC236}">
                <a16:creationId xmlns:a16="http://schemas.microsoft.com/office/drawing/2014/main" id="{944EC40F-A197-0028-8D19-162DA8C7023A}"/>
              </a:ext>
            </a:extLst>
          </p:cNvPr>
          <p:cNvSpPr/>
          <p:nvPr/>
        </p:nvSpPr>
        <p:spPr>
          <a:xfrm>
            <a:off x="6072796" y="3749094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!!dot_2">
            <a:extLst>
              <a:ext uri="{FF2B5EF4-FFF2-40B4-BE49-F238E27FC236}">
                <a16:creationId xmlns:a16="http://schemas.microsoft.com/office/drawing/2014/main" id="{AE787703-406B-2298-D1CA-B214B62825A4}"/>
              </a:ext>
            </a:extLst>
          </p:cNvPr>
          <p:cNvSpPr/>
          <p:nvPr/>
        </p:nvSpPr>
        <p:spPr>
          <a:xfrm>
            <a:off x="6370727" y="3274017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!!dot_3">
            <a:extLst>
              <a:ext uri="{FF2B5EF4-FFF2-40B4-BE49-F238E27FC236}">
                <a16:creationId xmlns:a16="http://schemas.microsoft.com/office/drawing/2014/main" id="{4416BAF6-10CB-8EBA-2040-6656EB0D7BB4}"/>
              </a:ext>
            </a:extLst>
          </p:cNvPr>
          <p:cNvSpPr/>
          <p:nvPr/>
        </p:nvSpPr>
        <p:spPr>
          <a:xfrm>
            <a:off x="6152870" y="4051890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!!dot_4">
            <a:extLst>
              <a:ext uri="{FF2B5EF4-FFF2-40B4-BE49-F238E27FC236}">
                <a16:creationId xmlns:a16="http://schemas.microsoft.com/office/drawing/2014/main" id="{78BF5BA9-9E1C-98B2-4E27-736092CEA7F3}"/>
              </a:ext>
            </a:extLst>
          </p:cNvPr>
          <p:cNvSpPr/>
          <p:nvPr/>
        </p:nvSpPr>
        <p:spPr>
          <a:xfrm>
            <a:off x="5857843" y="350518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!!dot_5">
            <a:extLst>
              <a:ext uri="{FF2B5EF4-FFF2-40B4-BE49-F238E27FC236}">
                <a16:creationId xmlns:a16="http://schemas.microsoft.com/office/drawing/2014/main" id="{EEB29882-DA70-2ADA-7ADB-853AC0C89B5A}"/>
              </a:ext>
            </a:extLst>
          </p:cNvPr>
          <p:cNvSpPr/>
          <p:nvPr/>
        </p:nvSpPr>
        <p:spPr>
          <a:xfrm>
            <a:off x="6864447" y="2820934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!!dot_6">
            <a:extLst>
              <a:ext uri="{FF2B5EF4-FFF2-40B4-BE49-F238E27FC236}">
                <a16:creationId xmlns:a16="http://schemas.microsoft.com/office/drawing/2014/main" id="{79AA6733-8202-E423-AE9E-9246D46EB5CA}"/>
              </a:ext>
            </a:extLst>
          </p:cNvPr>
          <p:cNvSpPr/>
          <p:nvPr/>
        </p:nvSpPr>
        <p:spPr>
          <a:xfrm>
            <a:off x="6240215" y="3614629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!!dot_7">
            <a:extLst>
              <a:ext uri="{FF2B5EF4-FFF2-40B4-BE49-F238E27FC236}">
                <a16:creationId xmlns:a16="http://schemas.microsoft.com/office/drawing/2014/main" id="{EDBBEB25-AD74-EEA9-BA3D-00DF006D4267}"/>
              </a:ext>
            </a:extLst>
          </p:cNvPr>
          <p:cNvSpPr/>
          <p:nvPr/>
        </p:nvSpPr>
        <p:spPr>
          <a:xfrm>
            <a:off x="7138762" y="3143838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!!dot_8">
            <a:extLst>
              <a:ext uri="{FF2B5EF4-FFF2-40B4-BE49-F238E27FC236}">
                <a16:creationId xmlns:a16="http://schemas.microsoft.com/office/drawing/2014/main" id="{16136482-41B8-CDFA-4658-FEAB42A299F5}"/>
              </a:ext>
            </a:extLst>
          </p:cNvPr>
          <p:cNvSpPr/>
          <p:nvPr/>
        </p:nvSpPr>
        <p:spPr>
          <a:xfrm>
            <a:off x="6737687" y="2999459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!!dot_9">
            <a:extLst>
              <a:ext uri="{FF2B5EF4-FFF2-40B4-BE49-F238E27FC236}">
                <a16:creationId xmlns:a16="http://schemas.microsoft.com/office/drawing/2014/main" id="{66546401-7EC1-700C-C7FC-3DC28D12AC29}"/>
              </a:ext>
            </a:extLst>
          </p:cNvPr>
          <p:cNvSpPr/>
          <p:nvPr/>
        </p:nvSpPr>
        <p:spPr>
          <a:xfrm>
            <a:off x="6641015" y="3647527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!!dot_10">
            <a:extLst>
              <a:ext uri="{FF2B5EF4-FFF2-40B4-BE49-F238E27FC236}">
                <a16:creationId xmlns:a16="http://schemas.microsoft.com/office/drawing/2014/main" id="{64DA9FE7-7598-B7C4-B355-09E8F8523AB1}"/>
              </a:ext>
            </a:extLst>
          </p:cNvPr>
          <p:cNvSpPr/>
          <p:nvPr/>
        </p:nvSpPr>
        <p:spPr>
          <a:xfrm>
            <a:off x="6899477" y="3041814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!!dot_11">
            <a:extLst>
              <a:ext uri="{FF2B5EF4-FFF2-40B4-BE49-F238E27FC236}">
                <a16:creationId xmlns:a16="http://schemas.microsoft.com/office/drawing/2014/main" id="{78CBE657-6712-47D8-4716-81A55761E688}"/>
              </a:ext>
            </a:extLst>
          </p:cNvPr>
          <p:cNvSpPr/>
          <p:nvPr/>
        </p:nvSpPr>
        <p:spPr>
          <a:xfrm>
            <a:off x="5955193" y="3536084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!!dot_12">
            <a:extLst>
              <a:ext uri="{FF2B5EF4-FFF2-40B4-BE49-F238E27FC236}">
                <a16:creationId xmlns:a16="http://schemas.microsoft.com/office/drawing/2014/main" id="{615772DF-7E30-5D43-7379-737938B2F7E6}"/>
              </a:ext>
            </a:extLst>
          </p:cNvPr>
          <p:cNvSpPr/>
          <p:nvPr/>
        </p:nvSpPr>
        <p:spPr>
          <a:xfrm>
            <a:off x="6304521" y="3847484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!!dot_13">
            <a:extLst>
              <a:ext uri="{FF2B5EF4-FFF2-40B4-BE49-F238E27FC236}">
                <a16:creationId xmlns:a16="http://schemas.microsoft.com/office/drawing/2014/main" id="{2A837C05-BDD6-F05D-8196-AF47DA2ADBF7}"/>
              </a:ext>
            </a:extLst>
          </p:cNvPr>
          <p:cNvSpPr/>
          <p:nvPr/>
        </p:nvSpPr>
        <p:spPr>
          <a:xfrm>
            <a:off x="6911659" y="3155684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!!dot_14">
            <a:extLst>
              <a:ext uri="{FF2B5EF4-FFF2-40B4-BE49-F238E27FC236}">
                <a16:creationId xmlns:a16="http://schemas.microsoft.com/office/drawing/2014/main" id="{FA93875F-7F63-5532-8174-A52C8C45DB3F}"/>
              </a:ext>
            </a:extLst>
          </p:cNvPr>
          <p:cNvSpPr/>
          <p:nvPr/>
        </p:nvSpPr>
        <p:spPr>
          <a:xfrm>
            <a:off x="5968739" y="3452029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!!dot_15">
            <a:extLst>
              <a:ext uri="{FF2B5EF4-FFF2-40B4-BE49-F238E27FC236}">
                <a16:creationId xmlns:a16="http://schemas.microsoft.com/office/drawing/2014/main" id="{D529A021-1300-2C7D-6E96-264678BD6373}"/>
              </a:ext>
            </a:extLst>
          </p:cNvPr>
          <p:cNvSpPr/>
          <p:nvPr/>
        </p:nvSpPr>
        <p:spPr>
          <a:xfrm>
            <a:off x="6704087" y="3124299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!!dot_16">
            <a:extLst>
              <a:ext uri="{FF2B5EF4-FFF2-40B4-BE49-F238E27FC236}">
                <a16:creationId xmlns:a16="http://schemas.microsoft.com/office/drawing/2014/main" id="{313CEE68-5C67-0889-080E-9F5AD9AD7DB1}"/>
              </a:ext>
            </a:extLst>
          </p:cNvPr>
          <p:cNvSpPr/>
          <p:nvPr/>
        </p:nvSpPr>
        <p:spPr>
          <a:xfrm>
            <a:off x="6718266" y="3832878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!!dot_17">
            <a:extLst>
              <a:ext uri="{FF2B5EF4-FFF2-40B4-BE49-F238E27FC236}">
                <a16:creationId xmlns:a16="http://schemas.microsoft.com/office/drawing/2014/main" id="{44EDDDD3-8A15-81DE-2C29-6E1A692B8F9B}"/>
              </a:ext>
            </a:extLst>
          </p:cNvPr>
          <p:cNvSpPr/>
          <p:nvPr/>
        </p:nvSpPr>
        <p:spPr>
          <a:xfrm>
            <a:off x="6686858" y="3239580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!!dot_18">
            <a:extLst>
              <a:ext uri="{FF2B5EF4-FFF2-40B4-BE49-F238E27FC236}">
                <a16:creationId xmlns:a16="http://schemas.microsoft.com/office/drawing/2014/main" id="{7A1DB881-6C70-9167-2844-5F5ABE09800B}"/>
              </a:ext>
            </a:extLst>
          </p:cNvPr>
          <p:cNvSpPr/>
          <p:nvPr/>
        </p:nvSpPr>
        <p:spPr>
          <a:xfrm>
            <a:off x="6787800" y="327073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!!dot_19">
            <a:extLst>
              <a:ext uri="{FF2B5EF4-FFF2-40B4-BE49-F238E27FC236}">
                <a16:creationId xmlns:a16="http://schemas.microsoft.com/office/drawing/2014/main" id="{17E3A3BB-05E7-688B-DF26-94DA7BE95800}"/>
              </a:ext>
            </a:extLst>
          </p:cNvPr>
          <p:cNvSpPr/>
          <p:nvPr/>
        </p:nvSpPr>
        <p:spPr>
          <a:xfrm>
            <a:off x="6654518" y="3460951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!!dot_20">
            <a:extLst>
              <a:ext uri="{FF2B5EF4-FFF2-40B4-BE49-F238E27FC236}">
                <a16:creationId xmlns:a16="http://schemas.microsoft.com/office/drawing/2014/main" id="{7B5A9D24-6C43-302C-89BB-70F5365F52D9}"/>
              </a:ext>
            </a:extLst>
          </p:cNvPr>
          <p:cNvSpPr/>
          <p:nvPr/>
        </p:nvSpPr>
        <p:spPr>
          <a:xfrm>
            <a:off x="6139595" y="3508137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!!dot_21">
            <a:extLst>
              <a:ext uri="{FF2B5EF4-FFF2-40B4-BE49-F238E27FC236}">
                <a16:creationId xmlns:a16="http://schemas.microsoft.com/office/drawing/2014/main" id="{E6B9B50D-3582-F149-F2EB-A95C4AF72007}"/>
              </a:ext>
            </a:extLst>
          </p:cNvPr>
          <p:cNvSpPr/>
          <p:nvPr/>
        </p:nvSpPr>
        <p:spPr>
          <a:xfrm>
            <a:off x="6598166" y="3582738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!!dot_22">
            <a:extLst>
              <a:ext uri="{FF2B5EF4-FFF2-40B4-BE49-F238E27FC236}">
                <a16:creationId xmlns:a16="http://schemas.microsoft.com/office/drawing/2014/main" id="{AE76D1EA-770E-B182-9D44-5CB933621FF2}"/>
              </a:ext>
            </a:extLst>
          </p:cNvPr>
          <p:cNvSpPr/>
          <p:nvPr/>
        </p:nvSpPr>
        <p:spPr>
          <a:xfrm>
            <a:off x="6149500" y="3674398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!!dot_23">
            <a:extLst>
              <a:ext uri="{FF2B5EF4-FFF2-40B4-BE49-F238E27FC236}">
                <a16:creationId xmlns:a16="http://schemas.microsoft.com/office/drawing/2014/main" id="{EE65F1DA-FCB7-A5EE-1113-8AC7E27E5471}"/>
              </a:ext>
            </a:extLst>
          </p:cNvPr>
          <p:cNvSpPr/>
          <p:nvPr/>
        </p:nvSpPr>
        <p:spPr>
          <a:xfrm>
            <a:off x="7535637" y="2556906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!!dot_24">
            <a:extLst>
              <a:ext uri="{FF2B5EF4-FFF2-40B4-BE49-F238E27FC236}">
                <a16:creationId xmlns:a16="http://schemas.microsoft.com/office/drawing/2014/main" id="{0EA4A0D3-7531-2A1E-6860-8EEBC917A33A}"/>
              </a:ext>
            </a:extLst>
          </p:cNvPr>
          <p:cNvSpPr/>
          <p:nvPr/>
        </p:nvSpPr>
        <p:spPr>
          <a:xfrm>
            <a:off x="6773893" y="3441910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!!dot_25">
            <a:extLst>
              <a:ext uri="{FF2B5EF4-FFF2-40B4-BE49-F238E27FC236}">
                <a16:creationId xmlns:a16="http://schemas.microsoft.com/office/drawing/2014/main" id="{75A2FB57-4B5B-130E-09DC-C3A564162A33}"/>
              </a:ext>
            </a:extLst>
          </p:cNvPr>
          <p:cNvSpPr/>
          <p:nvPr/>
        </p:nvSpPr>
        <p:spPr>
          <a:xfrm>
            <a:off x="6721987" y="2802418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!!dot_26">
            <a:extLst>
              <a:ext uri="{FF2B5EF4-FFF2-40B4-BE49-F238E27FC236}">
                <a16:creationId xmlns:a16="http://schemas.microsoft.com/office/drawing/2014/main" id="{ADCCDF93-183D-2614-928E-268BF27625B0}"/>
              </a:ext>
            </a:extLst>
          </p:cNvPr>
          <p:cNvSpPr/>
          <p:nvPr/>
        </p:nvSpPr>
        <p:spPr>
          <a:xfrm>
            <a:off x="6537143" y="3268517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!!dot_27">
            <a:extLst>
              <a:ext uri="{FF2B5EF4-FFF2-40B4-BE49-F238E27FC236}">
                <a16:creationId xmlns:a16="http://schemas.microsoft.com/office/drawing/2014/main" id="{6CCE583B-BE2F-F621-5780-B925064B19E2}"/>
              </a:ext>
            </a:extLst>
          </p:cNvPr>
          <p:cNvSpPr/>
          <p:nvPr/>
        </p:nvSpPr>
        <p:spPr>
          <a:xfrm>
            <a:off x="7153012" y="321154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!!dot_28">
            <a:extLst>
              <a:ext uri="{FF2B5EF4-FFF2-40B4-BE49-F238E27FC236}">
                <a16:creationId xmlns:a16="http://schemas.microsoft.com/office/drawing/2014/main" id="{D8B11658-17E7-C067-D297-084FC1C69F60}"/>
              </a:ext>
            </a:extLst>
          </p:cNvPr>
          <p:cNvSpPr/>
          <p:nvPr/>
        </p:nvSpPr>
        <p:spPr>
          <a:xfrm>
            <a:off x="5861601" y="374530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!!dot_29">
            <a:extLst>
              <a:ext uri="{FF2B5EF4-FFF2-40B4-BE49-F238E27FC236}">
                <a16:creationId xmlns:a16="http://schemas.microsoft.com/office/drawing/2014/main" id="{6A49D0A0-CC92-0A36-72EE-D30CF9C95894}"/>
              </a:ext>
            </a:extLst>
          </p:cNvPr>
          <p:cNvSpPr/>
          <p:nvPr/>
        </p:nvSpPr>
        <p:spPr>
          <a:xfrm>
            <a:off x="6403649" y="3249162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!!dot_30">
            <a:extLst>
              <a:ext uri="{FF2B5EF4-FFF2-40B4-BE49-F238E27FC236}">
                <a16:creationId xmlns:a16="http://schemas.microsoft.com/office/drawing/2014/main" id="{E2300A93-15E5-2A86-5D5E-CCBD39565273}"/>
              </a:ext>
            </a:extLst>
          </p:cNvPr>
          <p:cNvSpPr/>
          <p:nvPr/>
        </p:nvSpPr>
        <p:spPr>
          <a:xfrm>
            <a:off x="6390241" y="3603543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!!dot_31">
            <a:extLst>
              <a:ext uri="{FF2B5EF4-FFF2-40B4-BE49-F238E27FC236}">
                <a16:creationId xmlns:a16="http://schemas.microsoft.com/office/drawing/2014/main" id="{B7363EC6-249E-CAD4-D1FE-09AA2BBA4674}"/>
              </a:ext>
            </a:extLst>
          </p:cNvPr>
          <p:cNvSpPr/>
          <p:nvPr/>
        </p:nvSpPr>
        <p:spPr>
          <a:xfrm>
            <a:off x="5875378" y="3812276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!!dot_32">
            <a:extLst>
              <a:ext uri="{FF2B5EF4-FFF2-40B4-BE49-F238E27FC236}">
                <a16:creationId xmlns:a16="http://schemas.microsoft.com/office/drawing/2014/main" id="{A9410366-B3EA-F2FF-DE2A-7A6E015FC354}"/>
              </a:ext>
            </a:extLst>
          </p:cNvPr>
          <p:cNvSpPr/>
          <p:nvPr/>
        </p:nvSpPr>
        <p:spPr>
          <a:xfrm>
            <a:off x="5789229" y="433694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!!dot_33">
            <a:extLst>
              <a:ext uri="{FF2B5EF4-FFF2-40B4-BE49-F238E27FC236}">
                <a16:creationId xmlns:a16="http://schemas.microsoft.com/office/drawing/2014/main" id="{8B5A9644-298D-A651-1272-C30A4CD8341A}"/>
              </a:ext>
            </a:extLst>
          </p:cNvPr>
          <p:cNvSpPr/>
          <p:nvPr/>
        </p:nvSpPr>
        <p:spPr>
          <a:xfrm>
            <a:off x="6418714" y="3855213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!!dot_34">
            <a:extLst>
              <a:ext uri="{FF2B5EF4-FFF2-40B4-BE49-F238E27FC236}">
                <a16:creationId xmlns:a16="http://schemas.microsoft.com/office/drawing/2014/main" id="{56C1716E-D34E-1638-4B19-B1833E25C420}"/>
              </a:ext>
            </a:extLst>
          </p:cNvPr>
          <p:cNvSpPr/>
          <p:nvPr/>
        </p:nvSpPr>
        <p:spPr>
          <a:xfrm>
            <a:off x="7114122" y="2417052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!!dot_35">
            <a:extLst>
              <a:ext uri="{FF2B5EF4-FFF2-40B4-BE49-F238E27FC236}">
                <a16:creationId xmlns:a16="http://schemas.microsoft.com/office/drawing/2014/main" id="{8C62C003-ADF3-EE73-D552-18758C73F040}"/>
              </a:ext>
            </a:extLst>
          </p:cNvPr>
          <p:cNvSpPr/>
          <p:nvPr/>
        </p:nvSpPr>
        <p:spPr>
          <a:xfrm>
            <a:off x="6976629" y="3001813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!!dot_36">
            <a:extLst>
              <a:ext uri="{FF2B5EF4-FFF2-40B4-BE49-F238E27FC236}">
                <a16:creationId xmlns:a16="http://schemas.microsoft.com/office/drawing/2014/main" id="{64E34556-C4E0-49DD-F89B-48AEA463FBDD}"/>
              </a:ext>
            </a:extLst>
          </p:cNvPr>
          <p:cNvSpPr/>
          <p:nvPr/>
        </p:nvSpPr>
        <p:spPr>
          <a:xfrm>
            <a:off x="5851706" y="3984423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!!dot_37">
            <a:extLst>
              <a:ext uri="{FF2B5EF4-FFF2-40B4-BE49-F238E27FC236}">
                <a16:creationId xmlns:a16="http://schemas.microsoft.com/office/drawing/2014/main" id="{C6092678-C782-6B9C-A00D-B56A4649750B}"/>
              </a:ext>
            </a:extLst>
          </p:cNvPr>
          <p:cNvSpPr/>
          <p:nvPr/>
        </p:nvSpPr>
        <p:spPr>
          <a:xfrm>
            <a:off x="6089321" y="3805332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!!dot_38">
            <a:extLst>
              <a:ext uri="{FF2B5EF4-FFF2-40B4-BE49-F238E27FC236}">
                <a16:creationId xmlns:a16="http://schemas.microsoft.com/office/drawing/2014/main" id="{5E7B966B-2501-764F-0A7F-EE6E3AE39423}"/>
              </a:ext>
            </a:extLst>
          </p:cNvPr>
          <p:cNvSpPr/>
          <p:nvPr/>
        </p:nvSpPr>
        <p:spPr>
          <a:xfrm>
            <a:off x="6179653" y="3847874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!!dot_39">
            <a:extLst>
              <a:ext uri="{FF2B5EF4-FFF2-40B4-BE49-F238E27FC236}">
                <a16:creationId xmlns:a16="http://schemas.microsoft.com/office/drawing/2014/main" id="{6A73A310-F691-FBF0-7151-7C1B4A1FE05A}"/>
              </a:ext>
            </a:extLst>
          </p:cNvPr>
          <p:cNvSpPr/>
          <p:nvPr/>
        </p:nvSpPr>
        <p:spPr>
          <a:xfrm>
            <a:off x="6316775" y="352369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!!dot_40">
            <a:extLst>
              <a:ext uri="{FF2B5EF4-FFF2-40B4-BE49-F238E27FC236}">
                <a16:creationId xmlns:a16="http://schemas.microsoft.com/office/drawing/2014/main" id="{5A9A2BE9-C410-B639-1CF3-1331B330C108}"/>
              </a:ext>
            </a:extLst>
          </p:cNvPr>
          <p:cNvSpPr/>
          <p:nvPr/>
        </p:nvSpPr>
        <p:spPr>
          <a:xfrm>
            <a:off x="6409987" y="3420881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!!dot_41">
            <a:extLst>
              <a:ext uri="{FF2B5EF4-FFF2-40B4-BE49-F238E27FC236}">
                <a16:creationId xmlns:a16="http://schemas.microsoft.com/office/drawing/2014/main" id="{CDB7AA30-C544-830F-D61E-794E4D0407DE}"/>
              </a:ext>
            </a:extLst>
          </p:cNvPr>
          <p:cNvSpPr/>
          <p:nvPr/>
        </p:nvSpPr>
        <p:spPr>
          <a:xfrm>
            <a:off x="6183250" y="332662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!!dot_42">
            <a:extLst>
              <a:ext uri="{FF2B5EF4-FFF2-40B4-BE49-F238E27FC236}">
                <a16:creationId xmlns:a16="http://schemas.microsoft.com/office/drawing/2014/main" id="{4A4CD0F6-EF42-7535-981F-FA549F98A624}"/>
              </a:ext>
            </a:extLst>
          </p:cNvPr>
          <p:cNvSpPr/>
          <p:nvPr/>
        </p:nvSpPr>
        <p:spPr>
          <a:xfrm>
            <a:off x="6026838" y="364129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!!dot_43">
            <a:extLst>
              <a:ext uri="{FF2B5EF4-FFF2-40B4-BE49-F238E27FC236}">
                <a16:creationId xmlns:a16="http://schemas.microsoft.com/office/drawing/2014/main" id="{34B004BD-8FF7-14C8-B114-D4132AE30E2E}"/>
              </a:ext>
            </a:extLst>
          </p:cNvPr>
          <p:cNvSpPr/>
          <p:nvPr/>
        </p:nvSpPr>
        <p:spPr>
          <a:xfrm>
            <a:off x="6911277" y="3387492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!!dot_44">
            <a:extLst>
              <a:ext uri="{FF2B5EF4-FFF2-40B4-BE49-F238E27FC236}">
                <a16:creationId xmlns:a16="http://schemas.microsoft.com/office/drawing/2014/main" id="{24889C1A-A009-C8BD-09BE-E85CBF8D46BF}"/>
              </a:ext>
            </a:extLst>
          </p:cNvPr>
          <p:cNvSpPr/>
          <p:nvPr/>
        </p:nvSpPr>
        <p:spPr>
          <a:xfrm>
            <a:off x="5893629" y="3582858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!!dot_45">
            <a:extLst>
              <a:ext uri="{FF2B5EF4-FFF2-40B4-BE49-F238E27FC236}">
                <a16:creationId xmlns:a16="http://schemas.microsoft.com/office/drawing/2014/main" id="{E1344C44-E803-961D-8ACA-F3CCE4EBCD55}"/>
              </a:ext>
            </a:extLst>
          </p:cNvPr>
          <p:cNvSpPr/>
          <p:nvPr/>
        </p:nvSpPr>
        <p:spPr>
          <a:xfrm>
            <a:off x="6809324" y="335072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!!dot_46">
            <a:extLst>
              <a:ext uri="{FF2B5EF4-FFF2-40B4-BE49-F238E27FC236}">
                <a16:creationId xmlns:a16="http://schemas.microsoft.com/office/drawing/2014/main" id="{224DAC9F-5431-5580-152A-77674150DA74}"/>
              </a:ext>
            </a:extLst>
          </p:cNvPr>
          <p:cNvSpPr/>
          <p:nvPr/>
        </p:nvSpPr>
        <p:spPr>
          <a:xfrm>
            <a:off x="6268261" y="3717063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!!dot_47">
            <a:extLst>
              <a:ext uri="{FF2B5EF4-FFF2-40B4-BE49-F238E27FC236}">
                <a16:creationId xmlns:a16="http://schemas.microsoft.com/office/drawing/2014/main" id="{20870C1C-0580-E62B-AB50-56A5B17ECE92}"/>
              </a:ext>
            </a:extLst>
          </p:cNvPr>
          <p:cNvSpPr/>
          <p:nvPr/>
        </p:nvSpPr>
        <p:spPr>
          <a:xfrm>
            <a:off x="6598020" y="3540090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!!dot_48">
            <a:extLst>
              <a:ext uri="{FF2B5EF4-FFF2-40B4-BE49-F238E27FC236}">
                <a16:creationId xmlns:a16="http://schemas.microsoft.com/office/drawing/2014/main" id="{BB7F4809-C878-3575-0A69-E150E59C79B2}"/>
              </a:ext>
            </a:extLst>
          </p:cNvPr>
          <p:cNvSpPr/>
          <p:nvPr/>
        </p:nvSpPr>
        <p:spPr>
          <a:xfrm>
            <a:off x="6647994" y="3422979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!!dot_49">
            <a:extLst>
              <a:ext uri="{FF2B5EF4-FFF2-40B4-BE49-F238E27FC236}">
                <a16:creationId xmlns:a16="http://schemas.microsoft.com/office/drawing/2014/main" id="{56703171-B3F6-6D68-9E26-33D20110FAFF}"/>
              </a:ext>
            </a:extLst>
          </p:cNvPr>
          <p:cNvSpPr/>
          <p:nvPr/>
        </p:nvSpPr>
        <p:spPr>
          <a:xfrm>
            <a:off x="6093449" y="3536670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!!dot_50">
            <a:extLst>
              <a:ext uri="{FF2B5EF4-FFF2-40B4-BE49-F238E27FC236}">
                <a16:creationId xmlns:a16="http://schemas.microsoft.com/office/drawing/2014/main" id="{52BAED04-985E-6FAA-AB40-F0530CD8E59B}"/>
              </a:ext>
            </a:extLst>
          </p:cNvPr>
          <p:cNvSpPr/>
          <p:nvPr/>
        </p:nvSpPr>
        <p:spPr>
          <a:xfrm>
            <a:off x="6387635" y="3642047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!!dot_51">
            <a:extLst>
              <a:ext uri="{FF2B5EF4-FFF2-40B4-BE49-F238E27FC236}">
                <a16:creationId xmlns:a16="http://schemas.microsoft.com/office/drawing/2014/main" id="{D54D7097-736B-0AD7-2687-BDD3050AA7E1}"/>
              </a:ext>
            </a:extLst>
          </p:cNvPr>
          <p:cNvSpPr/>
          <p:nvPr/>
        </p:nvSpPr>
        <p:spPr>
          <a:xfrm>
            <a:off x="6452190" y="3300033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!!dot_52">
            <a:extLst>
              <a:ext uri="{FF2B5EF4-FFF2-40B4-BE49-F238E27FC236}">
                <a16:creationId xmlns:a16="http://schemas.microsoft.com/office/drawing/2014/main" id="{651C7FC9-2C08-A7EB-F93B-4BC60BFB4BF7}"/>
              </a:ext>
            </a:extLst>
          </p:cNvPr>
          <p:cNvSpPr/>
          <p:nvPr/>
        </p:nvSpPr>
        <p:spPr>
          <a:xfrm>
            <a:off x="7050915" y="3428679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!!dot_53">
            <a:extLst>
              <a:ext uri="{FF2B5EF4-FFF2-40B4-BE49-F238E27FC236}">
                <a16:creationId xmlns:a16="http://schemas.microsoft.com/office/drawing/2014/main" id="{6350E35E-25BC-3EE2-1B9B-C93738388162}"/>
              </a:ext>
            </a:extLst>
          </p:cNvPr>
          <p:cNvSpPr/>
          <p:nvPr/>
        </p:nvSpPr>
        <p:spPr>
          <a:xfrm>
            <a:off x="6306799" y="3734176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!!dot_54">
            <a:extLst>
              <a:ext uri="{FF2B5EF4-FFF2-40B4-BE49-F238E27FC236}">
                <a16:creationId xmlns:a16="http://schemas.microsoft.com/office/drawing/2014/main" id="{77F26F09-AD1D-A3BE-118B-4C28C0D442B5}"/>
              </a:ext>
            </a:extLst>
          </p:cNvPr>
          <p:cNvSpPr/>
          <p:nvPr/>
        </p:nvSpPr>
        <p:spPr>
          <a:xfrm>
            <a:off x="6208127" y="3703013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!!dot_55">
            <a:extLst>
              <a:ext uri="{FF2B5EF4-FFF2-40B4-BE49-F238E27FC236}">
                <a16:creationId xmlns:a16="http://schemas.microsoft.com/office/drawing/2014/main" id="{2DABD5DE-7EFD-24A6-BAD2-075E5CCDB9C4}"/>
              </a:ext>
            </a:extLst>
          </p:cNvPr>
          <p:cNvSpPr/>
          <p:nvPr/>
        </p:nvSpPr>
        <p:spPr>
          <a:xfrm>
            <a:off x="6199194" y="3766902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!!dot_56">
            <a:extLst>
              <a:ext uri="{FF2B5EF4-FFF2-40B4-BE49-F238E27FC236}">
                <a16:creationId xmlns:a16="http://schemas.microsoft.com/office/drawing/2014/main" id="{B9268658-84E8-02EF-76A9-7B89C758B884}"/>
              </a:ext>
            </a:extLst>
          </p:cNvPr>
          <p:cNvSpPr/>
          <p:nvPr/>
        </p:nvSpPr>
        <p:spPr>
          <a:xfrm>
            <a:off x="5996222" y="3596633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!!dot_57">
            <a:extLst>
              <a:ext uri="{FF2B5EF4-FFF2-40B4-BE49-F238E27FC236}">
                <a16:creationId xmlns:a16="http://schemas.microsoft.com/office/drawing/2014/main" id="{4A71778B-05AE-0C25-DF67-D8FC81CE74CB}"/>
              </a:ext>
            </a:extLst>
          </p:cNvPr>
          <p:cNvSpPr/>
          <p:nvPr/>
        </p:nvSpPr>
        <p:spPr>
          <a:xfrm>
            <a:off x="6486690" y="358045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!!dot_58">
            <a:extLst>
              <a:ext uri="{FF2B5EF4-FFF2-40B4-BE49-F238E27FC236}">
                <a16:creationId xmlns:a16="http://schemas.microsoft.com/office/drawing/2014/main" id="{C89086B8-B9A2-0433-1102-6F1832667202}"/>
              </a:ext>
            </a:extLst>
          </p:cNvPr>
          <p:cNvSpPr/>
          <p:nvPr/>
        </p:nvSpPr>
        <p:spPr>
          <a:xfrm>
            <a:off x="6093938" y="3677652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!!dot_59">
            <a:extLst>
              <a:ext uri="{FF2B5EF4-FFF2-40B4-BE49-F238E27FC236}">
                <a16:creationId xmlns:a16="http://schemas.microsoft.com/office/drawing/2014/main" id="{EBC3D885-B6B4-88BE-9A6E-E25F5E957ABE}"/>
              </a:ext>
            </a:extLst>
          </p:cNvPr>
          <p:cNvSpPr/>
          <p:nvPr/>
        </p:nvSpPr>
        <p:spPr>
          <a:xfrm>
            <a:off x="6769129" y="3668359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!!dot_60">
            <a:extLst>
              <a:ext uri="{FF2B5EF4-FFF2-40B4-BE49-F238E27FC236}">
                <a16:creationId xmlns:a16="http://schemas.microsoft.com/office/drawing/2014/main" id="{53C9D476-99CE-7209-C4BE-7CE634075F2C}"/>
              </a:ext>
            </a:extLst>
          </p:cNvPr>
          <p:cNvSpPr/>
          <p:nvPr/>
        </p:nvSpPr>
        <p:spPr>
          <a:xfrm>
            <a:off x="6356541" y="364095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!!dot_61">
            <a:extLst>
              <a:ext uri="{FF2B5EF4-FFF2-40B4-BE49-F238E27FC236}">
                <a16:creationId xmlns:a16="http://schemas.microsoft.com/office/drawing/2014/main" id="{19846F4D-F552-259D-4063-95B0CF85FE87}"/>
              </a:ext>
            </a:extLst>
          </p:cNvPr>
          <p:cNvSpPr/>
          <p:nvPr/>
        </p:nvSpPr>
        <p:spPr>
          <a:xfrm>
            <a:off x="6578974" y="3202194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!!dot_62">
            <a:extLst>
              <a:ext uri="{FF2B5EF4-FFF2-40B4-BE49-F238E27FC236}">
                <a16:creationId xmlns:a16="http://schemas.microsoft.com/office/drawing/2014/main" id="{C32DD4B0-CA95-2EEC-81B9-8ACAFF35C9A2}"/>
              </a:ext>
            </a:extLst>
          </p:cNvPr>
          <p:cNvSpPr/>
          <p:nvPr/>
        </p:nvSpPr>
        <p:spPr>
          <a:xfrm>
            <a:off x="6432911" y="2961553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!!dot_63">
            <a:extLst>
              <a:ext uri="{FF2B5EF4-FFF2-40B4-BE49-F238E27FC236}">
                <a16:creationId xmlns:a16="http://schemas.microsoft.com/office/drawing/2014/main" id="{8811B276-C5DB-B172-93C3-2DA797D0E873}"/>
              </a:ext>
            </a:extLst>
          </p:cNvPr>
          <p:cNvSpPr/>
          <p:nvPr/>
        </p:nvSpPr>
        <p:spPr>
          <a:xfrm>
            <a:off x="6400325" y="3532410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!!dot_64">
            <a:extLst>
              <a:ext uri="{FF2B5EF4-FFF2-40B4-BE49-F238E27FC236}">
                <a16:creationId xmlns:a16="http://schemas.microsoft.com/office/drawing/2014/main" id="{31872FFE-4A6C-FAEA-0E76-3A59F62543C0}"/>
              </a:ext>
            </a:extLst>
          </p:cNvPr>
          <p:cNvSpPr/>
          <p:nvPr/>
        </p:nvSpPr>
        <p:spPr>
          <a:xfrm>
            <a:off x="6373861" y="4170316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!!dot_65">
            <a:extLst>
              <a:ext uri="{FF2B5EF4-FFF2-40B4-BE49-F238E27FC236}">
                <a16:creationId xmlns:a16="http://schemas.microsoft.com/office/drawing/2014/main" id="{8F5B810D-1CC9-9798-F66C-64F1E3FA3590}"/>
              </a:ext>
            </a:extLst>
          </p:cNvPr>
          <p:cNvSpPr/>
          <p:nvPr/>
        </p:nvSpPr>
        <p:spPr>
          <a:xfrm>
            <a:off x="6486601" y="3902430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!!dot_66">
            <a:extLst>
              <a:ext uri="{FF2B5EF4-FFF2-40B4-BE49-F238E27FC236}">
                <a16:creationId xmlns:a16="http://schemas.microsoft.com/office/drawing/2014/main" id="{CA8C2877-ABEE-01F9-22E2-80347CD23841}"/>
              </a:ext>
            </a:extLst>
          </p:cNvPr>
          <p:cNvSpPr/>
          <p:nvPr/>
        </p:nvSpPr>
        <p:spPr>
          <a:xfrm>
            <a:off x="6330027" y="4023056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!!dot_67">
            <a:extLst>
              <a:ext uri="{FF2B5EF4-FFF2-40B4-BE49-F238E27FC236}">
                <a16:creationId xmlns:a16="http://schemas.microsoft.com/office/drawing/2014/main" id="{93571E39-8777-2035-88C1-7032B721F076}"/>
              </a:ext>
            </a:extLst>
          </p:cNvPr>
          <p:cNvSpPr/>
          <p:nvPr/>
        </p:nvSpPr>
        <p:spPr>
          <a:xfrm>
            <a:off x="5645796" y="4461808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!!dot_68">
            <a:extLst>
              <a:ext uri="{FF2B5EF4-FFF2-40B4-BE49-F238E27FC236}">
                <a16:creationId xmlns:a16="http://schemas.microsoft.com/office/drawing/2014/main" id="{58CA591D-2D06-43CB-1D00-C86E4A51DD1D}"/>
              </a:ext>
            </a:extLst>
          </p:cNvPr>
          <p:cNvSpPr/>
          <p:nvPr/>
        </p:nvSpPr>
        <p:spPr>
          <a:xfrm>
            <a:off x="6518527" y="3572245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!!dot_69">
            <a:extLst>
              <a:ext uri="{FF2B5EF4-FFF2-40B4-BE49-F238E27FC236}">
                <a16:creationId xmlns:a16="http://schemas.microsoft.com/office/drawing/2014/main" id="{40B4F508-A832-8E16-AF1B-26D39424F85B}"/>
              </a:ext>
            </a:extLst>
          </p:cNvPr>
          <p:cNvSpPr/>
          <p:nvPr/>
        </p:nvSpPr>
        <p:spPr>
          <a:xfrm>
            <a:off x="6638620" y="3427222"/>
            <a:ext cx="43455" cy="41403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!!cov_ellipse">
            <a:extLst>
              <a:ext uri="{FF2B5EF4-FFF2-40B4-BE49-F238E27FC236}">
                <a16:creationId xmlns:a16="http://schemas.microsoft.com/office/drawing/2014/main" id="{844C1364-948F-BADD-67CE-1B6E8DE35021}"/>
              </a:ext>
            </a:extLst>
          </p:cNvPr>
          <p:cNvSpPr/>
          <p:nvPr/>
        </p:nvSpPr>
        <p:spPr>
          <a:xfrm rot="18900000">
            <a:off x="5132331" y="3059398"/>
            <a:ext cx="2385111" cy="911700"/>
          </a:xfrm>
          <a:prstGeom prst="ellipse">
            <a:avLst/>
          </a:prstGeom>
          <a:ln w="2032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82">
            <a:extLst>
              <a:ext uri="{FF2B5EF4-FFF2-40B4-BE49-F238E27FC236}">
                <a16:creationId xmlns:a16="http://schemas.microsoft.com/office/drawing/2014/main" id="{99063F86-5E21-286B-78C8-F079F9203AD4}"/>
              </a:ext>
            </a:extLst>
          </p:cNvPr>
          <p:cNvSpPr/>
          <p:nvPr/>
        </p:nvSpPr>
        <p:spPr>
          <a:xfrm>
            <a:off x="7725214" y="3474327"/>
            <a:ext cx="1202165" cy="1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1 (std)</a:t>
            </a:r>
            <a:endParaRPr lang="en-US" sz="1100" dirty="0"/>
          </a:p>
        </p:txBody>
      </p:sp>
      <p:sp>
        <p:nvSpPr>
          <p:cNvPr id="157" name="Text 83">
            <a:extLst>
              <a:ext uri="{FF2B5EF4-FFF2-40B4-BE49-F238E27FC236}">
                <a16:creationId xmlns:a16="http://schemas.microsoft.com/office/drawing/2014/main" id="{C16609F4-BA7F-9FA4-63A7-0D8F609EDB74}"/>
              </a:ext>
            </a:extLst>
          </p:cNvPr>
          <p:cNvSpPr/>
          <p:nvPr/>
        </p:nvSpPr>
        <p:spPr>
          <a:xfrm>
            <a:off x="5931398" y="2162174"/>
            <a:ext cx="14683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2 (std)</a:t>
            </a:r>
            <a:endParaRPr lang="en-US" sz="1100" dirty="0"/>
          </a:p>
        </p:txBody>
      </p:sp>
      <p:sp>
        <p:nvSpPr>
          <p:cNvPr id="158" name="Shape 0">
            <a:extLst>
              <a:ext uri="{FF2B5EF4-FFF2-40B4-BE49-F238E27FC236}">
                <a16:creationId xmlns:a16="http://schemas.microsoft.com/office/drawing/2014/main" id="{513D2C13-89EB-8A0F-9AB4-6D47221FF841}"/>
              </a:ext>
            </a:extLst>
          </p:cNvPr>
          <p:cNvSpPr/>
          <p:nvPr/>
        </p:nvSpPr>
        <p:spPr>
          <a:xfrm>
            <a:off x="288370" y="3424403"/>
            <a:ext cx="3639760" cy="1429699"/>
          </a:xfrm>
          <a:prstGeom prst="roundRect">
            <a:avLst>
              <a:gd name="adj" fmla="val 10016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main.py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F2DC015-B323-5544-BB90-918A0E73FC95}"/>
              </a:ext>
            </a:extLst>
          </p:cNvPr>
          <p:cNvSpPr txBox="1"/>
          <p:nvPr/>
        </p:nvSpPr>
        <p:spPr>
          <a:xfrm>
            <a:off x="240632" y="2359234"/>
            <a:ext cx="4904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A </a:t>
            </a:r>
            <a:r>
              <a:rPr lang="en-US" sz="1400" b="1" kern="0" spc="-3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features×features</a:t>
            </a:r>
            <a:r>
              <a:rPr lang="en-US" sz="14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 table that captures how every pair of features co-varies across all samples..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AE242A0-B203-6B86-8E85-3EF92FEA6DD0}"/>
              </a:ext>
            </a:extLst>
          </p:cNvPr>
          <p:cNvSpPr txBox="1"/>
          <p:nvPr/>
        </p:nvSpPr>
        <p:spPr>
          <a:xfrm>
            <a:off x="282773" y="2842057"/>
            <a:ext cx="45374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</a:rPr>
              <a:t>The shape of </a:t>
            </a:r>
            <a:r>
              <a:rPr lang="el-GR" sz="1100" dirty="0">
                <a:solidFill>
                  <a:srgbClr val="94A3B8"/>
                </a:solidFill>
                <a:latin typeface="Calibri" panose="020F0502020204030204" pitchFamily="34" charset="0"/>
              </a:rPr>
              <a:t>Σ </a:t>
            </a: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</a:rPr>
              <a:t>tells us how stretched and tilted the cloud is. Diagonal entries are the variances of each feature; off-diagonals are the covariances.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1E0259F-7342-D098-2602-304C87DE2914}"/>
              </a:ext>
            </a:extLst>
          </p:cNvPr>
          <p:cNvSpPr txBox="1"/>
          <p:nvPr/>
        </p:nvSpPr>
        <p:spPr>
          <a:xfrm>
            <a:off x="319983" y="3753138"/>
            <a:ext cx="44982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7C84B5"/>
                </a:solidFill>
                <a:latin typeface="Source Code Pro" panose="020B0509030403020204" pitchFamily="49" charset="0"/>
              </a:rPr>
              <a:t># features × features co-variation</a:t>
            </a:r>
            <a:endParaRPr lang="en-US" sz="1200" dirty="0">
              <a:solidFill>
                <a:srgbClr val="E9E6DD"/>
              </a:solidFill>
              <a:latin typeface="Source Code Pro" panose="020B0509030403020204" pitchFamily="49" charset="0"/>
            </a:endParaRPr>
          </a:p>
          <a:p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cov_matrix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= </a:t>
            </a:r>
            <a:r>
              <a:rPr lang="en-US" sz="1200" dirty="0" err="1">
                <a:solidFill>
                  <a:srgbClr val="9DD0F0"/>
                </a:solidFill>
                <a:latin typeface="Source Code Pro" panose="020B0509030403020204" pitchFamily="49" charset="0"/>
              </a:rPr>
              <a:t>np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.cov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</a:t>
            </a:r>
          </a:p>
          <a:p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  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X_centered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,</a:t>
            </a:r>
          </a:p>
          <a:p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  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rowvar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=</a:t>
            </a:r>
            <a:r>
              <a:rPr lang="en-US" sz="1200" dirty="0">
                <a:solidFill>
                  <a:srgbClr val="C9A6E0"/>
                </a:solidFill>
                <a:latin typeface="Source Code Pro" panose="020B0509030403020204" pitchFamily="49" charset="0"/>
              </a:rPr>
              <a:t>False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,</a:t>
            </a:r>
          </a:p>
          <a:p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)</a:t>
            </a:r>
          </a:p>
        </p:txBody>
      </p:sp>
      <p:sp>
        <p:nvSpPr>
          <p:cNvPr id="162" name="!!axis_h">
            <a:extLst>
              <a:ext uri="{FF2B5EF4-FFF2-40B4-BE49-F238E27FC236}">
                <a16:creationId xmlns:a16="http://schemas.microsoft.com/office/drawing/2014/main" id="{9BFC0BBB-598A-076D-1119-E2674C60AE52}"/>
              </a:ext>
            </a:extLst>
          </p:cNvPr>
          <p:cNvSpPr/>
          <p:nvPr/>
        </p:nvSpPr>
        <p:spPr>
          <a:xfrm flipV="1">
            <a:off x="393192" y="3724507"/>
            <a:ext cx="3375920" cy="0"/>
          </a:xfrm>
          <a:prstGeom prst="line">
            <a:avLst/>
          </a:prstGeom>
          <a:noFill/>
          <a:ln w="1143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4DEBC90-4114-1FF1-5F51-14E9C946EABA}"/>
                  </a:ext>
                </a:extLst>
              </p:cNvPr>
              <p:cNvSpPr txBox="1"/>
              <p:nvPr/>
            </p:nvSpPr>
            <p:spPr>
              <a:xfrm>
                <a:off x="202996" y="1773347"/>
                <a:ext cx="1678665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4DEBC90-4114-1FF1-5F51-14E9C946E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96" y="1773347"/>
                <a:ext cx="1678665" cy="612732"/>
              </a:xfrm>
              <a:prstGeom prst="rect">
                <a:avLst/>
              </a:prstGeom>
              <a:blipFill>
                <a:blip r:embed="rId8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54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CB1EF-21C2-BA64-59AF-F31BB2F3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10CD8E3-5777-503F-07C3-5482F8FBBA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5263422"/>
              </p:ext>
            </p:extLst>
          </p:nvPr>
        </p:nvGraphicFramePr>
        <p:xfrm>
          <a:off x="-22952752" y="-1341798"/>
          <a:ext cx="34814656" cy="380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Shape 0">
            <a:extLst>
              <a:ext uri="{FF2B5EF4-FFF2-40B4-BE49-F238E27FC236}">
                <a16:creationId xmlns:a16="http://schemas.microsoft.com/office/drawing/2014/main" id="{D20E5859-FA14-E8C5-3DA2-CF649F12D3AC}"/>
              </a:ext>
            </a:extLst>
          </p:cNvPr>
          <p:cNvSpPr/>
          <p:nvPr/>
        </p:nvSpPr>
        <p:spPr>
          <a:xfrm>
            <a:off x="7019778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E12A6B67-9AFF-8745-D1ED-3A50B7516830}"/>
              </a:ext>
            </a:extLst>
          </p:cNvPr>
          <p:cNvSpPr/>
          <p:nvPr/>
        </p:nvSpPr>
        <p:spPr>
          <a:xfrm>
            <a:off x="7220946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F9BDFC4B-3A9A-5414-594D-8512B6414924}"/>
              </a:ext>
            </a:extLst>
          </p:cNvPr>
          <p:cNvSpPr/>
          <p:nvPr/>
        </p:nvSpPr>
        <p:spPr>
          <a:xfrm>
            <a:off x="7422114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137100D4-7A74-350A-EFE5-F61E30B0454B}"/>
              </a:ext>
            </a:extLst>
          </p:cNvPr>
          <p:cNvSpPr/>
          <p:nvPr/>
        </p:nvSpPr>
        <p:spPr>
          <a:xfrm>
            <a:off x="7623282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23CEEC2A-8735-8397-071F-8558C60747C6}"/>
              </a:ext>
            </a:extLst>
          </p:cNvPr>
          <p:cNvSpPr/>
          <p:nvPr/>
        </p:nvSpPr>
        <p:spPr>
          <a:xfrm>
            <a:off x="7824450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F2E02CC1-099F-46B8-8222-6A24DE61ADB8}"/>
              </a:ext>
            </a:extLst>
          </p:cNvPr>
          <p:cNvSpPr/>
          <p:nvPr/>
        </p:nvSpPr>
        <p:spPr>
          <a:xfrm>
            <a:off x="9362049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5759CFF8-49F5-8325-5393-BEACEFCA36B3}"/>
              </a:ext>
            </a:extLst>
          </p:cNvPr>
          <p:cNvSpPr/>
          <p:nvPr/>
        </p:nvSpPr>
        <p:spPr>
          <a:xfrm>
            <a:off x="9563217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7196B4E3-DEF1-D498-5251-E548DA386D69}"/>
              </a:ext>
            </a:extLst>
          </p:cNvPr>
          <p:cNvSpPr/>
          <p:nvPr/>
        </p:nvSpPr>
        <p:spPr>
          <a:xfrm>
            <a:off x="9764385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25D55CB2-895F-1E4C-6079-FEBB11D3D8C7}"/>
              </a:ext>
            </a:extLst>
          </p:cNvPr>
          <p:cNvSpPr/>
          <p:nvPr/>
        </p:nvSpPr>
        <p:spPr>
          <a:xfrm>
            <a:off x="9965553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C7EB6439-7EE0-EB4E-484A-C3522CDA808E}"/>
              </a:ext>
            </a:extLst>
          </p:cNvPr>
          <p:cNvSpPr/>
          <p:nvPr/>
        </p:nvSpPr>
        <p:spPr>
          <a:xfrm>
            <a:off x="10166721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3D5F5E1B-A72A-27A7-C5CE-1B96AEECD9F6}"/>
              </a:ext>
            </a:extLst>
          </p:cNvPr>
          <p:cNvSpPr/>
          <p:nvPr/>
        </p:nvSpPr>
        <p:spPr>
          <a:xfrm>
            <a:off x="7019778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35E7F9B6-B23C-7ED5-4840-745109FE4B49}"/>
              </a:ext>
            </a:extLst>
          </p:cNvPr>
          <p:cNvSpPr/>
          <p:nvPr/>
        </p:nvSpPr>
        <p:spPr>
          <a:xfrm>
            <a:off x="7220946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591478A8-970C-550E-8C2C-EA07F6105AA7}"/>
              </a:ext>
            </a:extLst>
          </p:cNvPr>
          <p:cNvSpPr/>
          <p:nvPr/>
        </p:nvSpPr>
        <p:spPr>
          <a:xfrm>
            <a:off x="7422114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41C447FC-CAA3-B4D4-78F8-F4BB19368611}"/>
              </a:ext>
            </a:extLst>
          </p:cNvPr>
          <p:cNvSpPr/>
          <p:nvPr/>
        </p:nvSpPr>
        <p:spPr>
          <a:xfrm>
            <a:off x="7623282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DE10148A-46EE-0B61-D96D-AEFC16BFA412}"/>
              </a:ext>
            </a:extLst>
          </p:cNvPr>
          <p:cNvSpPr/>
          <p:nvPr/>
        </p:nvSpPr>
        <p:spPr>
          <a:xfrm>
            <a:off x="7824450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85A3C777-F7E5-B508-F55B-8194F4599AB3}"/>
              </a:ext>
            </a:extLst>
          </p:cNvPr>
          <p:cNvSpPr/>
          <p:nvPr/>
        </p:nvSpPr>
        <p:spPr>
          <a:xfrm>
            <a:off x="9362049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21D1BF28-26C8-8C05-2ACD-AD45541D45B7}"/>
              </a:ext>
            </a:extLst>
          </p:cNvPr>
          <p:cNvSpPr/>
          <p:nvPr/>
        </p:nvSpPr>
        <p:spPr>
          <a:xfrm>
            <a:off x="9563217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BCB56768-BB17-19D9-4D71-1B9B5B2121C6}"/>
              </a:ext>
            </a:extLst>
          </p:cNvPr>
          <p:cNvSpPr/>
          <p:nvPr/>
        </p:nvSpPr>
        <p:spPr>
          <a:xfrm>
            <a:off x="9764385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CB1A4F13-6FA7-EB95-4614-D6E0E87269CF}"/>
              </a:ext>
            </a:extLst>
          </p:cNvPr>
          <p:cNvSpPr/>
          <p:nvPr/>
        </p:nvSpPr>
        <p:spPr>
          <a:xfrm>
            <a:off x="9965553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08708C91-24A8-5461-FEA3-9B551139B52F}"/>
              </a:ext>
            </a:extLst>
          </p:cNvPr>
          <p:cNvSpPr/>
          <p:nvPr/>
        </p:nvSpPr>
        <p:spPr>
          <a:xfrm>
            <a:off x="10166721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9BA3EE60-4D13-3168-69B3-12E45349FEFE}"/>
              </a:ext>
            </a:extLst>
          </p:cNvPr>
          <p:cNvSpPr/>
          <p:nvPr/>
        </p:nvSpPr>
        <p:spPr>
          <a:xfrm>
            <a:off x="7019778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C165E8D4-F341-BA87-DF4D-1567C61877B1}"/>
              </a:ext>
            </a:extLst>
          </p:cNvPr>
          <p:cNvSpPr/>
          <p:nvPr/>
        </p:nvSpPr>
        <p:spPr>
          <a:xfrm>
            <a:off x="7220946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3F7BD115-C8FC-BFCE-5302-D459ADAE1014}"/>
              </a:ext>
            </a:extLst>
          </p:cNvPr>
          <p:cNvSpPr/>
          <p:nvPr/>
        </p:nvSpPr>
        <p:spPr>
          <a:xfrm>
            <a:off x="7422114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C8569995-AE48-F9B5-6513-6B97A2DFFEA5}"/>
              </a:ext>
            </a:extLst>
          </p:cNvPr>
          <p:cNvSpPr/>
          <p:nvPr/>
        </p:nvSpPr>
        <p:spPr>
          <a:xfrm>
            <a:off x="7623282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98D77368-9FE4-B6ED-1893-47B91EB90D65}"/>
              </a:ext>
            </a:extLst>
          </p:cNvPr>
          <p:cNvSpPr/>
          <p:nvPr/>
        </p:nvSpPr>
        <p:spPr>
          <a:xfrm>
            <a:off x="7824450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EB86A8F0-DAE9-F862-5FE2-CEBE36E0C863}"/>
              </a:ext>
            </a:extLst>
          </p:cNvPr>
          <p:cNvSpPr/>
          <p:nvPr/>
        </p:nvSpPr>
        <p:spPr>
          <a:xfrm>
            <a:off x="9362049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41ADDB74-52E3-145B-C079-F22805547091}"/>
              </a:ext>
            </a:extLst>
          </p:cNvPr>
          <p:cNvSpPr/>
          <p:nvPr/>
        </p:nvSpPr>
        <p:spPr>
          <a:xfrm>
            <a:off x="9563217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1BAA257B-425D-D50E-4842-6484070E9045}"/>
              </a:ext>
            </a:extLst>
          </p:cNvPr>
          <p:cNvSpPr/>
          <p:nvPr/>
        </p:nvSpPr>
        <p:spPr>
          <a:xfrm>
            <a:off x="9764385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E7A4DE78-792B-65F8-99DE-636773D530F8}"/>
              </a:ext>
            </a:extLst>
          </p:cNvPr>
          <p:cNvSpPr/>
          <p:nvPr/>
        </p:nvSpPr>
        <p:spPr>
          <a:xfrm>
            <a:off x="9965553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27447AA8-2C33-1066-B5FA-165039FC3872}"/>
              </a:ext>
            </a:extLst>
          </p:cNvPr>
          <p:cNvSpPr/>
          <p:nvPr/>
        </p:nvSpPr>
        <p:spPr>
          <a:xfrm>
            <a:off x="10166721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4EA6046A-138F-5B61-6DD5-4CD7E9C93E6E}"/>
              </a:ext>
            </a:extLst>
          </p:cNvPr>
          <p:cNvSpPr/>
          <p:nvPr/>
        </p:nvSpPr>
        <p:spPr>
          <a:xfrm>
            <a:off x="7019778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3F37AD01-0BF7-FC6D-7D8D-B604D19A398D}"/>
              </a:ext>
            </a:extLst>
          </p:cNvPr>
          <p:cNvSpPr/>
          <p:nvPr/>
        </p:nvSpPr>
        <p:spPr>
          <a:xfrm>
            <a:off x="7220946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20954C9B-89F2-3FF2-9CCB-49936A9BFDC9}"/>
              </a:ext>
            </a:extLst>
          </p:cNvPr>
          <p:cNvSpPr/>
          <p:nvPr/>
        </p:nvSpPr>
        <p:spPr>
          <a:xfrm>
            <a:off x="7422114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33">
            <a:extLst>
              <a:ext uri="{FF2B5EF4-FFF2-40B4-BE49-F238E27FC236}">
                <a16:creationId xmlns:a16="http://schemas.microsoft.com/office/drawing/2014/main" id="{AADE366F-D4D4-E1A4-9E34-04488A9974C0}"/>
              </a:ext>
            </a:extLst>
          </p:cNvPr>
          <p:cNvSpPr/>
          <p:nvPr/>
        </p:nvSpPr>
        <p:spPr>
          <a:xfrm>
            <a:off x="7623282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F74CB758-64CB-DEA8-B64E-9729061942AB}"/>
              </a:ext>
            </a:extLst>
          </p:cNvPr>
          <p:cNvSpPr/>
          <p:nvPr/>
        </p:nvSpPr>
        <p:spPr>
          <a:xfrm>
            <a:off x="7824450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898D3AA4-400D-E024-F525-996C2BEC746D}"/>
              </a:ext>
            </a:extLst>
          </p:cNvPr>
          <p:cNvSpPr/>
          <p:nvPr/>
        </p:nvSpPr>
        <p:spPr>
          <a:xfrm>
            <a:off x="9362049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F588B778-1C90-CCF6-5023-2652D4147B19}"/>
              </a:ext>
            </a:extLst>
          </p:cNvPr>
          <p:cNvSpPr/>
          <p:nvPr/>
        </p:nvSpPr>
        <p:spPr>
          <a:xfrm>
            <a:off x="9563217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98D88F4C-9E50-D635-4AC6-9D4D1FCCD671}"/>
              </a:ext>
            </a:extLst>
          </p:cNvPr>
          <p:cNvSpPr/>
          <p:nvPr/>
        </p:nvSpPr>
        <p:spPr>
          <a:xfrm>
            <a:off x="9764385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38">
            <a:extLst>
              <a:ext uri="{FF2B5EF4-FFF2-40B4-BE49-F238E27FC236}">
                <a16:creationId xmlns:a16="http://schemas.microsoft.com/office/drawing/2014/main" id="{68472006-66F5-8CCE-6DBD-A76A19401C6B}"/>
              </a:ext>
            </a:extLst>
          </p:cNvPr>
          <p:cNvSpPr/>
          <p:nvPr/>
        </p:nvSpPr>
        <p:spPr>
          <a:xfrm>
            <a:off x="9965553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D104DDD2-4ADF-B888-3DFA-35DBFFAF5B04}"/>
              </a:ext>
            </a:extLst>
          </p:cNvPr>
          <p:cNvSpPr/>
          <p:nvPr/>
        </p:nvSpPr>
        <p:spPr>
          <a:xfrm>
            <a:off x="10166721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40">
            <a:extLst>
              <a:ext uri="{FF2B5EF4-FFF2-40B4-BE49-F238E27FC236}">
                <a16:creationId xmlns:a16="http://schemas.microsoft.com/office/drawing/2014/main" id="{E22F0800-833D-BC32-266E-71BC3FD4CC14}"/>
              </a:ext>
            </a:extLst>
          </p:cNvPr>
          <p:cNvSpPr/>
          <p:nvPr/>
        </p:nvSpPr>
        <p:spPr>
          <a:xfrm>
            <a:off x="7019778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41">
            <a:extLst>
              <a:ext uri="{FF2B5EF4-FFF2-40B4-BE49-F238E27FC236}">
                <a16:creationId xmlns:a16="http://schemas.microsoft.com/office/drawing/2014/main" id="{BB4C8BD7-C864-3B5F-027B-42D42CB6A4FB}"/>
              </a:ext>
            </a:extLst>
          </p:cNvPr>
          <p:cNvSpPr/>
          <p:nvPr/>
        </p:nvSpPr>
        <p:spPr>
          <a:xfrm>
            <a:off x="7220946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42">
            <a:extLst>
              <a:ext uri="{FF2B5EF4-FFF2-40B4-BE49-F238E27FC236}">
                <a16:creationId xmlns:a16="http://schemas.microsoft.com/office/drawing/2014/main" id="{9F5F6CD1-EAA7-579D-9786-0DEA92A1C408}"/>
              </a:ext>
            </a:extLst>
          </p:cNvPr>
          <p:cNvSpPr/>
          <p:nvPr/>
        </p:nvSpPr>
        <p:spPr>
          <a:xfrm>
            <a:off x="7422114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43">
            <a:extLst>
              <a:ext uri="{FF2B5EF4-FFF2-40B4-BE49-F238E27FC236}">
                <a16:creationId xmlns:a16="http://schemas.microsoft.com/office/drawing/2014/main" id="{E47EAF5B-1291-67D2-E4B3-424003BFFA87}"/>
              </a:ext>
            </a:extLst>
          </p:cNvPr>
          <p:cNvSpPr/>
          <p:nvPr/>
        </p:nvSpPr>
        <p:spPr>
          <a:xfrm>
            <a:off x="7623282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44">
            <a:extLst>
              <a:ext uri="{FF2B5EF4-FFF2-40B4-BE49-F238E27FC236}">
                <a16:creationId xmlns:a16="http://schemas.microsoft.com/office/drawing/2014/main" id="{0966B109-9DB6-869C-48A5-B73F4A511D97}"/>
              </a:ext>
            </a:extLst>
          </p:cNvPr>
          <p:cNvSpPr/>
          <p:nvPr/>
        </p:nvSpPr>
        <p:spPr>
          <a:xfrm>
            <a:off x="7824450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45">
            <a:extLst>
              <a:ext uri="{FF2B5EF4-FFF2-40B4-BE49-F238E27FC236}">
                <a16:creationId xmlns:a16="http://schemas.microsoft.com/office/drawing/2014/main" id="{9AE4B062-93B5-E1BB-DA29-3104DFE7AAE3}"/>
              </a:ext>
            </a:extLst>
          </p:cNvPr>
          <p:cNvSpPr/>
          <p:nvPr/>
        </p:nvSpPr>
        <p:spPr>
          <a:xfrm>
            <a:off x="9362049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2D40EA0C-A79A-77F5-9250-049562556C1B}"/>
              </a:ext>
            </a:extLst>
          </p:cNvPr>
          <p:cNvSpPr/>
          <p:nvPr/>
        </p:nvSpPr>
        <p:spPr>
          <a:xfrm>
            <a:off x="9563217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47">
            <a:extLst>
              <a:ext uri="{FF2B5EF4-FFF2-40B4-BE49-F238E27FC236}">
                <a16:creationId xmlns:a16="http://schemas.microsoft.com/office/drawing/2014/main" id="{DC9E5856-87D8-2539-3AB9-B28DF7AF79AA}"/>
              </a:ext>
            </a:extLst>
          </p:cNvPr>
          <p:cNvSpPr/>
          <p:nvPr/>
        </p:nvSpPr>
        <p:spPr>
          <a:xfrm>
            <a:off x="9764385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48">
            <a:extLst>
              <a:ext uri="{FF2B5EF4-FFF2-40B4-BE49-F238E27FC236}">
                <a16:creationId xmlns:a16="http://schemas.microsoft.com/office/drawing/2014/main" id="{8916F55D-4094-DEC1-235F-512E1095D82A}"/>
              </a:ext>
            </a:extLst>
          </p:cNvPr>
          <p:cNvSpPr/>
          <p:nvPr/>
        </p:nvSpPr>
        <p:spPr>
          <a:xfrm>
            <a:off x="9965553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49">
            <a:extLst>
              <a:ext uri="{FF2B5EF4-FFF2-40B4-BE49-F238E27FC236}">
                <a16:creationId xmlns:a16="http://schemas.microsoft.com/office/drawing/2014/main" id="{9BEDE307-B70B-E7CD-349D-AC9AFE92234F}"/>
              </a:ext>
            </a:extLst>
          </p:cNvPr>
          <p:cNvSpPr/>
          <p:nvPr/>
        </p:nvSpPr>
        <p:spPr>
          <a:xfrm>
            <a:off x="10166721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50">
            <a:extLst>
              <a:ext uri="{FF2B5EF4-FFF2-40B4-BE49-F238E27FC236}">
                <a16:creationId xmlns:a16="http://schemas.microsoft.com/office/drawing/2014/main" id="{82E171DB-E534-48AF-4411-2632DB711244}"/>
              </a:ext>
            </a:extLst>
          </p:cNvPr>
          <p:cNvSpPr/>
          <p:nvPr/>
        </p:nvSpPr>
        <p:spPr>
          <a:xfrm>
            <a:off x="7019778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51">
            <a:extLst>
              <a:ext uri="{FF2B5EF4-FFF2-40B4-BE49-F238E27FC236}">
                <a16:creationId xmlns:a16="http://schemas.microsoft.com/office/drawing/2014/main" id="{FE18CB60-D333-6475-2274-19200FA7AE25}"/>
              </a:ext>
            </a:extLst>
          </p:cNvPr>
          <p:cNvSpPr/>
          <p:nvPr/>
        </p:nvSpPr>
        <p:spPr>
          <a:xfrm>
            <a:off x="7220946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52">
            <a:extLst>
              <a:ext uri="{FF2B5EF4-FFF2-40B4-BE49-F238E27FC236}">
                <a16:creationId xmlns:a16="http://schemas.microsoft.com/office/drawing/2014/main" id="{D6DB2BC9-803C-BE8A-31CC-AEDF64662C48}"/>
              </a:ext>
            </a:extLst>
          </p:cNvPr>
          <p:cNvSpPr/>
          <p:nvPr/>
        </p:nvSpPr>
        <p:spPr>
          <a:xfrm>
            <a:off x="7422114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53">
            <a:extLst>
              <a:ext uri="{FF2B5EF4-FFF2-40B4-BE49-F238E27FC236}">
                <a16:creationId xmlns:a16="http://schemas.microsoft.com/office/drawing/2014/main" id="{08C5B2D3-1D16-F80F-7415-96CA6EBE8AFE}"/>
              </a:ext>
            </a:extLst>
          </p:cNvPr>
          <p:cNvSpPr/>
          <p:nvPr/>
        </p:nvSpPr>
        <p:spPr>
          <a:xfrm>
            <a:off x="7623282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54">
            <a:extLst>
              <a:ext uri="{FF2B5EF4-FFF2-40B4-BE49-F238E27FC236}">
                <a16:creationId xmlns:a16="http://schemas.microsoft.com/office/drawing/2014/main" id="{D7BBD73A-2550-546B-27FF-7B74EFF6E75B}"/>
              </a:ext>
            </a:extLst>
          </p:cNvPr>
          <p:cNvSpPr/>
          <p:nvPr/>
        </p:nvSpPr>
        <p:spPr>
          <a:xfrm>
            <a:off x="7824450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55">
            <a:extLst>
              <a:ext uri="{FF2B5EF4-FFF2-40B4-BE49-F238E27FC236}">
                <a16:creationId xmlns:a16="http://schemas.microsoft.com/office/drawing/2014/main" id="{46D5B3FC-3A79-4802-C763-7AFED50A5693}"/>
              </a:ext>
            </a:extLst>
          </p:cNvPr>
          <p:cNvSpPr/>
          <p:nvPr/>
        </p:nvSpPr>
        <p:spPr>
          <a:xfrm>
            <a:off x="9362049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FFCBED40-3CD1-BEC7-3119-68CA299C923F}"/>
              </a:ext>
            </a:extLst>
          </p:cNvPr>
          <p:cNvSpPr/>
          <p:nvPr/>
        </p:nvSpPr>
        <p:spPr>
          <a:xfrm>
            <a:off x="9563217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57">
            <a:extLst>
              <a:ext uri="{FF2B5EF4-FFF2-40B4-BE49-F238E27FC236}">
                <a16:creationId xmlns:a16="http://schemas.microsoft.com/office/drawing/2014/main" id="{68F1AC3B-033F-09B9-CC16-D222F78810D6}"/>
              </a:ext>
            </a:extLst>
          </p:cNvPr>
          <p:cNvSpPr/>
          <p:nvPr/>
        </p:nvSpPr>
        <p:spPr>
          <a:xfrm>
            <a:off x="9764385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5067C75D-D87E-250C-776B-FB53ADC0BD79}"/>
              </a:ext>
            </a:extLst>
          </p:cNvPr>
          <p:cNvSpPr/>
          <p:nvPr/>
        </p:nvSpPr>
        <p:spPr>
          <a:xfrm>
            <a:off x="9965553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59">
            <a:extLst>
              <a:ext uri="{FF2B5EF4-FFF2-40B4-BE49-F238E27FC236}">
                <a16:creationId xmlns:a16="http://schemas.microsoft.com/office/drawing/2014/main" id="{2D129B5E-C152-A8C7-8597-96346905E2EA}"/>
              </a:ext>
            </a:extLst>
          </p:cNvPr>
          <p:cNvSpPr/>
          <p:nvPr/>
        </p:nvSpPr>
        <p:spPr>
          <a:xfrm>
            <a:off x="10166721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416E1379-A26D-58A6-D322-40F9E85B9AF9}"/>
              </a:ext>
            </a:extLst>
          </p:cNvPr>
          <p:cNvSpPr/>
          <p:nvPr/>
        </p:nvSpPr>
        <p:spPr>
          <a:xfrm>
            <a:off x="10153005" y="84300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F0FD8348-5C9F-DD6A-1C17-12F19544E20C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12</a:t>
            </a:r>
            <a:endParaRPr lang="en-US" sz="10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E7B6DA3-E14C-BB4C-B710-E3BA9BA20F7B}"/>
              </a:ext>
            </a:extLst>
          </p:cNvPr>
          <p:cNvSpPr/>
          <p:nvPr/>
        </p:nvSpPr>
        <p:spPr>
          <a:xfrm>
            <a:off x="5218837" y="2315631"/>
            <a:ext cx="2512466" cy="2403454"/>
          </a:xfrm>
          <a:prstGeom prst="roundRect">
            <a:avLst>
              <a:gd name="adj" fmla="val 283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82">
            <a:extLst>
              <a:ext uri="{FF2B5EF4-FFF2-40B4-BE49-F238E27FC236}">
                <a16:creationId xmlns:a16="http://schemas.microsoft.com/office/drawing/2014/main" id="{C151D0F5-1FE1-F4D1-6B25-8E4662982CCD}"/>
              </a:ext>
            </a:extLst>
          </p:cNvPr>
          <p:cNvSpPr/>
          <p:nvPr/>
        </p:nvSpPr>
        <p:spPr>
          <a:xfrm>
            <a:off x="7725214" y="3474327"/>
            <a:ext cx="1202165" cy="1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1 (std)</a:t>
            </a:r>
            <a:endParaRPr lang="en-US" sz="1100" dirty="0"/>
          </a:p>
        </p:txBody>
      </p:sp>
      <p:sp>
        <p:nvSpPr>
          <p:cNvPr id="5" name="Text 83">
            <a:extLst>
              <a:ext uri="{FF2B5EF4-FFF2-40B4-BE49-F238E27FC236}">
                <a16:creationId xmlns:a16="http://schemas.microsoft.com/office/drawing/2014/main" id="{B073B0BF-94B6-1F5E-C29D-0956FFCE3AD0}"/>
              </a:ext>
            </a:extLst>
          </p:cNvPr>
          <p:cNvSpPr/>
          <p:nvPr/>
        </p:nvSpPr>
        <p:spPr>
          <a:xfrm>
            <a:off x="5931398" y="2162174"/>
            <a:ext cx="14683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2 (std)</a:t>
            </a:r>
            <a:endParaRPr lang="en-US" sz="11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A82C045-9BDB-A999-2305-58906D37FEFB}"/>
              </a:ext>
            </a:extLst>
          </p:cNvPr>
          <p:cNvSpPr/>
          <p:nvPr/>
        </p:nvSpPr>
        <p:spPr>
          <a:xfrm>
            <a:off x="5289772" y="4274519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BC4B6D9-3E24-A244-CE07-625D201E4D33}"/>
              </a:ext>
            </a:extLst>
          </p:cNvPr>
          <p:cNvSpPr/>
          <p:nvPr/>
        </p:nvSpPr>
        <p:spPr>
          <a:xfrm>
            <a:off x="5683857" y="2383187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D388E0E-233F-1DED-386D-DDA5527C6866}"/>
              </a:ext>
            </a:extLst>
          </p:cNvPr>
          <p:cNvSpPr/>
          <p:nvPr/>
        </p:nvSpPr>
        <p:spPr>
          <a:xfrm>
            <a:off x="5289772" y="3896252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2693725-41A9-6808-BFDC-4529AFD0CC51}"/>
              </a:ext>
            </a:extLst>
          </p:cNvPr>
          <p:cNvSpPr/>
          <p:nvPr/>
        </p:nvSpPr>
        <p:spPr>
          <a:xfrm>
            <a:off x="6077941" y="2383187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111D889-08D2-518C-73EE-388693C13806}"/>
              </a:ext>
            </a:extLst>
          </p:cNvPr>
          <p:cNvSpPr/>
          <p:nvPr/>
        </p:nvSpPr>
        <p:spPr>
          <a:xfrm>
            <a:off x="5289772" y="3139720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8A88BA95-5F7A-8E2D-836B-A1341CA2E263}"/>
              </a:ext>
            </a:extLst>
          </p:cNvPr>
          <p:cNvSpPr/>
          <p:nvPr/>
        </p:nvSpPr>
        <p:spPr>
          <a:xfrm>
            <a:off x="6866110" y="2383187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30277CC0-84FF-B962-0290-C1F5821A862F}"/>
              </a:ext>
            </a:extLst>
          </p:cNvPr>
          <p:cNvSpPr/>
          <p:nvPr/>
        </p:nvSpPr>
        <p:spPr>
          <a:xfrm>
            <a:off x="5289772" y="2761453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6DFC3CA9-6F83-6137-C740-398C91125C6E}"/>
              </a:ext>
            </a:extLst>
          </p:cNvPr>
          <p:cNvSpPr/>
          <p:nvPr/>
        </p:nvSpPr>
        <p:spPr>
          <a:xfrm>
            <a:off x="7260194" y="2383187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!!axis_h">
            <a:extLst>
              <a:ext uri="{FF2B5EF4-FFF2-40B4-BE49-F238E27FC236}">
                <a16:creationId xmlns:a16="http://schemas.microsoft.com/office/drawing/2014/main" id="{897C32D5-C077-A56F-0F80-3AFF680563EC}"/>
              </a:ext>
            </a:extLst>
          </p:cNvPr>
          <p:cNvSpPr/>
          <p:nvPr/>
        </p:nvSpPr>
        <p:spPr>
          <a:xfrm>
            <a:off x="5289772" y="3517986"/>
            <a:ext cx="2364507" cy="0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!!axis_v">
            <a:extLst>
              <a:ext uri="{FF2B5EF4-FFF2-40B4-BE49-F238E27FC236}">
                <a16:creationId xmlns:a16="http://schemas.microsoft.com/office/drawing/2014/main" id="{1EF08442-4420-F3E6-B9C9-DAF30C397870}"/>
              </a:ext>
            </a:extLst>
          </p:cNvPr>
          <p:cNvSpPr/>
          <p:nvPr/>
        </p:nvSpPr>
        <p:spPr>
          <a:xfrm>
            <a:off x="6472026" y="2383187"/>
            <a:ext cx="0" cy="2269598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!!dot_0">
            <a:extLst>
              <a:ext uri="{FF2B5EF4-FFF2-40B4-BE49-F238E27FC236}">
                <a16:creationId xmlns:a16="http://schemas.microsoft.com/office/drawing/2014/main" id="{E2508B2C-0839-5333-C9BA-1896AD3FCC83}"/>
              </a:ext>
            </a:extLst>
          </p:cNvPr>
          <p:cNvSpPr/>
          <p:nvPr/>
        </p:nvSpPr>
        <p:spPr>
          <a:xfrm>
            <a:off x="7435820" y="270071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!!dot_1">
            <a:extLst>
              <a:ext uri="{FF2B5EF4-FFF2-40B4-BE49-F238E27FC236}">
                <a16:creationId xmlns:a16="http://schemas.microsoft.com/office/drawing/2014/main" id="{2C230292-AD06-2B5A-7D7C-5405A96793C8}"/>
              </a:ext>
            </a:extLst>
          </p:cNvPr>
          <p:cNvSpPr/>
          <p:nvPr/>
        </p:nvSpPr>
        <p:spPr>
          <a:xfrm>
            <a:off x="6073536" y="375300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!!dot_2">
            <a:extLst>
              <a:ext uri="{FF2B5EF4-FFF2-40B4-BE49-F238E27FC236}">
                <a16:creationId xmlns:a16="http://schemas.microsoft.com/office/drawing/2014/main" id="{48FE9481-632E-0DBA-7127-EC6693586260}"/>
              </a:ext>
            </a:extLst>
          </p:cNvPr>
          <p:cNvSpPr/>
          <p:nvPr/>
        </p:nvSpPr>
        <p:spPr>
          <a:xfrm>
            <a:off x="6370744" y="327555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!!dot_3">
            <a:extLst>
              <a:ext uri="{FF2B5EF4-FFF2-40B4-BE49-F238E27FC236}">
                <a16:creationId xmlns:a16="http://schemas.microsoft.com/office/drawing/2014/main" id="{881546A5-770D-94C5-4FA7-30C2D444FF95}"/>
              </a:ext>
            </a:extLst>
          </p:cNvPr>
          <p:cNvSpPr/>
          <p:nvPr/>
        </p:nvSpPr>
        <p:spPr>
          <a:xfrm>
            <a:off x="6153416" y="405730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!!dot_4">
            <a:extLst>
              <a:ext uri="{FF2B5EF4-FFF2-40B4-BE49-F238E27FC236}">
                <a16:creationId xmlns:a16="http://schemas.microsoft.com/office/drawing/2014/main" id="{E1E50D0C-CFED-20D9-EDEC-9841EB2E5924}"/>
              </a:ext>
            </a:extLst>
          </p:cNvPr>
          <p:cNvSpPr/>
          <p:nvPr/>
        </p:nvSpPr>
        <p:spPr>
          <a:xfrm>
            <a:off x="5859103" y="350787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!!dot_5">
            <a:extLst>
              <a:ext uri="{FF2B5EF4-FFF2-40B4-BE49-F238E27FC236}">
                <a16:creationId xmlns:a16="http://schemas.microsoft.com/office/drawing/2014/main" id="{ECF0AD5D-5064-177A-B62B-BE50A713CF94}"/>
              </a:ext>
            </a:extLst>
          </p:cNvPr>
          <p:cNvSpPr/>
          <p:nvPr/>
        </p:nvSpPr>
        <p:spPr>
          <a:xfrm>
            <a:off x="6863268" y="282021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!!dot_6">
            <a:extLst>
              <a:ext uri="{FF2B5EF4-FFF2-40B4-BE49-F238E27FC236}">
                <a16:creationId xmlns:a16="http://schemas.microsoft.com/office/drawing/2014/main" id="{3D2E3C44-2BFE-71DF-AAC1-533FAFC25013}"/>
              </a:ext>
            </a:extLst>
          </p:cNvPr>
          <p:cNvSpPr/>
          <p:nvPr/>
        </p:nvSpPr>
        <p:spPr>
          <a:xfrm>
            <a:off x="6240549" y="361786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!!dot_7">
            <a:extLst>
              <a:ext uri="{FF2B5EF4-FFF2-40B4-BE49-F238E27FC236}">
                <a16:creationId xmlns:a16="http://schemas.microsoft.com/office/drawing/2014/main" id="{A1632689-ADF5-D1BA-5D11-F86187DC8FFD}"/>
              </a:ext>
            </a:extLst>
          </p:cNvPr>
          <p:cNvSpPr/>
          <p:nvPr/>
        </p:nvSpPr>
        <p:spPr>
          <a:xfrm>
            <a:off x="7136918" y="314472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!!dot_8">
            <a:extLst>
              <a:ext uri="{FF2B5EF4-FFF2-40B4-BE49-F238E27FC236}">
                <a16:creationId xmlns:a16="http://schemas.microsoft.com/office/drawing/2014/main" id="{5BDC7DE4-144C-6A83-74A2-98EBEA07A45F}"/>
              </a:ext>
            </a:extLst>
          </p:cNvPr>
          <p:cNvSpPr/>
          <p:nvPr/>
        </p:nvSpPr>
        <p:spPr>
          <a:xfrm>
            <a:off x="6736815" y="299962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!!dot_9">
            <a:extLst>
              <a:ext uri="{FF2B5EF4-FFF2-40B4-BE49-F238E27FC236}">
                <a16:creationId xmlns:a16="http://schemas.microsoft.com/office/drawing/2014/main" id="{422113A1-0A60-D192-AB73-DF5054C32D52}"/>
              </a:ext>
            </a:extLst>
          </p:cNvPr>
          <p:cNvSpPr/>
          <p:nvPr/>
        </p:nvSpPr>
        <p:spPr>
          <a:xfrm>
            <a:off x="6640378" y="365092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!!dot_10">
            <a:extLst>
              <a:ext uri="{FF2B5EF4-FFF2-40B4-BE49-F238E27FC236}">
                <a16:creationId xmlns:a16="http://schemas.microsoft.com/office/drawing/2014/main" id="{84745E2D-881F-AA8A-B383-F38DA9565481}"/>
              </a:ext>
            </a:extLst>
          </p:cNvPr>
          <p:cNvSpPr/>
          <p:nvPr/>
        </p:nvSpPr>
        <p:spPr>
          <a:xfrm>
            <a:off x="6898213" y="304219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!!dot_11">
            <a:extLst>
              <a:ext uri="{FF2B5EF4-FFF2-40B4-BE49-F238E27FC236}">
                <a16:creationId xmlns:a16="http://schemas.microsoft.com/office/drawing/2014/main" id="{17AA0F3B-2C6C-5CBB-6E5C-3F110867AC9A}"/>
              </a:ext>
            </a:extLst>
          </p:cNvPr>
          <p:cNvSpPr/>
          <p:nvPr/>
        </p:nvSpPr>
        <p:spPr>
          <a:xfrm>
            <a:off x="5956218" y="353892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!!dot_12">
            <a:extLst>
              <a:ext uri="{FF2B5EF4-FFF2-40B4-BE49-F238E27FC236}">
                <a16:creationId xmlns:a16="http://schemas.microsoft.com/office/drawing/2014/main" id="{BBA9C3A1-55BB-202C-C7F5-5EE5895F6A12}"/>
              </a:ext>
            </a:extLst>
          </p:cNvPr>
          <p:cNvSpPr/>
          <p:nvPr/>
        </p:nvSpPr>
        <p:spPr>
          <a:xfrm>
            <a:off x="6304699" y="385188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!!dot_13">
            <a:extLst>
              <a:ext uri="{FF2B5EF4-FFF2-40B4-BE49-F238E27FC236}">
                <a16:creationId xmlns:a16="http://schemas.microsoft.com/office/drawing/2014/main" id="{54541AA8-E9E9-2BC8-C581-6B29DBEE6257}"/>
              </a:ext>
            </a:extLst>
          </p:cNvPr>
          <p:cNvSpPr/>
          <p:nvPr/>
        </p:nvSpPr>
        <p:spPr>
          <a:xfrm>
            <a:off x="6910365" y="315663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!!dot_14">
            <a:extLst>
              <a:ext uri="{FF2B5EF4-FFF2-40B4-BE49-F238E27FC236}">
                <a16:creationId xmlns:a16="http://schemas.microsoft.com/office/drawing/2014/main" id="{39F8C06C-DBB7-1EF1-A087-C4B661326020}"/>
              </a:ext>
            </a:extLst>
          </p:cNvPr>
          <p:cNvSpPr/>
          <p:nvPr/>
        </p:nvSpPr>
        <p:spPr>
          <a:xfrm>
            <a:off x="5969731" y="345445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!!dot_15">
            <a:extLst>
              <a:ext uri="{FF2B5EF4-FFF2-40B4-BE49-F238E27FC236}">
                <a16:creationId xmlns:a16="http://schemas.microsoft.com/office/drawing/2014/main" id="{3971213D-A36A-6623-E732-0B1546836667}"/>
              </a:ext>
            </a:extLst>
          </p:cNvPr>
          <p:cNvSpPr/>
          <p:nvPr/>
        </p:nvSpPr>
        <p:spPr>
          <a:xfrm>
            <a:off x="6703297" y="312508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!!dot_16">
            <a:extLst>
              <a:ext uri="{FF2B5EF4-FFF2-40B4-BE49-F238E27FC236}">
                <a16:creationId xmlns:a16="http://schemas.microsoft.com/office/drawing/2014/main" id="{33BE856A-1AB5-8793-591E-13C7FFD3ABA2}"/>
              </a:ext>
            </a:extLst>
          </p:cNvPr>
          <p:cNvSpPr/>
          <p:nvPr/>
        </p:nvSpPr>
        <p:spPr>
          <a:xfrm>
            <a:off x="6717441" y="383720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!!dot_17">
            <a:extLst>
              <a:ext uri="{FF2B5EF4-FFF2-40B4-BE49-F238E27FC236}">
                <a16:creationId xmlns:a16="http://schemas.microsoft.com/office/drawing/2014/main" id="{1241E3AD-E70E-41B3-C2BF-0158F00F3051}"/>
              </a:ext>
            </a:extLst>
          </p:cNvPr>
          <p:cNvSpPr/>
          <p:nvPr/>
        </p:nvSpPr>
        <p:spPr>
          <a:xfrm>
            <a:off x="6686109" y="324094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!!dot_18">
            <a:extLst>
              <a:ext uri="{FF2B5EF4-FFF2-40B4-BE49-F238E27FC236}">
                <a16:creationId xmlns:a16="http://schemas.microsoft.com/office/drawing/2014/main" id="{988ABE76-D8B6-C1C6-4510-80C0B0DE53A3}"/>
              </a:ext>
            </a:extLst>
          </p:cNvPr>
          <p:cNvSpPr/>
          <p:nvPr/>
        </p:nvSpPr>
        <p:spPr>
          <a:xfrm>
            <a:off x="6786807" y="327225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!!dot_19">
            <a:extLst>
              <a:ext uri="{FF2B5EF4-FFF2-40B4-BE49-F238E27FC236}">
                <a16:creationId xmlns:a16="http://schemas.microsoft.com/office/drawing/2014/main" id="{6971632E-79A1-F831-9D11-BFE8F4F4C282}"/>
              </a:ext>
            </a:extLst>
          </p:cNvPr>
          <p:cNvSpPr/>
          <p:nvPr/>
        </p:nvSpPr>
        <p:spPr>
          <a:xfrm>
            <a:off x="6653848" y="346341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!!dot_20">
            <a:extLst>
              <a:ext uri="{FF2B5EF4-FFF2-40B4-BE49-F238E27FC236}">
                <a16:creationId xmlns:a16="http://schemas.microsoft.com/office/drawing/2014/main" id="{75EAB0E3-6443-6449-0541-232221D113DA}"/>
              </a:ext>
            </a:extLst>
          </p:cNvPr>
          <p:cNvSpPr/>
          <p:nvPr/>
        </p:nvSpPr>
        <p:spPr>
          <a:xfrm>
            <a:off x="6140173" y="351084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!!dot_21">
            <a:extLst>
              <a:ext uri="{FF2B5EF4-FFF2-40B4-BE49-F238E27FC236}">
                <a16:creationId xmlns:a16="http://schemas.microsoft.com/office/drawing/2014/main" id="{BE5B772E-0EFF-35EE-0D2E-260DCB166F69}"/>
              </a:ext>
            </a:extLst>
          </p:cNvPr>
          <p:cNvSpPr/>
          <p:nvPr/>
        </p:nvSpPr>
        <p:spPr>
          <a:xfrm>
            <a:off x="6597633" y="358581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!!dot_22">
            <a:extLst>
              <a:ext uri="{FF2B5EF4-FFF2-40B4-BE49-F238E27FC236}">
                <a16:creationId xmlns:a16="http://schemas.microsoft.com/office/drawing/2014/main" id="{AD3284C1-6ED5-81BA-9E6B-F0B51B647AC3}"/>
              </a:ext>
            </a:extLst>
          </p:cNvPr>
          <p:cNvSpPr/>
          <p:nvPr/>
        </p:nvSpPr>
        <p:spPr>
          <a:xfrm>
            <a:off x="6150053" y="367793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!!dot_23">
            <a:extLst>
              <a:ext uri="{FF2B5EF4-FFF2-40B4-BE49-F238E27FC236}">
                <a16:creationId xmlns:a16="http://schemas.microsoft.com/office/drawing/2014/main" id="{411DA351-9D64-ABF0-C97F-C02A04113E84}"/>
              </a:ext>
            </a:extLst>
          </p:cNvPr>
          <p:cNvSpPr/>
          <p:nvPr/>
        </p:nvSpPr>
        <p:spPr>
          <a:xfrm>
            <a:off x="7532831" y="255486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!!dot_24">
            <a:extLst>
              <a:ext uri="{FF2B5EF4-FFF2-40B4-BE49-F238E27FC236}">
                <a16:creationId xmlns:a16="http://schemas.microsoft.com/office/drawing/2014/main" id="{3DB03F70-61C1-CCAF-0639-826986281F8A}"/>
              </a:ext>
            </a:extLst>
          </p:cNvPr>
          <p:cNvSpPr/>
          <p:nvPr/>
        </p:nvSpPr>
        <p:spPr>
          <a:xfrm>
            <a:off x="6772933" y="344428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!!dot_25">
            <a:extLst>
              <a:ext uri="{FF2B5EF4-FFF2-40B4-BE49-F238E27FC236}">
                <a16:creationId xmlns:a16="http://schemas.microsoft.com/office/drawing/2014/main" id="{30D20BA7-2860-25E6-05AB-9BA4857611AB}"/>
              </a:ext>
            </a:extLst>
          </p:cNvPr>
          <p:cNvSpPr/>
          <p:nvPr/>
        </p:nvSpPr>
        <p:spPr>
          <a:xfrm>
            <a:off x="6721153" y="280160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!!dot_26">
            <a:extLst>
              <a:ext uri="{FF2B5EF4-FFF2-40B4-BE49-F238E27FC236}">
                <a16:creationId xmlns:a16="http://schemas.microsoft.com/office/drawing/2014/main" id="{123469F5-825B-ADA5-2D5F-A8D36EC9A022}"/>
              </a:ext>
            </a:extLst>
          </p:cNvPr>
          <p:cNvSpPr/>
          <p:nvPr/>
        </p:nvSpPr>
        <p:spPr>
          <a:xfrm>
            <a:off x="6536757" y="327002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!!dot_27">
            <a:extLst>
              <a:ext uri="{FF2B5EF4-FFF2-40B4-BE49-F238E27FC236}">
                <a16:creationId xmlns:a16="http://schemas.microsoft.com/office/drawing/2014/main" id="{2A84BC02-9636-2F12-BAE0-DFFDFA87C8FC}"/>
              </a:ext>
            </a:extLst>
          </p:cNvPr>
          <p:cNvSpPr/>
          <p:nvPr/>
        </p:nvSpPr>
        <p:spPr>
          <a:xfrm>
            <a:off x="7151133" y="321277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!!dot_28">
            <a:extLst>
              <a:ext uri="{FF2B5EF4-FFF2-40B4-BE49-F238E27FC236}">
                <a16:creationId xmlns:a16="http://schemas.microsoft.com/office/drawing/2014/main" id="{57B22F50-1130-7C5E-A7B4-D4583B728606}"/>
              </a:ext>
            </a:extLst>
          </p:cNvPr>
          <p:cNvSpPr/>
          <p:nvPr/>
        </p:nvSpPr>
        <p:spPr>
          <a:xfrm>
            <a:off x="5862852" y="374919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!!dot_29">
            <a:extLst>
              <a:ext uri="{FF2B5EF4-FFF2-40B4-BE49-F238E27FC236}">
                <a16:creationId xmlns:a16="http://schemas.microsoft.com/office/drawing/2014/main" id="{AD1A6C3D-04E8-A83D-4F36-B7284EAA0AFD}"/>
              </a:ext>
            </a:extLst>
          </p:cNvPr>
          <p:cNvSpPr/>
          <p:nvPr/>
        </p:nvSpPr>
        <p:spPr>
          <a:xfrm>
            <a:off x="6403587" y="325057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!!dot_30">
            <a:extLst>
              <a:ext uri="{FF2B5EF4-FFF2-40B4-BE49-F238E27FC236}">
                <a16:creationId xmlns:a16="http://schemas.microsoft.com/office/drawing/2014/main" id="{49F66D3E-1A03-95AB-4ECB-5C1F1A361012}"/>
              </a:ext>
            </a:extLst>
          </p:cNvPr>
          <p:cNvSpPr/>
          <p:nvPr/>
        </p:nvSpPr>
        <p:spPr>
          <a:xfrm>
            <a:off x="6390212" y="360672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!!dot_31">
            <a:extLst>
              <a:ext uri="{FF2B5EF4-FFF2-40B4-BE49-F238E27FC236}">
                <a16:creationId xmlns:a16="http://schemas.microsoft.com/office/drawing/2014/main" id="{975BDE74-4683-87AE-46DB-ECC4EDDD3F54}"/>
              </a:ext>
            </a:extLst>
          </p:cNvPr>
          <p:cNvSpPr/>
          <p:nvPr/>
        </p:nvSpPr>
        <p:spPr>
          <a:xfrm>
            <a:off x="5876596" y="381649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!!dot_32">
            <a:extLst>
              <a:ext uri="{FF2B5EF4-FFF2-40B4-BE49-F238E27FC236}">
                <a16:creationId xmlns:a16="http://schemas.microsoft.com/office/drawing/2014/main" id="{11E4433F-0EBB-4D5A-209B-531415EEEA10}"/>
              </a:ext>
            </a:extLst>
          </p:cNvPr>
          <p:cNvSpPr/>
          <p:nvPr/>
        </p:nvSpPr>
        <p:spPr>
          <a:xfrm>
            <a:off x="5790655" y="434378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!!dot_33">
            <a:extLst>
              <a:ext uri="{FF2B5EF4-FFF2-40B4-BE49-F238E27FC236}">
                <a16:creationId xmlns:a16="http://schemas.microsoft.com/office/drawing/2014/main" id="{CD0AB799-BFB7-3B50-594D-C0ED53476357}"/>
              </a:ext>
            </a:extLst>
          </p:cNvPr>
          <p:cNvSpPr/>
          <p:nvPr/>
        </p:nvSpPr>
        <p:spPr>
          <a:xfrm>
            <a:off x="6418615" y="385964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!!dot_34">
            <a:extLst>
              <a:ext uri="{FF2B5EF4-FFF2-40B4-BE49-F238E27FC236}">
                <a16:creationId xmlns:a16="http://schemas.microsoft.com/office/drawing/2014/main" id="{2FFDB5B7-56EB-D603-659E-A7BD1844ECAE}"/>
              </a:ext>
            </a:extLst>
          </p:cNvPr>
          <p:cNvSpPr/>
          <p:nvPr/>
        </p:nvSpPr>
        <p:spPr>
          <a:xfrm>
            <a:off x="7112338" y="241431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!!dot_35">
            <a:extLst>
              <a:ext uri="{FF2B5EF4-FFF2-40B4-BE49-F238E27FC236}">
                <a16:creationId xmlns:a16="http://schemas.microsoft.com/office/drawing/2014/main" id="{D7E6492C-6194-E405-AF08-3D74158CB8AC}"/>
              </a:ext>
            </a:extLst>
          </p:cNvPr>
          <p:cNvSpPr/>
          <p:nvPr/>
        </p:nvSpPr>
        <p:spPr>
          <a:xfrm>
            <a:off x="6975178" y="300199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!!dot_36">
            <a:extLst>
              <a:ext uri="{FF2B5EF4-FFF2-40B4-BE49-F238E27FC236}">
                <a16:creationId xmlns:a16="http://schemas.microsoft.com/office/drawing/2014/main" id="{D538E73D-DBDC-BD6B-47A9-0FECED9F0835}"/>
              </a:ext>
            </a:extLst>
          </p:cNvPr>
          <p:cNvSpPr/>
          <p:nvPr/>
        </p:nvSpPr>
        <p:spPr>
          <a:xfrm>
            <a:off x="5852981" y="398950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!!dot_37">
            <a:extLst>
              <a:ext uri="{FF2B5EF4-FFF2-40B4-BE49-F238E27FC236}">
                <a16:creationId xmlns:a16="http://schemas.microsoft.com/office/drawing/2014/main" id="{98C5BB48-D2DD-95EF-632E-1A3FDD2B3540}"/>
              </a:ext>
            </a:extLst>
          </p:cNvPr>
          <p:cNvSpPr/>
          <p:nvPr/>
        </p:nvSpPr>
        <p:spPr>
          <a:xfrm>
            <a:off x="6090021" y="380951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!!dot_38">
            <a:extLst>
              <a:ext uri="{FF2B5EF4-FFF2-40B4-BE49-F238E27FC236}">
                <a16:creationId xmlns:a16="http://schemas.microsoft.com/office/drawing/2014/main" id="{B1004ABB-A344-B69D-B8F5-EA3FA5BBA145}"/>
              </a:ext>
            </a:extLst>
          </p:cNvPr>
          <p:cNvSpPr/>
          <p:nvPr/>
        </p:nvSpPr>
        <p:spPr>
          <a:xfrm>
            <a:off x="6180133" y="385227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!!dot_39">
            <a:extLst>
              <a:ext uri="{FF2B5EF4-FFF2-40B4-BE49-F238E27FC236}">
                <a16:creationId xmlns:a16="http://schemas.microsoft.com/office/drawing/2014/main" id="{B7A24159-8A81-384C-5440-6F9453092C3A}"/>
              </a:ext>
            </a:extLst>
          </p:cNvPr>
          <p:cNvSpPr/>
          <p:nvPr/>
        </p:nvSpPr>
        <p:spPr>
          <a:xfrm>
            <a:off x="6316923" y="352647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!!dot_40">
            <a:extLst>
              <a:ext uri="{FF2B5EF4-FFF2-40B4-BE49-F238E27FC236}">
                <a16:creationId xmlns:a16="http://schemas.microsoft.com/office/drawing/2014/main" id="{8DD5713A-15B7-29C6-11D9-18C33CB4E5DE}"/>
              </a:ext>
            </a:extLst>
          </p:cNvPr>
          <p:cNvSpPr/>
          <p:nvPr/>
        </p:nvSpPr>
        <p:spPr>
          <a:xfrm>
            <a:off x="6409910" y="342315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!!dot_41">
            <a:extLst>
              <a:ext uri="{FF2B5EF4-FFF2-40B4-BE49-F238E27FC236}">
                <a16:creationId xmlns:a16="http://schemas.microsoft.com/office/drawing/2014/main" id="{24A08B8A-FB66-D2B2-9F69-EF623F84062E}"/>
              </a:ext>
            </a:extLst>
          </p:cNvPr>
          <p:cNvSpPr/>
          <p:nvPr/>
        </p:nvSpPr>
        <p:spPr>
          <a:xfrm>
            <a:off x="6183722" y="332842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!!dot_42">
            <a:extLst>
              <a:ext uri="{FF2B5EF4-FFF2-40B4-BE49-F238E27FC236}">
                <a16:creationId xmlns:a16="http://schemas.microsoft.com/office/drawing/2014/main" id="{508B21B3-A6B9-C49A-085B-F4AE9EF1B9EE}"/>
              </a:ext>
            </a:extLst>
          </p:cNvPr>
          <p:cNvSpPr/>
          <p:nvPr/>
        </p:nvSpPr>
        <p:spPr>
          <a:xfrm>
            <a:off x="6027689" y="364466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!!dot_43">
            <a:extLst>
              <a:ext uri="{FF2B5EF4-FFF2-40B4-BE49-F238E27FC236}">
                <a16:creationId xmlns:a16="http://schemas.microsoft.com/office/drawing/2014/main" id="{A5434EE2-6EAB-00F5-045E-1ED164D0C674}"/>
              </a:ext>
            </a:extLst>
          </p:cNvPr>
          <p:cNvSpPr/>
          <p:nvPr/>
        </p:nvSpPr>
        <p:spPr>
          <a:xfrm>
            <a:off x="6909984" y="338959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!!dot_44">
            <a:extLst>
              <a:ext uri="{FF2B5EF4-FFF2-40B4-BE49-F238E27FC236}">
                <a16:creationId xmlns:a16="http://schemas.microsoft.com/office/drawing/2014/main" id="{6A855D56-BA52-D5CE-2044-70FD102DB501}"/>
              </a:ext>
            </a:extLst>
          </p:cNvPr>
          <p:cNvSpPr/>
          <p:nvPr/>
        </p:nvSpPr>
        <p:spPr>
          <a:xfrm>
            <a:off x="5894803" y="358593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!!dot_45">
            <a:extLst>
              <a:ext uri="{FF2B5EF4-FFF2-40B4-BE49-F238E27FC236}">
                <a16:creationId xmlns:a16="http://schemas.microsoft.com/office/drawing/2014/main" id="{BEAF528E-13BF-34B0-CF3A-8386545D1D9D}"/>
              </a:ext>
            </a:extLst>
          </p:cNvPr>
          <p:cNvSpPr/>
          <p:nvPr/>
        </p:nvSpPr>
        <p:spPr>
          <a:xfrm>
            <a:off x="6808279" y="335264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!!dot_46">
            <a:extLst>
              <a:ext uri="{FF2B5EF4-FFF2-40B4-BE49-F238E27FC236}">
                <a16:creationId xmlns:a16="http://schemas.microsoft.com/office/drawing/2014/main" id="{22CDA474-68BE-9455-4EFA-27C203B2D2AC}"/>
              </a:ext>
            </a:extLst>
          </p:cNvPr>
          <p:cNvSpPr/>
          <p:nvPr/>
        </p:nvSpPr>
        <p:spPr>
          <a:xfrm>
            <a:off x="6268526" y="372080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!!dot_47">
            <a:extLst>
              <a:ext uri="{FF2B5EF4-FFF2-40B4-BE49-F238E27FC236}">
                <a16:creationId xmlns:a16="http://schemas.microsoft.com/office/drawing/2014/main" id="{4152AACC-7966-209D-A609-1832E290C849}"/>
              </a:ext>
            </a:extLst>
          </p:cNvPr>
          <p:cNvSpPr/>
          <p:nvPr/>
        </p:nvSpPr>
        <p:spPr>
          <a:xfrm>
            <a:off x="6597487" y="354295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!!dot_48">
            <a:extLst>
              <a:ext uri="{FF2B5EF4-FFF2-40B4-BE49-F238E27FC236}">
                <a16:creationId xmlns:a16="http://schemas.microsoft.com/office/drawing/2014/main" id="{B21FA95F-6288-7BDA-5CDB-1B162F076D9A}"/>
              </a:ext>
            </a:extLst>
          </p:cNvPr>
          <p:cNvSpPr/>
          <p:nvPr/>
        </p:nvSpPr>
        <p:spPr>
          <a:xfrm>
            <a:off x="6647340" y="342525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!!dot_49">
            <a:extLst>
              <a:ext uri="{FF2B5EF4-FFF2-40B4-BE49-F238E27FC236}">
                <a16:creationId xmlns:a16="http://schemas.microsoft.com/office/drawing/2014/main" id="{3A160525-AAAB-0757-E2B0-5C557457CD19}"/>
              </a:ext>
            </a:extLst>
          </p:cNvPr>
          <p:cNvSpPr/>
          <p:nvPr/>
        </p:nvSpPr>
        <p:spPr>
          <a:xfrm>
            <a:off x="6094138" y="353951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!!dot_50">
            <a:extLst>
              <a:ext uri="{FF2B5EF4-FFF2-40B4-BE49-F238E27FC236}">
                <a16:creationId xmlns:a16="http://schemas.microsoft.com/office/drawing/2014/main" id="{EC55A2F8-0133-59B5-2A3C-17424BDE627C}"/>
              </a:ext>
            </a:extLst>
          </p:cNvPr>
          <p:cNvSpPr/>
          <p:nvPr/>
        </p:nvSpPr>
        <p:spPr>
          <a:xfrm>
            <a:off x="6387611" y="364541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!!dot_51">
            <a:extLst>
              <a:ext uri="{FF2B5EF4-FFF2-40B4-BE49-F238E27FC236}">
                <a16:creationId xmlns:a16="http://schemas.microsoft.com/office/drawing/2014/main" id="{066C0B6D-2606-577C-AFCA-8A194654F370}"/>
              </a:ext>
            </a:extLst>
          </p:cNvPr>
          <p:cNvSpPr/>
          <p:nvPr/>
        </p:nvSpPr>
        <p:spPr>
          <a:xfrm>
            <a:off x="6452010" y="330169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!!dot_52">
            <a:extLst>
              <a:ext uri="{FF2B5EF4-FFF2-40B4-BE49-F238E27FC236}">
                <a16:creationId xmlns:a16="http://schemas.microsoft.com/office/drawing/2014/main" id="{D0696DFC-6A68-62F3-1CCE-4455E677E425}"/>
              </a:ext>
            </a:extLst>
          </p:cNvPr>
          <p:cNvSpPr/>
          <p:nvPr/>
        </p:nvSpPr>
        <p:spPr>
          <a:xfrm>
            <a:off x="7049284" y="343098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!!dot_53">
            <a:extLst>
              <a:ext uri="{FF2B5EF4-FFF2-40B4-BE49-F238E27FC236}">
                <a16:creationId xmlns:a16="http://schemas.microsoft.com/office/drawing/2014/main" id="{10B40542-8042-712D-E36F-FBD1E4C3E89C}"/>
              </a:ext>
            </a:extLst>
          </p:cNvPr>
          <p:cNvSpPr/>
          <p:nvPr/>
        </p:nvSpPr>
        <p:spPr>
          <a:xfrm>
            <a:off x="6306971" y="373800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!!dot_54">
            <a:extLst>
              <a:ext uri="{FF2B5EF4-FFF2-40B4-BE49-F238E27FC236}">
                <a16:creationId xmlns:a16="http://schemas.microsoft.com/office/drawing/2014/main" id="{9E1990CF-D633-CB2F-2F51-0BBCB1AE8693}"/>
              </a:ext>
            </a:extLst>
          </p:cNvPr>
          <p:cNvSpPr/>
          <p:nvPr/>
        </p:nvSpPr>
        <p:spPr>
          <a:xfrm>
            <a:off x="6208538" y="370668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!!dot_55">
            <a:extLst>
              <a:ext uri="{FF2B5EF4-FFF2-40B4-BE49-F238E27FC236}">
                <a16:creationId xmlns:a16="http://schemas.microsoft.com/office/drawing/2014/main" id="{29AEB296-C799-761F-CEC2-2AC6A6CC9364}"/>
              </a:ext>
            </a:extLst>
          </p:cNvPr>
          <p:cNvSpPr/>
          <p:nvPr/>
        </p:nvSpPr>
        <p:spPr>
          <a:xfrm>
            <a:off x="6199627" y="377089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!!dot_56">
            <a:extLst>
              <a:ext uri="{FF2B5EF4-FFF2-40B4-BE49-F238E27FC236}">
                <a16:creationId xmlns:a16="http://schemas.microsoft.com/office/drawing/2014/main" id="{B7F56A92-E454-1403-41D1-CCB05C53EF84}"/>
              </a:ext>
            </a:extLst>
          </p:cNvPr>
          <p:cNvSpPr/>
          <p:nvPr/>
        </p:nvSpPr>
        <p:spPr>
          <a:xfrm>
            <a:off x="5997147" y="359977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!!dot_57">
            <a:extLst>
              <a:ext uri="{FF2B5EF4-FFF2-40B4-BE49-F238E27FC236}">
                <a16:creationId xmlns:a16="http://schemas.microsoft.com/office/drawing/2014/main" id="{CED3A3E0-F43D-F194-5D0D-052A393528DA}"/>
              </a:ext>
            </a:extLst>
          </p:cNvPr>
          <p:cNvSpPr/>
          <p:nvPr/>
        </p:nvSpPr>
        <p:spPr>
          <a:xfrm>
            <a:off x="6486426" y="358352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!!dot_58">
            <a:extLst>
              <a:ext uri="{FF2B5EF4-FFF2-40B4-BE49-F238E27FC236}">
                <a16:creationId xmlns:a16="http://schemas.microsoft.com/office/drawing/2014/main" id="{865F505B-53F8-FAA7-A29C-4DA2D6851D2E}"/>
              </a:ext>
            </a:extLst>
          </p:cNvPr>
          <p:cNvSpPr/>
          <p:nvPr/>
        </p:nvSpPr>
        <p:spPr>
          <a:xfrm>
            <a:off x="6094626" y="368120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!!dot_59">
            <a:extLst>
              <a:ext uri="{FF2B5EF4-FFF2-40B4-BE49-F238E27FC236}">
                <a16:creationId xmlns:a16="http://schemas.microsoft.com/office/drawing/2014/main" id="{EDF0C1B1-3183-CFCE-A393-DE94D1ADA753}"/>
              </a:ext>
            </a:extLst>
          </p:cNvPr>
          <p:cNvSpPr/>
          <p:nvPr/>
        </p:nvSpPr>
        <p:spPr>
          <a:xfrm>
            <a:off x="6768181" y="367186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!!dot_60">
            <a:extLst>
              <a:ext uri="{FF2B5EF4-FFF2-40B4-BE49-F238E27FC236}">
                <a16:creationId xmlns:a16="http://schemas.microsoft.com/office/drawing/2014/main" id="{0D30009F-AC75-9254-646A-4F463998ECB0}"/>
              </a:ext>
            </a:extLst>
          </p:cNvPr>
          <p:cNvSpPr/>
          <p:nvPr/>
        </p:nvSpPr>
        <p:spPr>
          <a:xfrm>
            <a:off x="6356592" y="364432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!!dot_61">
            <a:extLst>
              <a:ext uri="{FF2B5EF4-FFF2-40B4-BE49-F238E27FC236}">
                <a16:creationId xmlns:a16="http://schemas.microsoft.com/office/drawing/2014/main" id="{B7E3E4B4-C37E-8655-0659-1B3AACB0AE53}"/>
              </a:ext>
            </a:extLst>
          </p:cNvPr>
          <p:cNvSpPr/>
          <p:nvPr/>
        </p:nvSpPr>
        <p:spPr>
          <a:xfrm>
            <a:off x="6578487" y="320337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!!dot_62">
            <a:extLst>
              <a:ext uri="{FF2B5EF4-FFF2-40B4-BE49-F238E27FC236}">
                <a16:creationId xmlns:a16="http://schemas.microsoft.com/office/drawing/2014/main" id="{595962EB-CD63-B81C-A5F8-41D28C1FA821}"/>
              </a:ext>
            </a:extLst>
          </p:cNvPr>
          <p:cNvSpPr/>
          <p:nvPr/>
        </p:nvSpPr>
        <p:spPr>
          <a:xfrm>
            <a:off x="6432778" y="296153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!!dot_63">
            <a:extLst>
              <a:ext uri="{FF2B5EF4-FFF2-40B4-BE49-F238E27FC236}">
                <a16:creationId xmlns:a16="http://schemas.microsoft.com/office/drawing/2014/main" id="{344D20DC-8CA8-0B77-44A8-37A48395DABB}"/>
              </a:ext>
            </a:extLst>
          </p:cNvPr>
          <p:cNvSpPr/>
          <p:nvPr/>
        </p:nvSpPr>
        <p:spPr>
          <a:xfrm>
            <a:off x="6400271" y="353523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!!dot_64">
            <a:extLst>
              <a:ext uri="{FF2B5EF4-FFF2-40B4-BE49-F238E27FC236}">
                <a16:creationId xmlns:a16="http://schemas.microsoft.com/office/drawing/2014/main" id="{71CC18ED-70F5-2223-0BAD-725798A30C29}"/>
              </a:ext>
            </a:extLst>
          </p:cNvPr>
          <p:cNvSpPr/>
          <p:nvPr/>
        </p:nvSpPr>
        <p:spPr>
          <a:xfrm>
            <a:off x="6373871" y="417632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!!dot_65">
            <a:extLst>
              <a:ext uri="{FF2B5EF4-FFF2-40B4-BE49-F238E27FC236}">
                <a16:creationId xmlns:a16="http://schemas.microsoft.com/office/drawing/2014/main" id="{533CB832-CACC-6B73-F81C-D52A78F78066}"/>
              </a:ext>
            </a:extLst>
          </p:cNvPr>
          <p:cNvSpPr/>
          <p:nvPr/>
        </p:nvSpPr>
        <p:spPr>
          <a:xfrm>
            <a:off x="6486338" y="390710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!!dot_66">
            <a:extLst>
              <a:ext uri="{FF2B5EF4-FFF2-40B4-BE49-F238E27FC236}">
                <a16:creationId xmlns:a16="http://schemas.microsoft.com/office/drawing/2014/main" id="{C0A795E0-E9C5-B7A9-DD00-019A29C65131}"/>
              </a:ext>
            </a:extLst>
          </p:cNvPr>
          <p:cNvSpPr/>
          <p:nvPr/>
        </p:nvSpPr>
        <p:spPr>
          <a:xfrm>
            <a:off x="6330143" y="402832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!!dot_67">
            <a:extLst>
              <a:ext uri="{FF2B5EF4-FFF2-40B4-BE49-F238E27FC236}">
                <a16:creationId xmlns:a16="http://schemas.microsoft.com/office/drawing/2014/main" id="{11603060-B2A7-ADBA-4D4F-17A21CF0E9A1}"/>
              </a:ext>
            </a:extLst>
          </p:cNvPr>
          <p:cNvSpPr/>
          <p:nvPr/>
        </p:nvSpPr>
        <p:spPr>
          <a:xfrm>
            <a:off x="5647571" y="446926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!!dot_68">
            <a:extLst>
              <a:ext uri="{FF2B5EF4-FFF2-40B4-BE49-F238E27FC236}">
                <a16:creationId xmlns:a16="http://schemas.microsoft.com/office/drawing/2014/main" id="{BBA10AEC-206E-FDA5-37D3-4F46904EC10D}"/>
              </a:ext>
            </a:extLst>
          </p:cNvPr>
          <p:cNvSpPr/>
          <p:nvPr/>
        </p:nvSpPr>
        <p:spPr>
          <a:xfrm>
            <a:off x="6518186" y="357526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!!dot_69">
            <a:extLst>
              <a:ext uri="{FF2B5EF4-FFF2-40B4-BE49-F238E27FC236}">
                <a16:creationId xmlns:a16="http://schemas.microsoft.com/office/drawing/2014/main" id="{3DB7A1D4-3124-3F2D-32A3-85971D6EAC69}"/>
              </a:ext>
            </a:extLst>
          </p:cNvPr>
          <p:cNvSpPr/>
          <p:nvPr/>
        </p:nvSpPr>
        <p:spPr>
          <a:xfrm>
            <a:off x="6637989" y="342952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88">
            <a:extLst>
              <a:ext uri="{FF2B5EF4-FFF2-40B4-BE49-F238E27FC236}">
                <a16:creationId xmlns:a16="http://schemas.microsoft.com/office/drawing/2014/main" id="{79716AFA-5609-7235-F3E8-821DBA425B1B}"/>
              </a:ext>
            </a:extLst>
          </p:cNvPr>
          <p:cNvSpPr/>
          <p:nvPr/>
        </p:nvSpPr>
        <p:spPr>
          <a:xfrm flipV="1">
            <a:off x="6472026" y="2849299"/>
            <a:ext cx="696649" cy="668687"/>
          </a:xfrm>
          <a:prstGeom prst="line">
            <a:avLst/>
          </a:prstGeom>
          <a:noFill/>
          <a:ln w="4064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89">
            <a:extLst>
              <a:ext uri="{FF2B5EF4-FFF2-40B4-BE49-F238E27FC236}">
                <a16:creationId xmlns:a16="http://schemas.microsoft.com/office/drawing/2014/main" id="{670EE325-3CF8-6D0E-0B4A-1853DA71A38F}"/>
              </a:ext>
            </a:extLst>
          </p:cNvPr>
          <p:cNvSpPr/>
          <p:nvPr/>
        </p:nvSpPr>
        <p:spPr>
          <a:xfrm>
            <a:off x="7188379" y="2697993"/>
            <a:ext cx="472901" cy="11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v₁ (PC1)</a:t>
            </a:r>
            <a:endParaRPr lang="en-US" sz="700" dirty="0"/>
          </a:p>
        </p:txBody>
      </p:sp>
      <p:sp>
        <p:nvSpPr>
          <p:cNvPr id="165" name="Shape 0">
            <a:extLst>
              <a:ext uri="{FF2B5EF4-FFF2-40B4-BE49-F238E27FC236}">
                <a16:creationId xmlns:a16="http://schemas.microsoft.com/office/drawing/2014/main" id="{DEFE8A4E-CEFC-50E5-58CC-AF55865E257D}"/>
              </a:ext>
            </a:extLst>
          </p:cNvPr>
          <p:cNvSpPr/>
          <p:nvPr/>
        </p:nvSpPr>
        <p:spPr>
          <a:xfrm>
            <a:off x="288370" y="3164520"/>
            <a:ext cx="4754842" cy="1761810"/>
          </a:xfrm>
          <a:prstGeom prst="roundRect">
            <a:avLst>
              <a:gd name="adj" fmla="val 10016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main.py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22C6B88-ED3D-D288-D3B8-DB1E2BE04264}"/>
              </a:ext>
            </a:extLst>
          </p:cNvPr>
          <p:cNvSpPr txBox="1"/>
          <p:nvPr/>
        </p:nvSpPr>
        <p:spPr>
          <a:xfrm>
            <a:off x="240633" y="2114323"/>
            <a:ext cx="511260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We need vectors v where </a:t>
            </a:r>
            <a:r>
              <a:rPr lang="el-GR" sz="13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Σ</a:t>
            </a:r>
            <a:r>
              <a:rPr lang="en-US" sz="13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v = </a:t>
            </a:r>
            <a:r>
              <a:rPr lang="el-GR" sz="13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λ</a:t>
            </a:r>
            <a:r>
              <a:rPr lang="en-US" sz="13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v. Power iteration finds the dominant one by repeatedly multiplying by </a:t>
            </a:r>
            <a:r>
              <a:rPr lang="el-GR" sz="13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Σ </a:t>
            </a:r>
            <a:r>
              <a:rPr lang="en-US" sz="13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and normalizing.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CC9A66E-055D-BE37-0F5F-3833D8158BBE}"/>
              </a:ext>
            </a:extLst>
          </p:cNvPr>
          <p:cNvSpPr txBox="1"/>
          <p:nvPr/>
        </p:nvSpPr>
        <p:spPr>
          <a:xfrm>
            <a:off x="260828" y="2563697"/>
            <a:ext cx="48590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</a:rPr>
              <a:t>Any starting vector decomposes into eigenvectors. Each iteration scales each component by its eigenvalue, so the largest </a:t>
            </a:r>
            <a:r>
              <a:rPr lang="el-GR" sz="1100" dirty="0">
                <a:solidFill>
                  <a:srgbClr val="94A3B8"/>
                </a:solidFill>
                <a:latin typeface="Calibri" panose="020F0502020204030204" pitchFamily="34" charset="0"/>
              </a:rPr>
              <a:t>λ </a:t>
            </a: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</a:rPr>
              <a:t>dominates exponentially — after a couple thousand iterations the direction stops changing.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E94A70D-D8EF-72ED-DE25-EAD3C5C8097D}"/>
              </a:ext>
            </a:extLst>
          </p:cNvPr>
          <p:cNvSpPr txBox="1"/>
          <p:nvPr/>
        </p:nvSpPr>
        <p:spPr>
          <a:xfrm>
            <a:off x="319983" y="3493255"/>
            <a:ext cx="48218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vec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= </a:t>
            </a:r>
            <a:r>
              <a:rPr lang="en-US" sz="1200" dirty="0" err="1">
                <a:solidFill>
                  <a:srgbClr val="9DD0F0"/>
                </a:solidFill>
                <a:latin typeface="Source Code Pro" panose="020B0509030403020204" pitchFamily="49" charset="0"/>
              </a:rPr>
              <a:t>np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.random.rand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(n)</a:t>
            </a:r>
          </a:p>
          <a:p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vec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/= </a:t>
            </a:r>
            <a:r>
              <a:rPr lang="en-US" sz="1200" dirty="0" err="1">
                <a:solidFill>
                  <a:srgbClr val="9DD0F0"/>
                </a:solidFill>
                <a:latin typeface="Source Code Pro" panose="020B0509030403020204" pitchFamily="49" charset="0"/>
              </a:rPr>
              <a:t>np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.linalg.norm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vec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)</a:t>
            </a:r>
          </a:p>
          <a:p>
            <a:r>
              <a:rPr lang="en-US" sz="1200" dirty="0">
                <a:solidFill>
                  <a:srgbClr val="C9A6E0"/>
                </a:solidFill>
                <a:latin typeface="Source Code Pro" panose="020B0509030403020204" pitchFamily="49" charset="0"/>
              </a:rPr>
              <a:t>for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_ </a:t>
            </a:r>
            <a:r>
              <a:rPr lang="en-US" sz="1200" dirty="0">
                <a:solidFill>
                  <a:srgbClr val="C9A6E0"/>
                </a:solidFill>
                <a:latin typeface="Source Code Pro" panose="020B0509030403020204" pitchFamily="49" charset="0"/>
              </a:rPr>
              <a:t>in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range(</a:t>
            </a:r>
            <a:r>
              <a:rPr lang="en-US" sz="1200" dirty="0">
                <a:solidFill>
                  <a:srgbClr val="F2C57C"/>
                </a:solidFill>
                <a:latin typeface="Source Code Pro" panose="020B0509030403020204" pitchFamily="49" charset="0"/>
              </a:rPr>
              <a:t>2000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):</a:t>
            </a:r>
          </a:p>
          <a:p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  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vec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= M @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vec</a:t>
            </a:r>
            <a:endParaRPr lang="en-US" sz="1200" dirty="0">
              <a:solidFill>
                <a:srgbClr val="E9E6DD"/>
              </a:solidFill>
              <a:latin typeface="Source Code Pro" panose="020B0509030403020204" pitchFamily="49" charset="0"/>
            </a:endParaRPr>
          </a:p>
          <a:p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  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vec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/= </a:t>
            </a:r>
            <a:r>
              <a:rPr lang="en-US" sz="1200" dirty="0" err="1">
                <a:solidFill>
                  <a:srgbClr val="9DD0F0"/>
                </a:solidFill>
                <a:latin typeface="Source Code Pro" panose="020B0509030403020204" pitchFamily="49" charset="0"/>
              </a:rPr>
              <a:t>np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.linalg.norm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vec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)</a:t>
            </a:r>
          </a:p>
          <a:p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   </a:t>
            </a:r>
            <a:r>
              <a:rPr lang="en-US" sz="1200" dirty="0">
                <a:solidFill>
                  <a:srgbClr val="C9A6E0"/>
                </a:solidFill>
                <a:latin typeface="Source Code Pro" panose="020B0509030403020204" pitchFamily="49" charset="0"/>
              </a:rPr>
              <a:t>if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np.linalg.norm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new_vector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 - vector) &lt;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tol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: </a:t>
            </a:r>
            <a:r>
              <a:rPr lang="en-US" sz="1200" dirty="0">
                <a:solidFill>
                  <a:srgbClr val="C9A6E0"/>
                </a:solidFill>
                <a:latin typeface="Source Code Pro" panose="020B0509030403020204" pitchFamily="49" charset="0"/>
              </a:rPr>
              <a:t>break</a:t>
            </a:r>
            <a:endParaRPr lang="en-US" sz="1200" dirty="0">
              <a:solidFill>
                <a:srgbClr val="E9E6DD"/>
              </a:solidFill>
              <a:latin typeface="Source Code Pro" panose="020B0509030403020204" pitchFamily="49" charset="0"/>
            </a:endParaRPr>
          </a:p>
        </p:txBody>
      </p:sp>
      <p:sp>
        <p:nvSpPr>
          <p:cNvPr id="169" name="!!axis_h">
            <a:extLst>
              <a:ext uri="{FF2B5EF4-FFF2-40B4-BE49-F238E27FC236}">
                <a16:creationId xmlns:a16="http://schemas.microsoft.com/office/drawing/2014/main" id="{385AD8C5-9A15-7C95-36E5-9577493134E4}"/>
              </a:ext>
            </a:extLst>
          </p:cNvPr>
          <p:cNvSpPr/>
          <p:nvPr/>
        </p:nvSpPr>
        <p:spPr>
          <a:xfrm flipV="1">
            <a:off x="393192" y="3464624"/>
            <a:ext cx="3375920" cy="0"/>
          </a:xfrm>
          <a:prstGeom prst="line">
            <a:avLst/>
          </a:prstGeom>
          <a:noFill/>
          <a:ln w="1143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530560E6-F22F-3E0E-1717-96F690B19339}"/>
                  </a:ext>
                </a:extLst>
              </p:cNvPr>
              <p:cNvSpPr txBox="1"/>
              <p:nvPr/>
            </p:nvSpPr>
            <p:spPr>
              <a:xfrm>
                <a:off x="219456" y="1792842"/>
                <a:ext cx="11519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530560E6-F22F-3E0E-1717-96F690B19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1792842"/>
                <a:ext cx="1151918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Shape 83">
            <a:extLst>
              <a:ext uri="{FF2B5EF4-FFF2-40B4-BE49-F238E27FC236}">
                <a16:creationId xmlns:a16="http://schemas.microsoft.com/office/drawing/2014/main" id="{BB3E8BC6-E8A8-56DB-CB03-9DAC4E66DC96}"/>
              </a:ext>
            </a:extLst>
          </p:cNvPr>
          <p:cNvSpPr/>
          <p:nvPr/>
        </p:nvSpPr>
        <p:spPr>
          <a:xfrm flipV="1">
            <a:off x="6472026" y="3321469"/>
            <a:ext cx="893443" cy="196515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84">
            <a:extLst>
              <a:ext uri="{FF2B5EF4-FFF2-40B4-BE49-F238E27FC236}">
                <a16:creationId xmlns:a16="http://schemas.microsoft.com/office/drawing/2014/main" id="{922C98C2-5F34-DEBD-2289-F50B46396DD7}"/>
              </a:ext>
            </a:extLst>
          </p:cNvPr>
          <p:cNvSpPr/>
          <p:nvPr/>
        </p:nvSpPr>
        <p:spPr>
          <a:xfrm flipV="1">
            <a:off x="6472027" y="3073420"/>
            <a:ext cx="843174" cy="444565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85">
            <a:extLst>
              <a:ext uri="{FF2B5EF4-FFF2-40B4-BE49-F238E27FC236}">
                <a16:creationId xmlns:a16="http://schemas.microsoft.com/office/drawing/2014/main" id="{2D9B1AC5-A892-1506-03CE-8A5EA4A56356}"/>
              </a:ext>
            </a:extLst>
          </p:cNvPr>
          <p:cNvSpPr/>
          <p:nvPr/>
        </p:nvSpPr>
        <p:spPr>
          <a:xfrm flipV="1">
            <a:off x="6472026" y="2984371"/>
            <a:ext cx="765170" cy="533614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86">
            <a:extLst>
              <a:ext uri="{FF2B5EF4-FFF2-40B4-BE49-F238E27FC236}">
                <a16:creationId xmlns:a16="http://schemas.microsoft.com/office/drawing/2014/main" id="{45F3E482-2AB4-36B2-96F1-AD2BF381ED2B}"/>
              </a:ext>
            </a:extLst>
          </p:cNvPr>
          <p:cNvSpPr/>
          <p:nvPr/>
        </p:nvSpPr>
        <p:spPr>
          <a:xfrm flipV="1">
            <a:off x="6472026" y="2822541"/>
            <a:ext cx="607950" cy="695445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59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 animBg="1"/>
      <p:bldP spid="16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E9CD2-F0A9-1D79-B66A-0B4DFE76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09A0781-A55C-F7CD-6BBA-3772B4DC0142}"/>
              </a:ext>
            </a:extLst>
          </p:cNvPr>
          <p:cNvGraphicFramePr/>
          <p:nvPr/>
        </p:nvGraphicFramePr>
        <p:xfrm>
          <a:off x="-22952752" y="-1341798"/>
          <a:ext cx="34814656" cy="380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Shape 0">
            <a:extLst>
              <a:ext uri="{FF2B5EF4-FFF2-40B4-BE49-F238E27FC236}">
                <a16:creationId xmlns:a16="http://schemas.microsoft.com/office/drawing/2014/main" id="{55CF8699-591C-A1C0-DDA1-1F463D756576}"/>
              </a:ext>
            </a:extLst>
          </p:cNvPr>
          <p:cNvSpPr/>
          <p:nvPr/>
        </p:nvSpPr>
        <p:spPr>
          <a:xfrm>
            <a:off x="7019778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C45F515F-3ABE-505C-8FAD-03976B77CA90}"/>
              </a:ext>
            </a:extLst>
          </p:cNvPr>
          <p:cNvSpPr/>
          <p:nvPr/>
        </p:nvSpPr>
        <p:spPr>
          <a:xfrm>
            <a:off x="7220946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DB2DA3CE-8B71-508D-8CCC-F2F45C04E605}"/>
              </a:ext>
            </a:extLst>
          </p:cNvPr>
          <p:cNvSpPr/>
          <p:nvPr/>
        </p:nvSpPr>
        <p:spPr>
          <a:xfrm>
            <a:off x="7422114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C291CB62-495B-5699-C9AE-53E1A7F8ADDD}"/>
              </a:ext>
            </a:extLst>
          </p:cNvPr>
          <p:cNvSpPr/>
          <p:nvPr/>
        </p:nvSpPr>
        <p:spPr>
          <a:xfrm>
            <a:off x="7623282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45394944-DA72-DBE6-2A25-13D2FF9D086A}"/>
              </a:ext>
            </a:extLst>
          </p:cNvPr>
          <p:cNvSpPr/>
          <p:nvPr/>
        </p:nvSpPr>
        <p:spPr>
          <a:xfrm>
            <a:off x="7824450" y="-11676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A7555F40-5860-B8AA-A1A5-3266DCDB2B72}"/>
              </a:ext>
            </a:extLst>
          </p:cNvPr>
          <p:cNvSpPr/>
          <p:nvPr/>
        </p:nvSpPr>
        <p:spPr>
          <a:xfrm>
            <a:off x="9362049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9358CA49-F647-6D31-BDB6-932AB7762F0D}"/>
              </a:ext>
            </a:extLst>
          </p:cNvPr>
          <p:cNvSpPr/>
          <p:nvPr/>
        </p:nvSpPr>
        <p:spPr>
          <a:xfrm>
            <a:off x="9563217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7D17023-CE02-BFBF-2642-6724B281D572}"/>
              </a:ext>
            </a:extLst>
          </p:cNvPr>
          <p:cNvSpPr/>
          <p:nvPr/>
        </p:nvSpPr>
        <p:spPr>
          <a:xfrm>
            <a:off x="9764385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1C59A1C7-2D58-B4B0-76C0-E86FF57A7E88}"/>
              </a:ext>
            </a:extLst>
          </p:cNvPr>
          <p:cNvSpPr/>
          <p:nvPr/>
        </p:nvSpPr>
        <p:spPr>
          <a:xfrm>
            <a:off x="9965553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F52E9C3C-9193-1A73-4402-1BE2B4C6D460}"/>
              </a:ext>
            </a:extLst>
          </p:cNvPr>
          <p:cNvSpPr/>
          <p:nvPr/>
        </p:nvSpPr>
        <p:spPr>
          <a:xfrm>
            <a:off x="10166721" y="253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70DCF623-BD24-CCFC-331A-CD6A203CFCC4}"/>
              </a:ext>
            </a:extLst>
          </p:cNvPr>
          <p:cNvSpPr/>
          <p:nvPr/>
        </p:nvSpPr>
        <p:spPr>
          <a:xfrm>
            <a:off x="7019778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32AE7782-DC60-374E-FFD8-E29420A8DE91}"/>
              </a:ext>
            </a:extLst>
          </p:cNvPr>
          <p:cNvSpPr/>
          <p:nvPr/>
        </p:nvSpPr>
        <p:spPr>
          <a:xfrm>
            <a:off x="7220946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D0E58BC3-7382-9AAC-4C17-4800DB3F5D54}"/>
              </a:ext>
            </a:extLst>
          </p:cNvPr>
          <p:cNvSpPr/>
          <p:nvPr/>
        </p:nvSpPr>
        <p:spPr>
          <a:xfrm>
            <a:off x="7422114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1F2AD4FF-20DD-64BD-8C13-3D4C3CB7E45C}"/>
              </a:ext>
            </a:extLst>
          </p:cNvPr>
          <p:cNvSpPr/>
          <p:nvPr/>
        </p:nvSpPr>
        <p:spPr>
          <a:xfrm>
            <a:off x="7623282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CE2991BF-0423-F4D4-4EB0-C7AB756E0381}"/>
              </a:ext>
            </a:extLst>
          </p:cNvPr>
          <p:cNvSpPr/>
          <p:nvPr/>
        </p:nvSpPr>
        <p:spPr>
          <a:xfrm>
            <a:off x="7824450" y="-96645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858CDC5E-BAD0-04B7-D43E-A55A7C64E943}"/>
              </a:ext>
            </a:extLst>
          </p:cNvPr>
          <p:cNvSpPr/>
          <p:nvPr/>
        </p:nvSpPr>
        <p:spPr>
          <a:xfrm>
            <a:off x="9362049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60CF5F8F-AFBD-B2D9-47F0-AABAA6DA8BAA}"/>
              </a:ext>
            </a:extLst>
          </p:cNvPr>
          <p:cNvSpPr/>
          <p:nvPr/>
        </p:nvSpPr>
        <p:spPr>
          <a:xfrm>
            <a:off x="9563217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A9D640A7-4F17-C468-C0BC-83612303F9EA}"/>
              </a:ext>
            </a:extLst>
          </p:cNvPr>
          <p:cNvSpPr/>
          <p:nvPr/>
        </p:nvSpPr>
        <p:spPr>
          <a:xfrm>
            <a:off x="9764385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0D10C849-27A0-4703-7526-AB27BCB0D45A}"/>
              </a:ext>
            </a:extLst>
          </p:cNvPr>
          <p:cNvSpPr/>
          <p:nvPr/>
        </p:nvSpPr>
        <p:spPr>
          <a:xfrm>
            <a:off x="9965553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C81E4810-0248-FA45-A1C9-DDFA5B25BC02}"/>
              </a:ext>
            </a:extLst>
          </p:cNvPr>
          <p:cNvSpPr/>
          <p:nvPr/>
        </p:nvSpPr>
        <p:spPr>
          <a:xfrm>
            <a:off x="10166721" y="4543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133B8A12-689E-635A-C2A2-B8CF8E7E5055}"/>
              </a:ext>
            </a:extLst>
          </p:cNvPr>
          <p:cNvSpPr/>
          <p:nvPr/>
        </p:nvSpPr>
        <p:spPr>
          <a:xfrm>
            <a:off x="7019778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DB629E46-8E28-B361-06A1-A7FAF99A62DB}"/>
              </a:ext>
            </a:extLst>
          </p:cNvPr>
          <p:cNvSpPr/>
          <p:nvPr/>
        </p:nvSpPr>
        <p:spPr>
          <a:xfrm>
            <a:off x="7220946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BDE09E66-59F1-7C53-E1FE-59AFE2F0EB41}"/>
              </a:ext>
            </a:extLst>
          </p:cNvPr>
          <p:cNvSpPr/>
          <p:nvPr/>
        </p:nvSpPr>
        <p:spPr>
          <a:xfrm>
            <a:off x="7422114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0916349D-FBCA-9A7A-3B6C-0157713DF158}"/>
              </a:ext>
            </a:extLst>
          </p:cNvPr>
          <p:cNvSpPr/>
          <p:nvPr/>
        </p:nvSpPr>
        <p:spPr>
          <a:xfrm>
            <a:off x="7623282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368A2D70-7FA7-7561-3255-C87B5A9B0464}"/>
              </a:ext>
            </a:extLst>
          </p:cNvPr>
          <p:cNvSpPr/>
          <p:nvPr/>
        </p:nvSpPr>
        <p:spPr>
          <a:xfrm>
            <a:off x="7824450" y="-76528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4CB989E2-A1F0-EB5B-409A-EA9832477D97}"/>
              </a:ext>
            </a:extLst>
          </p:cNvPr>
          <p:cNvSpPr/>
          <p:nvPr/>
        </p:nvSpPr>
        <p:spPr>
          <a:xfrm>
            <a:off x="9362049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785C4BBB-7C84-1F3B-FCF1-A911C28D8FD3}"/>
              </a:ext>
            </a:extLst>
          </p:cNvPr>
          <p:cNvSpPr/>
          <p:nvPr/>
        </p:nvSpPr>
        <p:spPr>
          <a:xfrm>
            <a:off x="9563217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C6D97016-6F6C-F60B-23B6-3BC18E918485}"/>
              </a:ext>
            </a:extLst>
          </p:cNvPr>
          <p:cNvSpPr/>
          <p:nvPr/>
        </p:nvSpPr>
        <p:spPr>
          <a:xfrm>
            <a:off x="9764385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74BEE664-D1E9-4649-D9EA-6C9D27A0196E}"/>
              </a:ext>
            </a:extLst>
          </p:cNvPr>
          <p:cNvSpPr/>
          <p:nvPr/>
        </p:nvSpPr>
        <p:spPr>
          <a:xfrm>
            <a:off x="9965553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6E65ED18-5160-F1B5-9E7A-CC40E30F0EBA}"/>
              </a:ext>
            </a:extLst>
          </p:cNvPr>
          <p:cNvSpPr/>
          <p:nvPr/>
        </p:nvSpPr>
        <p:spPr>
          <a:xfrm>
            <a:off x="10166721" y="655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C98997AB-1A2B-881A-8F65-F3159D066AB0}"/>
              </a:ext>
            </a:extLst>
          </p:cNvPr>
          <p:cNvSpPr/>
          <p:nvPr/>
        </p:nvSpPr>
        <p:spPr>
          <a:xfrm>
            <a:off x="7019778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03A870A8-2371-2AE8-7451-148EB060455A}"/>
              </a:ext>
            </a:extLst>
          </p:cNvPr>
          <p:cNvSpPr/>
          <p:nvPr/>
        </p:nvSpPr>
        <p:spPr>
          <a:xfrm>
            <a:off x="7220946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AEEB1C27-2EA7-B767-27A4-FA0558074B36}"/>
              </a:ext>
            </a:extLst>
          </p:cNvPr>
          <p:cNvSpPr/>
          <p:nvPr/>
        </p:nvSpPr>
        <p:spPr>
          <a:xfrm>
            <a:off x="7422114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33">
            <a:extLst>
              <a:ext uri="{FF2B5EF4-FFF2-40B4-BE49-F238E27FC236}">
                <a16:creationId xmlns:a16="http://schemas.microsoft.com/office/drawing/2014/main" id="{2B8E206F-1DF1-77DC-F198-A6AD91B8E28C}"/>
              </a:ext>
            </a:extLst>
          </p:cNvPr>
          <p:cNvSpPr/>
          <p:nvPr/>
        </p:nvSpPr>
        <p:spPr>
          <a:xfrm>
            <a:off x="7623282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D9901FAB-0587-2B01-C2BB-7B7967BD99CD}"/>
              </a:ext>
            </a:extLst>
          </p:cNvPr>
          <p:cNvSpPr/>
          <p:nvPr/>
        </p:nvSpPr>
        <p:spPr>
          <a:xfrm>
            <a:off x="7824450" y="-5641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B780650A-5A33-74D4-4377-0D828398E73E}"/>
              </a:ext>
            </a:extLst>
          </p:cNvPr>
          <p:cNvSpPr/>
          <p:nvPr/>
        </p:nvSpPr>
        <p:spPr>
          <a:xfrm>
            <a:off x="9362049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101E130A-FECE-C95D-7023-746446EFA98E}"/>
              </a:ext>
            </a:extLst>
          </p:cNvPr>
          <p:cNvSpPr/>
          <p:nvPr/>
        </p:nvSpPr>
        <p:spPr>
          <a:xfrm>
            <a:off x="9563217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A89D3EB5-975D-1AD1-FCCB-47846C53B719}"/>
              </a:ext>
            </a:extLst>
          </p:cNvPr>
          <p:cNvSpPr/>
          <p:nvPr/>
        </p:nvSpPr>
        <p:spPr>
          <a:xfrm>
            <a:off x="9764385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38">
            <a:extLst>
              <a:ext uri="{FF2B5EF4-FFF2-40B4-BE49-F238E27FC236}">
                <a16:creationId xmlns:a16="http://schemas.microsoft.com/office/drawing/2014/main" id="{3C29E826-5CE1-4D0D-B6BE-51963E1E0BF6}"/>
              </a:ext>
            </a:extLst>
          </p:cNvPr>
          <p:cNvSpPr/>
          <p:nvPr/>
        </p:nvSpPr>
        <p:spPr>
          <a:xfrm>
            <a:off x="9965553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FE5F788D-3476-7290-451C-95722A955774}"/>
              </a:ext>
            </a:extLst>
          </p:cNvPr>
          <p:cNvSpPr/>
          <p:nvPr/>
        </p:nvSpPr>
        <p:spPr>
          <a:xfrm>
            <a:off x="10166721" y="8567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40">
            <a:extLst>
              <a:ext uri="{FF2B5EF4-FFF2-40B4-BE49-F238E27FC236}">
                <a16:creationId xmlns:a16="http://schemas.microsoft.com/office/drawing/2014/main" id="{401BC3E0-4C79-5567-BA69-431805E83DB5}"/>
              </a:ext>
            </a:extLst>
          </p:cNvPr>
          <p:cNvSpPr/>
          <p:nvPr/>
        </p:nvSpPr>
        <p:spPr>
          <a:xfrm>
            <a:off x="7019778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41">
            <a:extLst>
              <a:ext uri="{FF2B5EF4-FFF2-40B4-BE49-F238E27FC236}">
                <a16:creationId xmlns:a16="http://schemas.microsoft.com/office/drawing/2014/main" id="{F9FEAB44-9CEB-A739-898D-4CE95AE8DB85}"/>
              </a:ext>
            </a:extLst>
          </p:cNvPr>
          <p:cNvSpPr/>
          <p:nvPr/>
        </p:nvSpPr>
        <p:spPr>
          <a:xfrm>
            <a:off x="7220946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42">
            <a:extLst>
              <a:ext uri="{FF2B5EF4-FFF2-40B4-BE49-F238E27FC236}">
                <a16:creationId xmlns:a16="http://schemas.microsoft.com/office/drawing/2014/main" id="{29479C9A-8F0D-737C-91A8-A71A6D03828E}"/>
              </a:ext>
            </a:extLst>
          </p:cNvPr>
          <p:cNvSpPr/>
          <p:nvPr/>
        </p:nvSpPr>
        <p:spPr>
          <a:xfrm>
            <a:off x="7422114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43">
            <a:extLst>
              <a:ext uri="{FF2B5EF4-FFF2-40B4-BE49-F238E27FC236}">
                <a16:creationId xmlns:a16="http://schemas.microsoft.com/office/drawing/2014/main" id="{E59FCB05-BE9C-B151-2C5A-BDF127A9D3FB}"/>
              </a:ext>
            </a:extLst>
          </p:cNvPr>
          <p:cNvSpPr/>
          <p:nvPr/>
        </p:nvSpPr>
        <p:spPr>
          <a:xfrm>
            <a:off x="7623282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44">
            <a:extLst>
              <a:ext uri="{FF2B5EF4-FFF2-40B4-BE49-F238E27FC236}">
                <a16:creationId xmlns:a16="http://schemas.microsoft.com/office/drawing/2014/main" id="{6D0A39A8-8E68-7EB2-8056-4C87AA0FFC46}"/>
              </a:ext>
            </a:extLst>
          </p:cNvPr>
          <p:cNvSpPr/>
          <p:nvPr/>
        </p:nvSpPr>
        <p:spPr>
          <a:xfrm>
            <a:off x="7824450" y="-36294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45">
            <a:extLst>
              <a:ext uri="{FF2B5EF4-FFF2-40B4-BE49-F238E27FC236}">
                <a16:creationId xmlns:a16="http://schemas.microsoft.com/office/drawing/2014/main" id="{393A4D8E-BA2F-ED78-13E9-56049BC9EC96}"/>
              </a:ext>
            </a:extLst>
          </p:cNvPr>
          <p:cNvSpPr/>
          <p:nvPr/>
        </p:nvSpPr>
        <p:spPr>
          <a:xfrm>
            <a:off x="9362049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0CC30135-8096-1FB3-E431-DEDD0E388962}"/>
              </a:ext>
            </a:extLst>
          </p:cNvPr>
          <p:cNvSpPr/>
          <p:nvPr/>
        </p:nvSpPr>
        <p:spPr>
          <a:xfrm>
            <a:off x="9563217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47">
            <a:extLst>
              <a:ext uri="{FF2B5EF4-FFF2-40B4-BE49-F238E27FC236}">
                <a16:creationId xmlns:a16="http://schemas.microsoft.com/office/drawing/2014/main" id="{199AC9FA-0104-A0AD-426C-B8345A8E4144}"/>
              </a:ext>
            </a:extLst>
          </p:cNvPr>
          <p:cNvSpPr/>
          <p:nvPr/>
        </p:nvSpPr>
        <p:spPr>
          <a:xfrm>
            <a:off x="9764385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48">
            <a:extLst>
              <a:ext uri="{FF2B5EF4-FFF2-40B4-BE49-F238E27FC236}">
                <a16:creationId xmlns:a16="http://schemas.microsoft.com/office/drawing/2014/main" id="{1159C664-C26D-599E-6AB0-11FA7947F5D4}"/>
              </a:ext>
            </a:extLst>
          </p:cNvPr>
          <p:cNvSpPr/>
          <p:nvPr/>
        </p:nvSpPr>
        <p:spPr>
          <a:xfrm>
            <a:off x="9965553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49">
            <a:extLst>
              <a:ext uri="{FF2B5EF4-FFF2-40B4-BE49-F238E27FC236}">
                <a16:creationId xmlns:a16="http://schemas.microsoft.com/office/drawing/2014/main" id="{F0575363-19E6-33D4-A884-05261B9FB491}"/>
              </a:ext>
            </a:extLst>
          </p:cNvPr>
          <p:cNvSpPr/>
          <p:nvPr/>
        </p:nvSpPr>
        <p:spPr>
          <a:xfrm>
            <a:off x="10166721" y="10578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50">
            <a:extLst>
              <a:ext uri="{FF2B5EF4-FFF2-40B4-BE49-F238E27FC236}">
                <a16:creationId xmlns:a16="http://schemas.microsoft.com/office/drawing/2014/main" id="{72F3C585-149B-DAFC-3654-E1BB63D981FF}"/>
              </a:ext>
            </a:extLst>
          </p:cNvPr>
          <p:cNvSpPr/>
          <p:nvPr/>
        </p:nvSpPr>
        <p:spPr>
          <a:xfrm>
            <a:off x="7019778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51">
            <a:extLst>
              <a:ext uri="{FF2B5EF4-FFF2-40B4-BE49-F238E27FC236}">
                <a16:creationId xmlns:a16="http://schemas.microsoft.com/office/drawing/2014/main" id="{3243EE9B-2B17-0BE3-9BF2-58F7495A62E7}"/>
              </a:ext>
            </a:extLst>
          </p:cNvPr>
          <p:cNvSpPr/>
          <p:nvPr/>
        </p:nvSpPr>
        <p:spPr>
          <a:xfrm>
            <a:off x="7220946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52">
            <a:extLst>
              <a:ext uri="{FF2B5EF4-FFF2-40B4-BE49-F238E27FC236}">
                <a16:creationId xmlns:a16="http://schemas.microsoft.com/office/drawing/2014/main" id="{EDB408BC-6160-4D07-2A50-40E1F20626E6}"/>
              </a:ext>
            </a:extLst>
          </p:cNvPr>
          <p:cNvSpPr/>
          <p:nvPr/>
        </p:nvSpPr>
        <p:spPr>
          <a:xfrm>
            <a:off x="7422114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53">
            <a:extLst>
              <a:ext uri="{FF2B5EF4-FFF2-40B4-BE49-F238E27FC236}">
                <a16:creationId xmlns:a16="http://schemas.microsoft.com/office/drawing/2014/main" id="{2DB386E7-54E3-9EED-A657-21FB88FBA026}"/>
              </a:ext>
            </a:extLst>
          </p:cNvPr>
          <p:cNvSpPr/>
          <p:nvPr/>
        </p:nvSpPr>
        <p:spPr>
          <a:xfrm>
            <a:off x="7623282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54">
            <a:extLst>
              <a:ext uri="{FF2B5EF4-FFF2-40B4-BE49-F238E27FC236}">
                <a16:creationId xmlns:a16="http://schemas.microsoft.com/office/drawing/2014/main" id="{A6D1B39F-8666-95A6-3E30-7E65A9A35C39}"/>
              </a:ext>
            </a:extLst>
          </p:cNvPr>
          <p:cNvSpPr/>
          <p:nvPr/>
        </p:nvSpPr>
        <p:spPr>
          <a:xfrm>
            <a:off x="7824450" y="-1617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55">
            <a:extLst>
              <a:ext uri="{FF2B5EF4-FFF2-40B4-BE49-F238E27FC236}">
                <a16:creationId xmlns:a16="http://schemas.microsoft.com/office/drawing/2014/main" id="{0AE4673A-654F-AFCD-E15F-44D89188B0F5}"/>
              </a:ext>
            </a:extLst>
          </p:cNvPr>
          <p:cNvSpPr/>
          <p:nvPr/>
        </p:nvSpPr>
        <p:spPr>
          <a:xfrm>
            <a:off x="9362049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697D517E-9523-C86E-99BE-9867469E5B82}"/>
              </a:ext>
            </a:extLst>
          </p:cNvPr>
          <p:cNvSpPr/>
          <p:nvPr/>
        </p:nvSpPr>
        <p:spPr>
          <a:xfrm>
            <a:off x="9563217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57">
            <a:extLst>
              <a:ext uri="{FF2B5EF4-FFF2-40B4-BE49-F238E27FC236}">
                <a16:creationId xmlns:a16="http://schemas.microsoft.com/office/drawing/2014/main" id="{5600A62D-C2EC-8D91-AE14-D57DA2AB2083}"/>
              </a:ext>
            </a:extLst>
          </p:cNvPr>
          <p:cNvSpPr/>
          <p:nvPr/>
        </p:nvSpPr>
        <p:spPr>
          <a:xfrm>
            <a:off x="9764385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5C02EC04-F997-F4FC-EDA4-96ED3F502224}"/>
              </a:ext>
            </a:extLst>
          </p:cNvPr>
          <p:cNvSpPr/>
          <p:nvPr/>
        </p:nvSpPr>
        <p:spPr>
          <a:xfrm>
            <a:off x="9965553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59">
            <a:extLst>
              <a:ext uri="{FF2B5EF4-FFF2-40B4-BE49-F238E27FC236}">
                <a16:creationId xmlns:a16="http://schemas.microsoft.com/office/drawing/2014/main" id="{B3FC03E0-DB2E-A652-CB1E-E74303793ADE}"/>
              </a:ext>
            </a:extLst>
          </p:cNvPr>
          <p:cNvSpPr/>
          <p:nvPr/>
        </p:nvSpPr>
        <p:spPr>
          <a:xfrm>
            <a:off x="10166721" y="125905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60">
            <a:extLst>
              <a:ext uri="{FF2B5EF4-FFF2-40B4-BE49-F238E27FC236}">
                <a16:creationId xmlns:a16="http://schemas.microsoft.com/office/drawing/2014/main" id="{7105A5A6-61C0-71B6-7083-B5EB606F6346}"/>
              </a:ext>
            </a:extLst>
          </p:cNvPr>
          <p:cNvSpPr/>
          <p:nvPr/>
        </p:nvSpPr>
        <p:spPr>
          <a:xfrm>
            <a:off x="10153005" y="84300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F1F733F1-9876-0C2E-EC3F-CB714E20B005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12</a:t>
            </a:r>
            <a:endParaRPr lang="en-US" sz="10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F94CA72-CA05-263C-D36B-F4E03948B115}"/>
              </a:ext>
            </a:extLst>
          </p:cNvPr>
          <p:cNvSpPr/>
          <p:nvPr/>
        </p:nvSpPr>
        <p:spPr>
          <a:xfrm>
            <a:off x="5218837" y="2315631"/>
            <a:ext cx="2512466" cy="2403454"/>
          </a:xfrm>
          <a:prstGeom prst="roundRect">
            <a:avLst>
              <a:gd name="adj" fmla="val 283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82">
            <a:extLst>
              <a:ext uri="{FF2B5EF4-FFF2-40B4-BE49-F238E27FC236}">
                <a16:creationId xmlns:a16="http://schemas.microsoft.com/office/drawing/2014/main" id="{E4809206-1022-B423-5ED8-3AA2C73AB7F0}"/>
              </a:ext>
            </a:extLst>
          </p:cNvPr>
          <p:cNvSpPr/>
          <p:nvPr/>
        </p:nvSpPr>
        <p:spPr>
          <a:xfrm>
            <a:off x="7725214" y="3474327"/>
            <a:ext cx="1202165" cy="1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1 (std)</a:t>
            </a:r>
            <a:endParaRPr lang="en-US" sz="1100" dirty="0"/>
          </a:p>
        </p:txBody>
      </p:sp>
      <p:sp>
        <p:nvSpPr>
          <p:cNvPr id="5" name="Text 83">
            <a:extLst>
              <a:ext uri="{FF2B5EF4-FFF2-40B4-BE49-F238E27FC236}">
                <a16:creationId xmlns:a16="http://schemas.microsoft.com/office/drawing/2014/main" id="{2F5266BC-7AC7-6E47-6B65-F60137B82C92}"/>
              </a:ext>
            </a:extLst>
          </p:cNvPr>
          <p:cNvSpPr/>
          <p:nvPr/>
        </p:nvSpPr>
        <p:spPr>
          <a:xfrm>
            <a:off x="5931398" y="2162174"/>
            <a:ext cx="14683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2 (std)</a:t>
            </a:r>
            <a:endParaRPr lang="en-US" sz="11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F9BCE7D1-0805-6F95-5A5A-A3CC376111AA}"/>
              </a:ext>
            </a:extLst>
          </p:cNvPr>
          <p:cNvSpPr/>
          <p:nvPr/>
        </p:nvSpPr>
        <p:spPr>
          <a:xfrm>
            <a:off x="5289772" y="4274519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5F8BBF9F-A58F-BCD2-0940-F99714E180CD}"/>
              </a:ext>
            </a:extLst>
          </p:cNvPr>
          <p:cNvSpPr/>
          <p:nvPr/>
        </p:nvSpPr>
        <p:spPr>
          <a:xfrm>
            <a:off x="5683857" y="2383187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A0D639F2-8576-12D5-C4F5-3E7B51E392F4}"/>
              </a:ext>
            </a:extLst>
          </p:cNvPr>
          <p:cNvSpPr/>
          <p:nvPr/>
        </p:nvSpPr>
        <p:spPr>
          <a:xfrm>
            <a:off x="5289772" y="3896252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BEDD1E3-A3CC-780F-861C-3EF05E08E434}"/>
              </a:ext>
            </a:extLst>
          </p:cNvPr>
          <p:cNvSpPr/>
          <p:nvPr/>
        </p:nvSpPr>
        <p:spPr>
          <a:xfrm>
            <a:off x="6077941" y="2383187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9788D77-55B0-311E-5660-B5DD5BA4546C}"/>
              </a:ext>
            </a:extLst>
          </p:cNvPr>
          <p:cNvSpPr/>
          <p:nvPr/>
        </p:nvSpPr>
        <p:spPr>
          <a:xfrm>
            <a:off x="5289772" y="3139720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1D3AA39-8E4F-5F71-B077-A1645D0BBF8D}"/>
              </a:ext>
            </a:extLst>
          </p:cNvPr>
          <p:cNvSpPr/>
          <p:nvPr/>
        </p:nvSpPr>
        <p:spPr>
          <a:xfrm>
            <a:off x="6866110" y="2383187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D09E47B3-2ABE-14F4-7751-E188496EDB9D}"/>
              </a:ext>
            </a:extLst>
          </p:cNvPr>
          <p:cNvSpPr/>
          <p:nvPr/>
        </p:nvSpPr>
        <p:spPr>
          <a:xfrm>
            <a:off x="5289772" y="2761453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5754F5F5-3C5D-9031-F738-4EC71E579908}"/>
              </a:ext>
            </a:extLst>
          </p:cNvPr>
          <p:cNvSpPr/>
          <p:nvPr/>
        </p:nvSpPr>
        <p:spPr>
          <a:xfrm>
            <a:off x="7260194" y="2383187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!!axis_h">
            <a:extLst>
              <a:ext uri="{FF2B5EF4-FFF2-40B4-BE49-F238E27FC236}">
                <a16:creationId xmlns:a16="http://schemas.microsoft.com/office/drawing/2014/main" id="{72820988-D2A7-8B8A-B31A-A6154DA5609B}"/>
              </a:ext>
            </a:extLst>
          </p:cNvPr>
          <p:cNvSpPr/>
          <p:nvPr/>
        </p:nvSpPr>
        <p:spPr>
          <a:xfrm>
            <a:off x="5289772" y="3517986"/>
            <a:ext cx="2364507" cy="0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!!axis_v">
            <a:extLst>
              <a:ext uri="{FF2B5EF4-FFF2-40B4-BE49-F238E27FC236}">
                <a16:creationId xmlns:a16="http://schemas.microsoft.com/office/drawing/2014/main" id="{AF626252-8CE0-98A6-4B89-CC8227FC1ADD}"/>
              </a:ext>
            </a:extLst>
          </p:cNvPr>
          <p:cNvSpPr/>
          <p:nvPr/>
        </p:nvSpPr>
        <p:spPr>
          <a:xfrm>
            <a:off x="6472026" y="2383187"/>
            <a:ext cx="0" cy="2269598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!!dot_0">
            <a:extLst>
              <a:ext uri="{FF2B5EF4-FFF2-40B4-BE49-F238E27FC236}">
                <a16:creationId xmlns:a16="http://schemas.microsoft.com/office/drawing/2014/main" id="{55FEAB04-ED73-12A2-AC4F-C1B05A543B1A}"/>
              </a:ext>
            </a:extLst>
          </p:cNvPr>
          <p:cNvSpPr/>
          <p:nvPr/>
        </p:nvSpPr>
        <p:spPr>
          <a:xfrm>
            <a:off x="7435820" y="270071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!!dot_1">
            <a:extLst>
              <a:ext uri="{FF2B5EF4-FFF2-40B4-BE49-F238E27FC236}">
                <a16:creationId xmlns:a16="http://schemas.microsoft.com/office/drawing/2014/main" id="{6E8AD6AF-375E-2991-5497-DABD98A8D48F}"/>
              </a:ext>
            </a:extLst>
          </p:cNvPr>
          <p:cNvSpPr/>
          <p:nvPr/>
        </p:nvSpPr>
        <p:spPr>
          <a:xfrm>
            <a:off x="6073536" y="375300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!!dot_2">
            <a:extLst>
              <a:ext uri="{FF2B5EF4-FFF2-40B4-BE49-F238E27FC236}">
                <a16:creationId xmlns:a16="http://schemas.microsoft.com/office/drawing/2014/main" id="{FC7123DE-A99B-CA9D-C4EA-B706C92FD52E}"/>
              </a:ext>
            </a:extLst>
          </p:cNvPr>
          <p:cNvSpPr/>
          <p:nvPr/>
        </p:nvSpPr>
        <p:spPr>
          <a:xfrm>
            <a:off x="6370744" y="327555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!!dot_3">
            <a:extLst>
              <a:ext uri="{FF2B5EF4-FFF2-40B4-BE49-F238E27FC236}">
                <a16:creationId xmlns:a16="http://schemas.microsoft.com/office/drawing/2014/main" id="{F56CDAC5-FF7B-AC59-FCD4-D2CA7CB8F1B8}"/>
              </a:ext>
            </a:extLst>
          </p:cNvPr>
          <p:cNvSpPr/>
          <p:nvPr/>
        </p:nvSpPr>
        <p:spPr>
          <a:xfrm>
            <a:off x="6153416" y="405730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!!dot_4">
            <a:extLst>
              <a:ext uri="{FF2B5EF4-FFF2-40B4-BE49-F238E27FC236}">
                <a16:creationId xmlns:a16="http://schemas.microsoft.com/office/drawing/2014/main" id="{A0E25281-B743-D460-14E8-0C5F82486BC6}"/>
              </a:ext>
            </a:extLst>
          </p:cNvPr>
          <p:cNvSpPr/>
          <p:nvPr/>
        </p:nvSpPr>
        <p:spPr>
          <a:xfrm>
            <a:off x="5859103" y="350787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!!dot_5">
            <a:extLst>
              <a:ext uri="{FF2B5EF4-FFF2-40B4-BE49-F238E27FC236}">
                <a16:creationId xmlns:a16="http://schemas.microsoft.com/office/drawing/2014/main" id="{738BC2B6-BFE4-1271-64A9-EBEA07F1E94C}"/>
              </a:ext>
            </a:extLst>
          </p:cNvPr>
          <p:cNvSpPr/>
          <p:nvPr/>
        </p:nvSpPr>
        <p:spPr>
          <a:xfrm>
            <a:off x="6863268" y="282021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!!dot_6">
            <a:extLst>
              <a:ext uri="{FF2B5EF4-FFF2-40B4-BE49-F238E27FC236}">
                <a16:creationId xmlns:a16="http://schemas.microsoft.com/office/drawing/2014/main" id="{AB203105-5F58-A929-8634-DB10349B94A7}"/>
              </a:ext>
            </a:extLst>
          </p:cNvPr>
          <p:cNvSpPr/>
          <p:nvPr/>
        </p:nvSpPr>
        <p:spPr>
          <a:xfrm>
            <a:off x="6240549" y="361786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!!dot_7">
            <a:extLst>
              <a:ext uri="{FF2B5EF4-FFF2-40B4-BE49-F238E27FC236}">
                <a16:creationId xmlns:a16="http://schemas.microsoft.com/office/drawing/2014/main" id="{191E0333-6E35-4C3C-F1D5-3751B110BD48}"/>
              </a:ext>
            </a:extLst>
          </p:cNvPr>
          <p:cNvSpPr/>
          <p:nvPr/>
        </p:nvSpPr>
        <p:spPr>
          <a:xfrm>
            <a:off x="7136918" y="314472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!!dot_8">
            <a:extLst>
              <a:ext uri="{FF2B5EF4-FFF2-40B4-BE49-F238E27FC236}">
                <a16:creationId xmlns:a16="http://schemas.microsoft.com/office/drawing/2014/main" id="{2FA5AE2F-1D70-1C50-25EB-19257B73E494}"/>
              </a:ext>
            </a:extLst>
          </p:cNvPr>
          <p:cNvSpPr/>
          <p:nvPr/>
        </p:nvSpPr>
        <p:spPr>
          <a:xfrm>
            <a:off x="6736815" y="299962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!!dot_9">
            <a:extLst>
              <a:ext uri="{FF2B5EF4-FFF2-40B4-BE49-F238E27FC236}">
                <a16:creationId xmlns:a16="http://schemas.microsoft.com/office/drawing/2014/main" id="{CD7EBE3A-DB45-2B53-B970-8E4357732141}"/>
              </a:ext>
            </a:extLst>
          </p:cNvPr>
          <p:cNvSpPr/>
          <p:nvPr/>
        </p:nvSpPr>
        <p:spPr>
          <a:xfrm>
            <a:off x="6640378" y="365092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!!dot_10">
            <a:extLst>
              <a:ext uri="{FF2B5EF4-FFF2-40B4-BE49-F238E27FC236}">
                <a16:creationId xmlns:a16="http://schemas.microsoft.com/office/drawing/2014/main" id="{76D6AB6D-A20F-0621-5932-F3C732136D28}"/>
              </a:ext>
            </a:extLst>
          </p:cNvPr>
          <p:cNvSpPr/>
          <p:nvPr/>
        </p:nvSpPr>
        <p:spPr>
          <a:xfrm>
            <a:off x="6898213" y="304219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!!dot_11">
            <a:extLst>
              <a:ext uri="{FF2B5EF4-FFF2-40B4-BE49-F238E27FC236}">
                <a16:creationId xmlns:a16="http://schemas.microsoft.com/office/drawing/2014/main" id="{75A797FF-64DE-6FD1-74A6-B84C7C38FD51}"/>
              </a:ext>
            </a:extLst>
          </p:cNvPr>
          <p:cNvSpPr/>
          <p:nvPr/>
        </p:nvSpPr>
        <p:spPr>
          <a:xfrm>
            <a:off x="5956218" y="353892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!!dot_12">
            <a:extLst>
              <a:ext uri="{FF2B5EF4-FFF2-40B4-BE49-F238E27FC236}">
                <a16:creationId xmlns:a16="http://schemas.microsoft.com/office/drawing/2014/main" id="{A75155E7-6836-CC06-5CAA-AE8F152DD86D}"/>
              </a:ext>
            </a:extLst>
          </p:cNvPr>
          <p:cNvSpPr/>
          <p:nvPr/>
        </p:nvSpPr>
        <p:spPr>
          <a:xfrm>
            <a:off x="6304699" y="385188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!!dot_13">
            <a:extLst>
              <a:ext uri="{FF2B5EF4-FFF2-40B4-BE49-F238E27FC236}">
                <a16:creationId xmlns:a16="http://schemas.microsoft.com/office/drawing/2014/main" id="{EA474032-48B6-CE94-F824-FDE7508FDCD1}"/>
              </a:ext>
            </a:extLst>
          </p:cNvPr>
          <p:cNvSpPr/>
          <p:nvPr/>
        </p:nvSpPr>
        <p:spPr>
          <a:xfrm>
            <a:off x="6910365" y="315663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!!dot_14">
            <a:extLst>
              <a:ext uri="{FF2B5EF4-FFF2-40B4-BE49-F238E27FC236}">
                <a16:creationId xmlns:a16="http://schemas.microsoft.com/office/drawing/2014/main" id="{0E160FA9-1B56-E941-7E53-DDB2C5E14953}"/>
              </a:ext>
            </a:extLst>
          </p:cNvPr>
          <p:cNvSpPr/>
          <p:nvPr/>
        </p:nvSpPr>
        <p:spPr>
          <a:xfrm>
            <a:off x="5969731" y="345445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!!dot_15">
            <a:extLst>
              <a:ext uri="{FF2B5EF4-FFF2-40B4-BE49-F238E27FC236}">
                <a16:creationId xmlns:a16="http://schemas.microsoft.com/office/drawing/2014/main" id="{6EF9DC71-B000-84D3-86E7-69B7F0F3F30A}"/>
              </a:ext>
            </a:extLst>
          </p:cNvPr>
          <p:cNvSpPr/>
          <p:nvPr/>
        </p:nvSpPr>
        <p:spPr>
          <a:xfrm>
            <a:off x="6703297" y="312508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!!dot_16">
            <a:extLst>
              <a:ext uri="{FF2B5EF4-FFF2-40B4-BE49-F238E27FC236}">
                <a16:creationId xmlns:a16="http://schemas.microsoft.com/office/drawing/2014/main" id="{32378BE0-5091-E1DC-8167-2F04101E1542}"/>
              </a:ext>
            </a:extLst>
          </p:cNvPr>
          <p:cNvSpPr/>
          <p:nvPr/>
        </p:nvSpPr>
        <p:spPr>
          <a:xfrm>
            <a:off x="6717441" y="383720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!!dot_17">
            <a:extLst>
              <a:ext uri="{FF2B5EF4-FFF2-40B4-BE49-F238E27FC236}">
                <a16:creationId xmlns:a16="http://schemas.microsoft.com/office/drawing/2014/main" id="{97667788-7631-C4E9-8947-B1040110FA41}"/>
              </a:ext>
            </a:extLst>
          </p:cNvPr>
          <p:cNvSpPr/>
          <p:nvPr/>
        </p:nvSpPr>
        <p:spPr>
          <a:xfrm>
            <a:off x="6686109" y="324094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!!dot_18">
            <a:extLst>
              <a:ext uri="{FF2B5EF4-FFF2-40B4-BE49-F238E27FC236}">
                <a16:creationId xmlns:a16="http://schemas.microsoft.com/office/drawing/2014/main" id="{3A3D4EAA-364F-5042-8D0B-82B9821437A8}"/>
              </a:ext>
            </a:extLst>
          </p:cNvPr>
          <p:cNvSpPr/>
          <p:nvPr/>
        </p:nvSpPr>
        <p:spPr>
          <a:xfrm>
            <a:off x="6786807" y="327225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!!dot_19">
            <a:extLst>
              <a:ext uri="{FF2B5EF4-FFF2-40B4-BE49-F238E27FC236}">
                <a16:creationId xmlns:a16="http://schemas.microsoft.com/office/drawing/2014/main" id="{757A3FBF-ABFF-F8A5-E225-88D1DE26AC4D}"/>
              </a:ext>
            </a:extLst>
          </p:cNvPr>
          <p:cNvSpPr/>
          <p:nvPr/>
        </p:nvSpPr>
        <p:spPr>
          <a:xfrm>
            <a:off x="6653848" y="346341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!!dot_20">
            <a:extLst>
              <a:ext uri="{FF2B5EF4-FFF2-40B4-BE49-F238E27FC236}">
                <a16:creationId xmlns:a16="http://schemas.microsoft.com/office/drawing/2014/main" id="{4FF7AF9E-3860-C43D-E903-F3CBE525C436}"/>
              </a:ext>
            </a:extLst>
          </p:cNvPr>
          <p:cNvSpPr/>
          <p:nvPr/>
        </p:nvSpPr>
        <p:spPr>
          <a:xfrm>
            <a:off x="6140173" y="351084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!!dot_21">
            <a:extLst>
              <a:ext uri="{FF2B5EF4-FFF2-40B4-BE49-F238E27FC236}">
                <a16:creationId xmlns:a16="http://schemas.microsoft.com/office/drawing/2014/main" id="{1A6F989F-A9CD-06B0-2B83-A6E3B011AA44}"/>
              </a:ext>
            </a:extLst>
          </p:cNvPr>
          <p:cNvSpPr/>
          <p:nvPr/>
        </p:nvSpPr>
        <p:spPr>
          <a:xfrm>
            <a:off x="6597633" y="358581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!!dot_22">
            <a:extLst>
              <a:ext uri="{FF2B5EF4-FFF2-40B4-BE49-F238E27FC236}">
                <a16:creationId xmlns:a16="http://schemas.microsoft.com/office/drawing/2014/main" id="{42E52BC3-8459-88C3-480D-0B0F5FE0D38E}"/>
              </a:ext>
            </a:extLst>
          </p:cNvPr>
          <p:cNvSpPr/>
          <p:nvPr/>
        </p:nvSpPr>
        <p:spPr>
          <a:xfrm>
            <a:off x="6150053" y="367793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!!dot_23">
            <a:extLst>
              <a:ext uri="{FF2B5EF4-FFF2-40B4-BE49-F238E27FC236}">
                <a16:creationId xmlns:a16="http://schemas.microsoft.com/office/drawing/2014/main" id="{6F910557-F219-27F7-C371-5A4A753F6D0C}"/>
              </a:ext>
            </a:extLst>
          </p:cNvPr>
          <p:cNvSpPr/>
          <p:nvPr/>
        </p:nvSpPr>
        <p:spPr>
          <a:xfrm>
            <a:off x="7532831" y="255486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!!dot_24">
            <a:extLst>
              <a:ext uri="{FF2B5EF4-FFF2-40B4-BE49-F238E27FC236}">
                <a16:creationId xmlns:a16="http://schemas.microsoft.com/office/drawing/2014/main" id="{974E4E95-7DDF-C44D-F4B7-EA6B1BC4E2A7}"/>
              </a:ext>
            </a:extLst>
          </p:cNvPr>
          <p:cNvSpPr/>
          <p:nvPr/>
        </p:nvSpPr>
        <p:spPr>
          <a:xfrm>
            <a:off x="6772933" y="344428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!!dot_25">
            <a:extLst>
              <a:ext uri="{FF2B5EF4-FFF2-40B4-BE49-F238E27FC236}">
                <a16:creationId xmlns:a16="http://schemas.microsoft.com/office/drawing/2014/main" id="{7FB81FC1-0107-6344-0110-22A9A8E999F1}"/>
              </a:ext>
            </a:extLst>
          </p:cNvPr>
          <p:cNvSpPr/>
          <p:nvPr/>
        </p:nvSpPr>
        <p:spPr>
          <a:xfrm>
            <a:off x="6721153" y="280160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!!dot_26">
            <a:extLst>
              <a:ext uri="{FF2B5EF4-FFF2-40B4-BE49-F238E27FC236}">
                <a16:creationId xmlns:a16="http://schemas.microsoft.com/office/drawing/2014/main" id="{2BE33073-1A74-18DC-79E5-40430DE7073E}"/>
              </a:ext>
            </a:extLst>
          </p:cNvPr>
          <p:cNvSpPr/>
          <p:nvPr/>
        </p:nvSpPr>
        <p:spPr>
          <a:xfrm>
            <a:off x="6536757" y="327002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!!dot_27">
            <a:extLst>
              <a:ext uri="{FF2B5EF4-FFF2-40B4-BE49-F238E27FC236}">
                <a16:creationId xmlns:a16="http://schemas.microsoft.com/office/drawing/2014/main" id="{CC337017-3097-930B-81C8-BA748C806F1A}"/>
              </a:ext>
            </a:extLst>
          </p:cNvPr>
          <p:cNvSpPr/>
          <p:nvPr/>
        </p:nvSpPr>
        <p:spPr>
          <a:xfrm>
            <a:off x="7151133" y="321277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!!dot_28">
            <a:extLst>
              <a:ext uri="{FF2B5EF4-FFF2-40B4-BE49-F238E27FC236}">
                <a16:creationId xmlns:a16="http://schemas.microsoft.com/office/drawing/2014/main" id="{FEB49D92-2FF2-2945-A661-B10B4F97D3A6}"/>
              </a:ext>
            </a:extLst>
          </p:cNvPr>
          <p:cNvSpPr/>
          <p:nvPr/>
        </p:nvSpPr>
        <p:spPr>
          <a:xfrm>
            <a:off x="5862852" y="374919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!!dot_29">
            <a:extLst>
              <a:ext uri="{FF2B5EF4-FFF2-40B4-BE49-F238E27FC236}">
                <a16:creationId xmlns:a16="http://schemas.microsoft.com/office/drawing/2014/main" id="{DB1F4E40-4454-A0E2-DCD1-B5EB85DA5123}"/>
              </a:ext>
            </a:extLst>
          </p:cNvPr>
          <p:cNvSpPr/>
          <p:nvPr/>
        </p:nvSpPr>
        <p:spPr>
          <a:xfrm>
            <a:off x="6403587" y="325057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!!dot_30">
            <a:extLst>
              <a:ext uri="{FF2B5EF4-FFF2-40B4-BE49-F238E27FC236}">
                <a16:creationId xmlns:a16="http://schemas.microsoft.com/office/drawing/2014/main" id="{5D1D8741-5FB6-AC6F-EDD5-1B6F1BFEE6EF}"/>
              </a:ext>
            </a:extLst>
          </p:cNvPr>
          <p:cNvSpPr/>
          <p:nvPr/>
        </p:nvSpPr>
        <p:spPr>
          <a:xfrm>
            <a:off x="6390212" y="360672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!!dot_31">
            <a:extLst>
              <a:ext uri="{FF2B5EF4-FFF2-40B4-BE49-F238E27FC236}">
                <a16:creationId xmlns:a16="http://schemas.microsoft.com/office/drawing/2014/main" id="{CE3DDFDC-8BA4-9A1D-C9DF-F49DA1A4555C}"/>
              </a:ext>
            </a:extLst>
          </p:cNvPr>
          <p:cNvSpPr/>
          <p:nvPr/>
        </p:nvSpPr>
        <p:spPr>
          <a:xfrm>
            <a:off x="5876596" y="381649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!!dot_32">
            <a:extLst>
              <a:ext uri="{FF2B5EF4-FFF2-40B4-BE49-F238E27FC236}">
                <a16:creationId xmlns:a16="http://schemas.microsoft.com/office/drawing/2014/main" id="{D815C084-135D-8359-7EB5-A623580282C9}"/>
              </a:ext>
            </a:extLst>
          </p:cNvPr>
          <p:cNvSpPr/>
          <p:nvPr/>
        </p:nvSpPr>
        <p:spPr>
          <a:xfrm>
            <a:off x="5790655" y="434378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!!dot_33">
            <a:extLst>
              <a:ext uri="{FF2B5EF4-FFF2-40B4-BE49-F238E27FC236}">
                <a16:creationId xmlns:a16="http://schemas.microsoft.com/office/drawing/2014/main" id="{71D19EBE-64A5-6681-E53B-FE4548FB7719}"/>
              </a:ext>
            </a:extLst>
          </p:cNvPr>
          <p:cNvSpPr/>
          <p:nvPr/>
        </p:nvSpPr>
        <p:spPr>
          <a:xfrm>
            <a:off x="6418615" y="385964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!!dot_34">
            <a:extLst>
              <a:ext uri="{FF2B5EF4-FFF2-40B4-BE49-F238E27FC236}">
                <a16:creationId xmlns:a16="http://schemas.microsoft.com/office/drawing/2014/main" id="{5096C400-AFBC-5C13-8F29-DC1DEF298AD1}"/>
              </a:ext>
            </a:extLst>
          </p:cNvPr>
          <p:cNvSpPr/>
          <p:nvPr/>
        </p:nvSpPr>
        <p:spPr>
          <a:xfrm>
            <a:off x="7112338" y="241431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!!dot_35">
            <a:extLst>
              <a:ext uri="{FF2B5EF4-FFF2-40B4-BE49-F238E27FC236}">
                <a16:creationId xmlns:a16="http://schemas.microsoft.com/office/drawing/2014/main" id="{B686CD29-6BB3-72E8-7871-531A657E3C79}"/>
              </a:ext>
            </a:extLst>
          </p:cNvPr>
          <p:cNvSpPr/>
          <p:nvPr/>
        </p:nvSpPr>
        <p:spPr>
          <a:xfrm>
            <a:off x="6975178" y="300199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!!dot_36">
            <a:extLst>
              <a:ext uri="{FF2B5EF4-FFF2-40B4-BE49-F238E27FC236}">
                <a16:creationId xmlns:a16="http://schemas.microsoft.com/office/drawing/2014/main" id="{4EC55023-AA9D-F55B-96FF-4B637644A2A4}"/>
              </a:ext>
            </a:extLst>
          </p:cNvPr>
          <p:cNvSpPr/>
          <p:nvPr/>
        </p:nvSpPr>
        <p:spPr>
          <a:xfrm>
            <a:off x="5852981" y="398950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!!dot_37">
            <a:extLst>
              <a:ext uri="{FF2B5EF4-FFF2-40B4-BE49-F238E27FC236}">
                <a16:creationId xmlns:a16="http://schemas.microsoft.com/office/drawing/2014/main" id="{DE411846-BE0D-24BE-FBDB-E5CF004217C8}"/>
              </a:ext>
            </a:extLst>
          </p:cNvPr>
          <p:cNvSpPr/>
          <p:nvPr/>
        </p:nvSpPr>
        <p:spPr>
          <a:xfrm>
            <a:off x="6090021" y="380951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!!dot_38">
            <a:extLst>
              <a:ext uri="{FF2B5EF4-FFF2-40B4-BE49-F238E27FC236}">
                <a16:creationId xmlns:a16="http://schemas.microsoft.com/office/drawing/2014/main" id="{12E54EFD-8831-E621-62FF-D9921DF48FD4}"/>
              </a:ext>
            </a:extLst>
          </p:cNvPr>
          <p:cNvSpPr/>
          <p:nvPr/>
        </p:nvSpPr>
        <p:spPr>
          <a:xfrm>
            <a:off x="6180133" y="385227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!!dot_39">
            <a:extLst>
              <a:ext uri="{FF2B5EF4-FFF2-40B4-BE49-F238E27FC236}">
                <a16:creationId xmlns:a16="http://schemas.microsoft.com/office/drawing/2014/main" id="{A39C1B64-C62D-F4A8-188E-EF97A255F808}"/>
              </a:ext>
            </a:extLst>
          </p:cNvPr>
          <p:cNvSpPr/>
          <p:nvPr/>
        </p:nvSpPr>
        <p:spPr>
          <a:xfrm>
            <a:off x="6316923" y="352647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!!dot_40">
            <a:extLst>
              <a:ext uri="{FF2B5EF4-FFF2-40B4-BE49-F238E27FC236}">
                <a16:creationId xmlns:a16="http://schemas.microsoft.com/office/drawing/2014/main" id="{69BFB94F-1F49-808B-6F9E-B2CB0E6DE74F}"/>
              </a:ext>
            </a:extLst>
          </p:cNvPr>
          <p:cNvSpPr/>
          <p:nvPr/>
        </p:nvSpPr>
        <p:spPr>
          <a:xfrm>
            <a:off x="6409910" y="342315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!!dot_41">
            <a:extLst>
              <a:ext uri="{FF2B5EF4-FFF2-40B4-BE49-F238E27FC236}">
                <a16:creationId xmlns:a16="http://schemas.microsoft.com/office/drawing/2014/main" id="{06822E12-0A50-F724-1DCF-ED82FDA0FA64}"/>
              </a:ext>
            </a:extLst>
          </p:cNvPr>
          <p:cNvSpPr/>
          <p:nvPr/>
        </p:nvSpPr>
        <p:spPr>
          <a:xfrm>
            <a:off x="6183722" y="332842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!!dot_42">
            <a:extLst>
              <a:ext uri="{FF2B5EF4-FFF2-40B4-BE49-F238E27FC236}">
                <a16:creationId xmlns:a16="http://schemas.microsoft.com/office/drawing/2014/main" id="{4F619BBE-8E18-ECBF-8525-8A8C70DCEF9D}"/>
              </a:ext>
            </a:extLst>
          </p:cNvPr>
          <p:cNvSpPr/>
          <p:nvPr/>
        </p:nvSpPr>
        <p:spPr>
          <a:xfrm>
            <a:off x="6027689" y="364466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!!dot_43">
            <a:extLst>
              <a:ext uri="{FF2B5EF4-FFF2-40B4-BE49-F238E27FC236}">
                <a16:creationId xmlns:a16="http://schemas.microsoft.com/office/drawing/2014/main" id="{7CC4355E-36D5-0CDC-8B90-C2C3FBF156D1}"/>
              </a:ext>
            </a:extLst>
          </p:cNvPr>
          <p:cNvSpPr/>
          <p:nvPr/>
        </p:nvSpPr>
        <p:spPr>
          <a:xfrm>
            <a:off x="6909984" y="338959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!!dot_44">
            <a:extLst>
              <a:ext uri="{FF2B5EF4-FFF2-40B4-BE49-F238E27FC236}">
                <a16:creationId xmlns:a16="http://schemas.microsoft.com/office/drawing/2014/main" id="{FA1F2F67-D377-C502-FC6A-FD147EAF17CD}"/>
              </a:ext>
            </a:extLst>
          </p:cNvPr>
          <p:cNvSpPr/>
          <p:nvPr/>
        </p:nvSpPr>
        <p:spPr>
          <a:xfrm>
            <a:off x="5894803" y="358593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!!dot_45">
            <a:extLst>
              <a:ext uri="{FF2B5EF4-FFF2-40B4-BE49-F238E27FC236}">
                <a16:creationId xmlns:a16="http://schemas.microsoft.com/office/drawing/2014/main" id="{EA10C319-89D8-D599-2063-9BA16D9B6E48}"/>
              </a:ext>
            </a:extLst>
          </p:cNvPr>
          <p:cNvSpPr/>
          <p:nvPr/>
        </p:nvSpPr>
        <p:spPr>
          <a:xfrm>
            <a:off x="6808279" y="335264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!!dot_46">
            <a:extLst>
              <a:ext uri="{FF2B5EF4-FFF2-40B4-BE49-F238E27FC236}">
                <a16:creationId xmlns:a16="http://schemas.microsoft.com/office/drawing/2014/main" id="{804523F8-F13E-7224-1C4A-4851DCF461AE}"/>
              </a:ext>
            </a:extLst>
          </p:cNvPr>
          <p:cNvSpPr/>
          <p:nvPr/>
        </p:nvSpPr>
        <p:spPr>
          <a:xfrm>
            <a:off x="6268526" y="372080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!!dot_47">
            <a:extLst>
              <a:ext uri="{FF2B5EF4-FFF2-40B4-BE49-F238E27FC236}">
                <a16:creationId xmlns:a16="http://schemas.microsoft.com/office/drawing/2014/main" id="{7F16C02C-9172-8C75-D7A2-3C229D0833FD}"/>
              </a:ext>
            </a:extLst>
          </p:cNvPr>
          <p:cNvSpPr/>
          <p:nvPr/>
        </p:nvSpPr>
        <p:spPr>
          <a:xfrm>
            <a:off x="6597487" y="354295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!!dot_48">
            <a:extLst>
              <a:ext uri="{FF2B5EF4-FFF2-40B4-BE49-F238E27FC236}">
                <a16:creationId xmlns:a16="http://schemas.microsoft.com/office/drawing/2014/main" id="{D4C03D92-8FBC-39BD-5A47-4E35416586BF}"/>
              </a:ext>
            </a:extLst>
          </p:cNvPr>
          <p:cNvSpPr/>
          <p:nvPr/>
        </p:nvSpPr>
        <p:spPr>
          <a:xfrm>
            <a:off x="6647340" y="342525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!!dot_49">
            <a:extLst>
              <a:ext uri="{FF2B5EF4-FFF2-40B4-BE49-F238E27FC236}">
                <a16:creationId xmlns:a16="http://schemas.microsoft.com/office/drawing/2014/main" id="{BE5849E3-8E2B-87BD-F51C-E5803F6A9F7A}"/>
              </a:ext>
            </a:extLst>
          </p:cNvPr>
          <p:cNvSpPr/>
          <p:nvPr/>
        </p:nvSpPr>
        <p:spPr>
          <a:xfrm>
            <a:off x="6094138" y="353951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!!dot_50">
            <a:extLst>
              <a:ext uri="{FF2B5EF4-FFF2-40B4-BE49-F238E27FC236}">
                <a16:creationId xmlns:a16="http://schemas.microsoft.com/office/drawing/2014/main" id="{979F974E-283C-6F6C-5E38-DFFF2A26C2A0}"/>
              </a:ext>
            </a:extLst>
          </p:cNvPr>
          <p:cNvSpPr/>
          <p:nvPr/>
        </p:nvSpPr>
        <p:spPr>
          <a:xfrm>
            <a:off x="6387611" y="364541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!!dot_51">
            <a:extLst>
              <a:ext uri="{FF2B5EF4-FFF2-40B4-BE49-F238E27FC236}">
                <a16:creationId xmlns:a16="http://schemas.microsoft.com/office/drawing/2014/main" id="{F01EABDB-5D8E-DAD5-1C9F-094DA0CE9846}"/>
              </a:ext>
            </a:extLst>
          </p:cNvPr>
          <p:cNvSpPr/>
          <p:nvPr/>
        </p:nvSpPr>
        <p:spPr>
          <a:xfrm>
            <a:off x="6452010" y="330169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!!dot_52">
            <a:extLst>
              <a:ext uri="{FF2B5EF4-FFF2-40B4-BE49-F238E27FC236}">
                <a16:creationId xmlns:a16="http://schemas.microsoft.com/office/drawing/2014/main" id="{4979FEFD-FDEC-B6F3-C781-3D371A16BEA4}"/>
              </a:ext>
            </a:extLst>
          </p:cNvPr>
          <p:cNvSpPr/>
          <p:nvPr/>
        </p:nvSpPr>
        <p:spPr>
          <a:xfrm>
            <a:off x="7049284" y="343098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!!dot_53">
            <a:extLst>
              <a:ext uri="{FF2B5EF4-FFF2-40B4-BE49-F238E27FC236}">
                <a16:creationId xmlns:a16="http://schemas.microsoft.com/office/drawing/2014/main" id="{AC080D3F-EDFA-CBE3-4CDF-CCE18F1E970E}"/>
              </a:ext>
            </a:extLst>
          </p:cNvPr>
          <p:cNvSpPr/>
          <p:nvPr/>
        </p:nvSpPr>
        <p:spPr>
          <a:xfrm>
            <a:off x="6306971" y="373800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!!dot_54">
            <a:extLst>
              <a:ext uri="{FF2B5EF4-FFF2-40B4-BE49-F238E27FC236}">
                <a16:creationId xmlns:a16="http://schemas.microsoft.com/office/drawing/2014/main" id="{C8BCE1B0-E86A-1773-4D12-AE2D3281562A}"/>
              </a:ext>
            </a:extLst>
          </p:cNvPr>
          <p:cNvSpPr/>
          <p:nvPr/>
        </p:nvSpPr>
        <p:spPr>
          <a:xfrm>
            <a:off x="6208538" y="370668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!!dot_55">
            <a:extLst>
              <a:ext uri="{FF2B5EF4-FFF2-40B4-BE49-F238E27FC236}">
                <a16:creationId xmlns:a16="http://schemas.microsoft.com/office/drawing/2014/main" id="{B2A9CD95-0B7B-9797-18E6-E3F26104CEB4}"/>
              </a:ext>
            </a:extLst>
          </p:cNvPr>
          <p:cNvSpPr/>
          <p:nvPr/>
        </p:nvSpPr>
        <p:spPr>
          <a:xfrm>
            <a:off x="6199627" y="377089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!!dot_56">
            <a:extLst>
              <a:ext uri="{FF2B5EF4-FFF2-40B4-BE49-F238E27FC236}">
                <a16:creationId xmlns:a16="http://schemas.microsoft.com/office/drawing/2014/main" id="{4E5535AD-2B89-0CA2-39FA-10EB3FB429A2}"/>
              </a:ext>
            </a:extLst>
          </p:cNvPr>
          <p:cNvSpPr/>
          <p:nvPr/>
        </p:nvSpPr>
        <p:spPr>
          <a:xfrm>
            <a:off x="5997147" y="359977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!!dot_57">
            <a:extLst>
              <a:ext uri="{FF2B5EF4-FFF2-40B4-BE49-F238E27FC236}">
                <a16:creationId xmlns:a16="http://schemas.microsoft.com/office/drawing/2014/main" id="{5703C6FB-80ED-CDC5-6D55-B2453B8543F1}"/>
              </a:ext>
            </a:extLst>
          </p:cNvPr>
          <p:cNvSpPr/>
          <p:nvPr/>
        </p:nvSpPr>
        <p:spPr>
          <a:xfrm>
            <a:off x="6486426" y="358352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!!dot_58">
            <a:extLst>
              <a:ext uri="{FF2B5EF4-FFF2-40B4-BE49-F238E27FC236}">
                <a16:creationId xmlns:a16="http://schemas.microsoft.com/office/drawing/2014/main" id="{79E543A9-31BD-8E9B-4716-9651C2603BB8}"/>
              </a:ext>
            </a:extLst>
          </p:cNvPr>
          <p:cNvSpPr/>
          <p:nvPr/>
        </p:nvSpPr>
        <p:spPr>
          <a:xfrm>
            <a:off x="6094626" y="368120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!!dot_59">
            <a:extLst>
              <a:ext uri="{FF2B5EF4-FFF2-40B4-BE49-F238E27FC236}">
                <a16:creationId xmlns:a16="http://schemas.microsoft.com/office/drawing/2014/main" id="{190F8B84-37A8-EA7E-585E-177EDC83A9A8}"/>
              </a:ext>
            </a:extLst>
          </p:cNvPr>
          <p:cNvSpPr/>
          <p:nvPr/>
        </p:nvSpPr>
        <p:spPr>
          <a:xfrm>
            <a:off x="6768181" y="367186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!!dot_60">
            <a:extLst>
              <a:ext uri="{FF2B5EF4-FFF2-40B4-BE49-F238E27FC236}">
                <a16:creationId xmlns:a16="http://schemas.microsoft.com/office/drawing/2014/main" id="{2DFE750F-9B06-CE9F-E9DB-63ED908DC5A8}"/>
              </a:ext>
            </a:extLst>
          </p:cNvPr>
          <p:cNvSpPr/>
          <p:nvPr/>
        </p:nvSpPr>
        <p:spPr>
          <a:xfrm>
            <a:off x="6356592" y="364432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!!dot_61">
            <a:extLst>
              <a:ext uri="{FF2B5EF4-FFF2-40B4-BE49-F238E27FC236}">
                <a16:creationId xmlns:a16="http://schemas.microsoft.com/office/drawing/2014/main" id="{442A32B7-707C-D590-7195-31FDBAB460FA}"/>
              </a:ext>
            </a:extLst>
          </p:cNvPr>
          <p:cNvSpPr/>
          <p:nvPr/>
        </p:nvSpPr>
        <p:spPr>
          <a:xfrm>
            <a:off x="6578487" y="320337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!!dot_62">
            <a:extLst>
              <a:ext uri="{FF2B5EF4-FFF2-40B4-BE49-F238E27FC236}">
                <a16:creationId xmlns:a16="http://schemas.microsoft.com/office/drawing/2014/main" id="{5A6ABED3-CAFD-6596-4B1D-B75938F695B6}"/>
              </a:ext>
            </a:extLst>
          </p:cNvPr>
          <p:cNvSpPr/>
          <p:nvPr/>
        </p:nvSpPr>
        <p:spPr>
          <a:xfrm>
            <a:off x="6432778" y="296153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!!dot_63">
            <a:extLst>
              <a:ext uri="{FF2B5EF4-FFF2-40B4-BE49-F238E27FC236}">
                <a16:creationId xmlns:a16="http://schemas.microsoft.com/office/drawing/2014/main" id="{01687CD9-39AE-1B14-B3E9-925CEAA7D69C}"/>
              </a:ext>
            </a:extLst>
          </p:cNvPr>
          <p:cNvSpPr/>
          <p:nvPr/>
        </p:nvSpPr>
        <p:spPr>
          <a:xfrm>
            <a:off x="6400271" y="353523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!!dot_64">
            <a:extLst>
              <a:ext uri="{FF2B5EF4-FFF2-40B4-BE49-F238E27FC236}">
                <a16:creationId xmlns:a16="http://schemas.microsoft.com/office/drawing/2014/main" id="{25C9C58C-195B-D771-AE7C-DBEAA6F9FC81}"/>
              </a:ext>
            </a:extLst>
          </p:cNvPr>
          <p:cNvSpPr/>
          <p:nvPr/>
        </p:nvSpPr>
        <p:spPr>
          <a:xfrm>
            <a:off x="6373871" y="417632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!!dot_65">
            <a:extLst>
              <a:ext uri="{FF2B5EF4-FFF2-40B4-BE49-F238E27FC236}">
                <a16:creationId xmlns:a16="http://schemas.microsoft.com/office/drawing/2014/main" id="{C29A1EB5-E5D3-A613-1E3F-03F2D3C527B7}"/>
              </a:ext>
            </a:extLst>
          </p:cNvPr>
          <p:cNvSpPr/>
          <p:nvPr/>
        </p:nvSpPr>
        <p:spPr>
          <a:xfrm>
            <a:off x="6486338" y="390710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!!dot_66">
            <a:extLst>
              <a:ext uri="{FF2B5EF4-FFF2-40B4-BE49-F238E27FC236}">
                <a16:creationId xmlns:a16="http://schemas.microsoft.com/office/drawing/2014/main" id="{DE8E6873-366A-64F8-319A-B8D4332073A7}"/>
              </a:ext>
            </a:extLst>
          </p:cNvPr>
          <p:cNvSpPr/>
          <p:nvPr/>
        </p:nvSpPr>
        <p:spPr>
          <a:xfrm>
            <a:off x="6330143" y="402832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!!dot_67">
            <a:extLst>
              <a:ext uri="{FF2B5EF4-FFF2-40B4-BE49-F238E27FC236}">
                <a16:creationId xmlns:a16="http://schemas.microsoft.com/office/drawing/2014/main" id="{36778F0F-2176-E531-71E4-AAEED15D0941}"/>
              </a:ext>
            </a:extLst>
          </p:cNvPr>
          <p:cNvSpPr/>
          <p:nvPr/>
        </p:nvSpPr>
        <p:spPr>
          <a:xfrm>
            <a:off x="5647571" y="446926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!!dot_68">
            <a:extLst>
              <a:ext uri="{FF2B5EF4-FFF2-40B4-BE49-F238E27FC236}">
                <a16:creationId xmlns:a16="http://schemas.microsoft.com/office/drawing/2014/main" id="{BF72623C-850C-E85F-28AE-EE8D01A0B073}"/>
              </a:ext>
            </a:extLst>
          </p:cNvPr>
          <p:cNvSpPr/>
          <p:nvPr/>
        </p:nvSpPr>
        <p:spPr>
          <a:xfrm>
            <a:off x="6518186" y="357526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!!dot_69">
            <a:extLst>
              <a:ext uri="{FF2B5EF4-FFF2-40B4-BE49-F238E27FC236}">
                <a16:creationId xmlns:a16="http://schemas.microsoft.com/office/drawing/2014/main" id="{9A58EDCE-01E8-BC0A-AE37-5440F4120989}"/>
              </a:ext>
            </a:extLst>
          </p:cNvPr>
          <p:cNvSpPr/>
          <p:nvPr/>
        </p:nvSpPr>
        <p:spPr>
          <a:xfrm>
            <a:off x="6637989" y="342952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81">
            <a:extLst>
              <a:ext uri="{FF2B5EF4-FFF2-40B4-BE49-F238E27FC236}">
                <a16:creationId xmlns:a16="http://schemas.microsoft.com/office/drawing/2014/main" id="{8D8D9BC8-1671-6FCE-7F8E-C205FA78D6D8}"/>
              </a:ext>
            </a:extLst>
          </p:cNvPr>
          <p:cNvSpPr/>
          <p:nvPr/>
        </p:nvSpPr>
        <p:spPr>
          <a:xfrm>
            <a:off x="6472026" y="3517986"/>
            <a:ext cx="711136" cy="482496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82">
            <a:extLst>
              <a:ext uri="{FF2B5EF4-FFF2-40B4-BE49-F238E27FC236}">
                <a16:creationId xmlns:a16="http://schemas.microsoft.com/office/drawing/2014/main" id="{88F304C1-E7CA-7611-9275-1C13DDB56D9B}"/>
              </a:ext>
            </a:extLst>
          </p:cNvPr>
          <p:cNvSpPr/>
          <p:nvPr/>
        </p:nvSpPr>
        <p:spPr>
          <a:xfrm>
            <a:off x="6472026" y="3517986"/>
            <a:ext cx="794639" cy="272200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83">
            <a:extLst>
              <a:ext uri="{FF2B5EF4-FFF2-40B4-BE49-F238E27FC236}">
                <a16:creationId xmlns:a16="http://schemas.microsoft.com/office/drawing/2014/main" id="{64BEA225-D012-36A0-365E-6E9D5BA4B48A}"/>
              </a:ext>
            </a:extLst>
          </p:cNvPr>
          <p:cNvSpPr/>
          <p:nvPr/>
        </p:nvSpPr>
        <p:spPr>
          <a:xfrm flipV="1">
            <a:off x="6472026" y="3321469"/>
            <a:ext cx="893443" cy="196515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84">
            <a:extLst>
              <a:ext uri="{FF2B5EF4-FFF2-40B4-BE49-F238E27FC236}">
                <a16:creationId xmlns:a16="http://schemas.microsoft.com/office/drawing/2014/main" id="{362DA432-7CBD-0CDF-3A97-6B1904485574}"/>
              </a:ext>
            </a:extLst>
          </p:cNvPr>
          <p:cNvSpPr/>
          <p:nvPr/>
        </p:nvSpPr>
        <p:spPr>
          <a:xfrm flipV="1">
            <a:off x="6472027" y="3073420"/>
            <a:ext cx="843174" cy="444565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85">
            <a:extLst>
              <a:ext uri="{FF2B5EF4-FFF2-40B4-BE49-F238E27FC236}">
                <a16:creationId xmlns:a16="http://schemas.microsoft.com/office/drawing/2014/main" id="{A70AFA80-7068-4F0E-824F-15B0C3676259}"/>
              </a:ext>
            </a:extLst>
          </p:cNvPr>
          <p:cNvSpPr/>
          <p:nvPr/>
        </p:nvSpPr>
        <p:spPr>
          <a:xfrm flipV="1">
            <a:off x="6472026" y="2984371"/>
            <a:ext cx="765170" cy="533614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86">
            <a:extLst>
              <a:ext uri="{FF2B5EF4-FFF2-40B4-BE49-F238E27FC236}">
                <a16:creationId xmlns:a16="http://schemas.microsoft.com/office/drawing/2014/main" id="{107BDDF8-1186-A883-5364-7D2A5F3C7D63}"/>
              </a:ext>
            </a:extLst>
          </p:cNvPr>
          <p:cNvSpPr/>
          <p:nvPr/>
        </p:nvSpPr>
        <p:spPr>
          <a:xfrm flipV="1">
            <a:off x="6472026" y="2822541"/>
            <a:ext cx="607950" cy="695445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87">
            <a:extLst>
              <a:ext uri="{FF2B5EF4-FFF2-40B4-BE49-F238E27FC236}">
                <a16:creationId xmlns:a16="http://schemas.microsoft.com/office/drawing/2014/main" id="{133D2E79-5A38-B392-ABD0-7C4DED7C64CC}"/>
              </a:ext>
            </a:extLst>
          </p:cNvPr>
          <p:cNvSpPr/>
          <p:nvPr/>
        </p:nvSpPr>
        <p:spPr>
          <a:xfrm rot="5400000" flipV="1">
            <a:off x="6398262" y="3606481"/>
            <a:ext cx="627897" cy="449649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88">
            <a:extLst>
              <a:ext uri="{FF2B5EF4-FFF2-40B4-BE49-F238E27FC236}">
                <a16:creationId xmlns:a16="http://schemas.microsoft.com/office/drawing/2014/main" id="{C9AE1634-AB58-1127-F40D-18BE98187BD5}"/>
              </a:ext>
            </a:extLst>
          </p:cNvPr>
          <p:cNvSpPr/>
          <p:nvPr/>
        </p:nvSpPr>
        <p:spPr>
          <a:xfrm flipV="1">
            <a:off x="6472026" y="2849299"/>
            <a:ext cx="696649" cy="668687"/>
          </a:xfrm>
          <a:prstGeom prst="line">
            <a:avLst/>
          </a:prstGeom>
          <a:noFill/>
          <a:ln w="4064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89">
            <a:extLst>
              <a:ext uri="{FF2B5EF4-FFF2-40B4-BE49-F238E27FC236}">
                <a16:creationId xmlns:a16="http://schemas.microsoft.com/office/drawing/2014/main" id="{7D367F0A-BAA3-73EF-F975-D2B42819A23B}"/>
              </a:ext>
            </a:extLst>
          </p:cNvPr>
          <p:cNvSpPr/>
          <p:nvPr/>
        </p:nvSpPr>
        <p:spPr>
          <a:xfrm>
            <a:off x="7188379" y="2697993"/>
            <a:ext cx="472901" cy="11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v₁ (PC1)</a:t>
            </a:r>
            <a:endParaRPr lang="en-US" sz="700" dirty="0"/>
          </a:p>
        </p:txBody>
      </p:sp>
      <p:sp>
        <p:nvSpPr>
          <p:cNvPr id="165" name="Shape 0">
            <a:extLst>
              <a:ext uri="{FF2B5EF4-FFF2-40B4-BE49-F238E27FC236}">
                <a16:creationId xmlns:a16="http://schemas.microsoft.com/office/drawing/2014/main" id="{D5FEBC3B-D54F-186A-80E8-7EE4A5B30E8C}"/>
              </a:ext>
            </a:extLst>
          </p:cNvPr>
          <p:cNvSpPr/>
          <p:nvPr/>
        </p:nvSpPr>
        <p:spPr>
          <a:xfrm>
            <a:off x="288369" y="3164520"/>
            <a:ext cx="4022373" cy="1416189"/>
          </a:xfrm>
          <a:prstGeom prst="roundRect">
            <a:avLst>
              <a:gd name="adj" fmla="val 10016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main.py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975D17B-07BC-90C0-BA03-C6747EEADDBC}"/>
              </a:ext>
            </a:extLst>
          </p:cNvPr>
          <p:cNvSpPr txBox="1"/>
          <p:nvPr/>
        </p:nvSpPr>
        <p:spPr>
          <a:xfrm>
            <a:off x="240633" y="2114323"/>
            <a:ext cx="480257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kern="0" spc="-3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itchFamily="34" charset="0"/>
              </a:rPr>
              <a:t>To find PC2, we remove PC1's contribution from the matrix and run power iteration again. 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E23C7F1-233D-12B2-92E0-2422A3BA7ECE}"/>
              </a:ext>
            </a:extLst>
          </p:cNvPr>
          <p:cNvSpPr txBox="1"/>
          <p:nvPr/>
        </p:nvSpPr>
        <p:spPr>
          <a:xfrm>
            <a:off x="260828" y="2563697"/>
            <a:ext cx="4859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</a:rPr>
              <a:t>Subtracting </a:t>
            </a:r>
            <a:r>
              <a:rPr lang="el-GR" sz="1100" dirty="0">
                <a:solidFill>
                  <a:srgbClr val="94A3B8"/>
                </a:solidFill>
                <a:latin typeface="Calibri" panose="020F0502020204030204" pitchFamily="34" charset="0"/>
              </a:rPr>
              <a:t>λ</a:t>
            </a:r>
            <a:r>
              <a:rPr lang="en-US" sz="1100" dirty="0" err="1">
                <a:solidFill>
                  <a:srgbClr val="94A3B8"/>
                </a:solidFill>
                <a:latin typeface="Calibri" panose="020F0502020204030204" pitchFamily="34" charset="0"/>
              </a:rPr>
              <a:t>vv</a:t>
            </a: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</a:rPr>
              <a:t>ᵀ zeroes out the eigenvalue we just found without disturbing the others, so the next power iteration locks onto the second-largest direction. Repeat k times for k components.</a:t>
            </a:r>
          </a:p>
          <a:p>
            <a:endParaRPr lang="en-US" sz="1100" dirty="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3812778-6E58-1BF9-F1DC-37982E835532}"/>
              </a:ext>
            </a:extLst>
          </p:cNvPr>
          <p:cNvSpPr txBox="1"/>
          <p:nvPr/>
        </p:nvSpPr>
        <p:spPr>
          <a:xfrm>
            <a:off x="280281" y="3501021"/>
            <a:ext cx="44982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7C84B5"/>
                </a:solidFill>
                <a:latin typeface="Source Code Pro" panose="020B0509030403020204" pitchFamily="49" charset="0"/>
              </a:rPr>
              <a:t># remove the direction we just found </a:t>
            </a:r>
          </a:p>
          <a:p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matrix = matrix - lam * </a:t>
            </a:r>
            <a:r>
              <a:rPr lang="en-US" sz="1200" dirty="0" err="1">
                <a:solidFill>
                  <a:srgbClr val="9DD0F0"/>
                </a:solidFill>
                <a:latin typeface="Source Code Pro" panose="020B0509030403020204" pitchFamily="49" charset="0"/>
              </a:rPr>
              <a:t>np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.outer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vec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, </a:t>
            </a:r>
            <a:r>
              <a:rPr lang="en-US" sz="1200" dirty="0" err="1">
                <a:solidFill>
                  <a:srgbClr val="E9E6DD"/>
                </a:solidFill>
                <a:latin typeface="Source Code Pro" panose="020B0509030403020204" pitchFamily="49" charset="0"/>
              </a:rPr>
              <a:t>vec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) </a:t>
            </a:r>
          </a:p>
          <a:p>
            <a:endParaRPr lang="en-US" sz="1200" i="1" dirty="0">
              <a:solidFill>
                <a:srgbClr val="7C84B5"/>
              </a:solidFill>
              <a:latin typeface="Source Code Pro" panose="020B0509030403020204" pitchFamily="49" charset="0"/>
            </a:endParaRPr>
          </a:p>
          <a:p>
            <a:r>
              <a:rPr lang="en-US" sz="1200" i="1" dirty="0">
                <a:solidFill>
                  <a:srgbClr val="7C84B5"/>
                </a:solidFill>
                <a:latin typeface="Source Code Pro" panose="020B0509030403020204" pitchFamily="49" charset="0"/>
              </a:rPr>
              <a:t># next call finds PC2 </a:t>
            </a:r>
          </a:p>
          <a:p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lam2, vec2 = </a:t>
            </a:r>
            <a:r>
              <a:rPr lang="en-US" sz="1200" dirty="0" err="1">
                <a:solidFill>
                  <a:srgbClr val="F2C57C"/>
                </a:solidFill>
                <a:latin typeface="Source Code Pro" panose="020B0509030403020204" pitchFamily="49" charset="0"/>
              </a:rPr>
              <a:t>power_iteration</a:t>
            </a:r>
            <a:r>
              <a:rPr lang="en-US" sz="1200" dirty="0">
                <a:solidFill>
                  <a:srgbClr val="E9E6DD"/>
                </a:solidFill>
                <a:latin typeface="Source Code Pro" panose="020B0509030403020204" pitchFamily="49" charset="0"/>
              </a:rPr>
              <a:t>(matrix)</a:t>
            </a:r>
          </a:p>
          <a:p>
            <a:endParaRPr lang="en-US" sz="1200" dirty="0">
              <a:solidFill>
                <a:srgbClr val="E9E6DD"/>
              </a:solidFill>
              <a:latin typeface="Source Code Pro" panose="020B0509030403020204" pitchFamily="49" charset="0"/>
            </a:endParaRPr>
          </a:p>
        </p:txBody>
      </p:sp>
      <p:sp>
        <p:nvSpPr>
          <p:cNvPr id="169" name="!!axis_h">
            <a:extLst>
              <a:ext uri="{FF2B5EF4-FFF2-40B4-BE49-F238E27FC236}">
                <a16:creationId xmlns:a16="http://schemas.microsoft.com/office/drawing/2014/main" id="{64AD0A54-3C0B-4A80-D3C9-064E7EA4C5EA}"/>
              </a:ext>
            </a:extLst>
          </p:cNvPr>
          <p:cNvSpPr/>
          <p:nvPr/>
        </p:nvSpPr>
        <p:spPr>
          <a:xfrm flipV="1">
            <a:off x="393192" y="3464624"/>
            <a:ext cx="3375920" cy="0"/>
          </a:xfrm>
          <a:prstGeom prst="line">
            <a:avLst/>
          </a:prstGeom>
          <a:noFill/>
          <a:ln w="11430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91070360-5E86-0A2F-0FD6-F7EB54405E3C}"/>
                  </a:ext>
                </a:extLst>
              </p:cNvPr>
              <p:cNvSpPr txBox="1"/>
              <p:nvPr/>
            </p:nvSpPr>
            <p:spPr>
              <a:xfrm>
                <a:off x="219456" y="1792842"/>
                <a:ext cx="1923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91070360-5E86-0A2F-0FD6-F7EB54405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1792842"/>
                <a:ext cx="192366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88">
            <a:extLst>
              <a:ext uri="{FF2B5EF4-FFF2-40B4-BE49-F238E27FC236}">
                <a16:creationId xmlns:a16="http://schemas.microsoft.com/office/drawing/2014/main" id="{A9B79898-0B44-24E6-2D81-32BD848D7FA7}"/>
              </a:ext>
            </a:extLst>
          </p:cNvPr>
          <p:cNvSpPr/>
          <p:nvPr/>
        </p:nvSpPr>
        <p:spPr>
          <a:xfrm rot="5400000" flipV="1">
            <a:off x="6464090" y="3504754"/>
            <a:ext cx="696649" cy="668687"/>
          </a:xfrm>
          <a:prstGeom prst="line">
            <a:avLst/>
          </a:prstGeom>
          <a:noFill/>
          <a:ln w="4064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89">
            <a:extLst>
              <a:ext uri="{FF2B5EF4-FFF2-40B4-BE49-F238E27FC236}">
                <a16:creationId xmlns:a16="http://schemas.microsoft.com/office/drawing/2014/main" id="{7164B50E-B7F8-A0EA-705B-1A7A51226425}"/>
              </a:ext>
            </a:extLst>
          </p:cNvPr>
          <p:cNvSpPr/>
          <p:nvPr/>
        </p:nvSpPr>
        <p:spPr>
          <a:xfrm>
            <a:off x="7181378" y="4127261"/>
            <a:ext cx="472901" cy="11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r>
              <a:rPr lang="en-US" sz="700" b="1" baseline="-25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7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(PC2)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441292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>
            <a:extLst>
              <a:ext uri="{FF2B5EF4-FFF2-40B4-BE49-F238E27FC236}">
                <a16:creationId xmlns:a16="http://schemas.microsoft.com/office/drawing/2014/main" id="{C9042E77-461D-9C59-7FCB-5C3DC9002FB5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">
            <a:extLst>
              <a:ext uri="{FF2B5EF4-FFF2-40B4-BE49-F238E27FC236}">
                <a16:creationId xmlns:a16="http://schemas.microsoft.com/office/drawing/2014/main" id="{12D7D49B-75BB-5E2A-43E8-E68A1C9B4497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2">
            <a:extLst>
              <a:ext uri="{FF2B5EF4-FFF2-40B4-BE49-F238E27FC236}">
                <a16:creationId xmlns:a16="http://schemas.microsoft.com/office/drawing/2014/main" id="{73853E53-0161-EC85-EC7F-B98C799851CB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3">
            <a:extLst>
              <a:ext uri="{FF2B5EF4-FFF2-40B4-BE49-F238E27FC236}">
                <a16:creationId xmlns:a16="http://schemas.microsoft.com/office/drawing/2014/main" id="{820CE56E-2422-39B1-2046-DDD55E0F3B84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4">
            <a:extLst>
              <a:ext uri="{FF2B5EF4-FFF2-40B4-BE49-F238E27FC236}">
                <a16:creationId xmlns:a16="http://schemas.microsoft.com/office/drawing/2014/main" id="{64FD4F60-3569-3C6B-FF21-EDF1F7AD99CD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5">
            <a:extLst>
              <a:ext uri="{FF2B5EF4-FFF2-40B4-BE49-F238E27FC236}">
                <a16:creationId xmlns:a16="http://schemas.microsoft.com/office/drawing/2014/main" id="{41BFA130-FFB9-6D97-AE56-DF1C81A5F90E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6">
            <a:extLst>
              <a:ext uri="{FF2B5EF4-FFF2-40B4-BE49-F238E27FC236}">
                <a16:creationId xmlns:a16="http://schemas.microsoft.com/office/drawing/2014/main" id="{0EE9C911-EECA-F822-FD52-E799180F1AEA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7">
            <a:extLst>
              <a:ext uri="{FF2B5EF4-FFF2-40B4-BE49-F238E27FC236}">
                <a16:creationId xmlns:a16="http://schemas.microsoft.com/office/drawing/2014/main" id="{794DBB2D-37DF-3A3D-093B-116DFC338699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8">
            <a:extLst>
              <a:ext uri="{FF2B5EF4-FFF2-40B4-BE49-F238E27FC236}">
                <a16:creationId xmlns:a16="http://schemas.microsoft.com/office/drawing/2014/main" id="{212BD582-7CE4-7C1D-AFCC-196CC2E5EB92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9">
            <a:extLst>
              <a:ext uri="{FF2B5EF4-FFF2-40B4-BE49-F238E27FC236}">
                <a16:creationId xmlns:a16="http://schemas.microsoft.com/office/drawing/2014/main" id="{AEE8ABCD-7034-4D6D-4FD5-DF22C8C725FD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0">
            <a:extLst>
              <a:ext uri="{FF2B5EF4-FFF2-40B4-BE49-F238E27FC236}">
                <a16:creationId xmlns:a16="http://schemas.microsoft.com/office/drawing/2014/main" id="{2A66D9DA-A005-F9B0-1B8A-A7F788E2DABD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1">
            <a:extLst>
              <a:ext uri="{FF2B5EF4-FFF2-40B4-BE49-F238E27FC236}">
                <a16:creationId xmlns:a16="http://schemas.microsoft.com/office/drawing/2014/main" id="{DE7237F7-1278-55E1-42FD-E9CEBD1757CD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2">
            <a:extLst>
              <a:ext uri="{FF2B5EF4-FFF2-40B4-BE49-F238E27FC236}">
                <a16:creationId xmlns:a16="http://schemas.microsoft.com/office/drawing/2014/main" id="{89FF9F7E-92F7-0EA0-CB1B-8FDD069EF58B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3">
            <a:extLst>
              <a:ext uri="{FF2B5EF4-FFF2-40B4-BE49-F238E27FC236}">
                <a16:creationId xmlns:a16="http://schemas.microsoft.com/office/drawing/2014/main" id="{96D073C5-138D-DAEE-A5E7-594803069775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4">
            <a:extLst>
              <a:ext uri="{FF2B5EF4-FFF2-40B4-BE49-F238E27FC236}">
                <a16:creationId xmlns:a16="http://schemas.microsoft.com/office/drawing/2014/main" id="{F11C33EF-637E-FFA5-9DC5-F1978ADFEE33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5">
            <a:extLst>
              <a:ext uri="{FF2B5EF4-FFF2-40B4-BE49-F238E27FC236}">
                <a16:creationId xmlns:a16="http://schemas.microsoft.com/office/drawing/2014/main" id="{9817B05B-BF6E-75AC-DDE5-69BF7958901F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6">
            <a:extLst>
              <a:ext uri="{FF2B5EF4-FFF2-40B4-BE49-F238E27FC236}">
                <a16:creationId xmlns:a16="http://schemas.microsoft.com/office/drawing/2014/main" id="{7F5D8E01-2315-53CE-81A6-E2C0B66D2050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7">
            <a:extLst>
              <a:ext uri="{FF2B5EF4-FFF2-40B4-BE49-F238E27FC236}">
                <a16:creationId xmlns:a16="http://schemas.microsoft.com/office/drawing/2014/main" id="{6AB7C29B-56B5-04BD-59B5-BDB6C4391F84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">
            <a:extLst>
              <a:ext uri="{FF2B5EF4-FFF2-40B4-BE49-F238E27FC236}">
                <a16:creationId xmlns:a16="http://schemas.microsoft.com/office/drawing/2014/main" id="{90C665D1-B9EC-348E-1E04-D366E7E491DA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9">
            <a:extLst>
              <a:ext uri="{FF2B5EF4-FFF2-40B4-BE49-F238E27FC236}">
                <a16:creationId xmlns:a16="http://schemas.microsoft.com/office/drawing/2014/main" id="{26B283A6-062E-49A1-4987-7E46EEC2D800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20">
            <a:extLst>
              <a:ext uri="{FF2B5EF4-FFF2-40B4-BE49-F238E27FC236}">
                <a16:creationId xmlns:a16="http://schemas.microsoft.com/office/drawing/2014/main" id="{E8C167DF-99AF-C575-211E-E8BAB4D29BBF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21">
            <a:extLst>
              <a:ext uri="{FF2B5EF4-FFF2-40B4-BE49-F238E27FC236}">
                <a16:creationId xmlns:a16="http://schemas.microsoft.com/office/drawing/2014/main" id="{A75858EF-0661-215C-7162-934D96AD704E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22">
            <a:extLst>
              <a:ext uri="{FF2B5EF4-FFF2-40B4-BE49-F238E27FC236}">
                <a16:creationId xmlns:a16="http://schemas.microsoft.com/office/drawing/2014/main" id="{D9D58DE2-D2DA-DD21-5269-15D1188A6675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23">
            <a:extLst>
              <a:ext uri="{FF2B5EF4-FFF2-40B4-BE49-F238E27FC236}">
                <a16:creationId xmlns:a16="http://schemas.microsoft.com/office/drawing/2014/main" id="{5CDED2DD-D42D-DEAE-959B-BD9B089CC800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24">
            <a:extLst>
              <a:ext uri="{FF2B5EF4-FFF2-40B4-BE49-F238E27FC236}">
                <a16:creationId xmlns:a16="http://schemas.microsoft.com/office/drawing/2014/main" id="{AB022232-7561-32DB-7B84-B8A7F5244DA8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25">
            <a:extLst>
              <a:ext uri="{FF2B5EF4-FFF2-40B4-BE49-F238E27FC236}">
                <a16:creationId xmlns:a16="http://schemas.microsoft.com/office/drawing/2014/main" id="{598DE8C9-AF06-ABDD-906C-8F3E4FCF38DE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26">
            <a:extLst>
              <a:ext uri="{FF2B5EF4-FFF2-40B4-BE49-F238E27FC236}">
                <a16:creationId xmlns:a16="http://schemas.microsoft.com/office/drawing/2014/main" id="{9E462730-73AE-68B8-6780-D9F99066214E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27">
            <a:extLst>
              <a:ext uri="{FF2B5EF4-FFF2-40B4-BE49-F238E27FC236}">
                <a16:creationId xmlns:a16="http://schemas.microsoft.com/office/drawing/2014/main" id="{B3FE3CE5-A27B-1004-EEAF-F4F489382AC6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28">
            <a:extLst>
              <a:ext uri="{FF2B5EF4-FFF2-40B4-BE49-F238E27FC236}">
                <a16:creationId xmlns:a16="http://schemas.microsoft.com/office/drawing/2014/main" id="{FF9DBBD5-2458-CC95-D47E-CCB01C7E071B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29">
            <a:extLst>
              <a:ext uri="{FF2B5EF4-FFF2-40B4-BE49-F238E27FC236}">
                <a16:creationId xmlns:a16="http://schemas.microsoft.com/office/drawing/2014/main" id="{06D79DA7-B3A4-61D9-59F6-9A49A4F8F6FB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30">
            <a:extLst>
              <a:ext uri="{FF2B5EF4-FFF2-40B4-BE49-F238E27FC236}">
                <a16:creationId xmlns:a16="http://schemas.microsoft.com/office/drawing/2014/main" id="{A80FA7F7-7831-CCF9-0BBB-D41D058564D8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31">
            <a:extLst>
              <a:ext uri="{FF2B5EF4-FFF2-40B4-BE49-F238E27FC236}">
                <a16:creationId xmlns:a16="http://schemas.microsoft.com/office/drawing/2014/main" id="{EC4D3B4E-5015-FBCF-C400-0253366D3045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32">
            <a:extLst>
              <a:ext uri="{FF2B5EF4-FFF2-40B4-BE49-F238E27FC236}">
                <a16:creationId xmlns:a16="http://schemas.microsoft.com/office/drawing/2014/main" id="{7708F2A7-AB29-0A64-6617-293CEAFC9181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33">
            <a:extLst>
              <a:ext uri="{FF2B5EF4-FFF2-40B4-BE49-F238E27FC236}">
                <a16:creationId xmlns:a16="http://schemas.microsoft.com/office/drawing/2014/main" id="{B3A5DA80-7275-2FB9-D6F2-9FFEC1C9CAE5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34">
            <a:extLst>
              <a:ext uri="{FF2B5EF4-FFF2-40B4-BE49-F238E27FC236}">
                <a16:creationId xmlns:a16="http://schemas.microsoft.com/office/drawing/2014/main" id="{A28170FD-B5A6-7527-6400-04CDA2AE0D8F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35">
            <a:extLst>
              <a:ext uri="{FF2B5EF4-FFF2-40B4-BE49-F238E27FC236}">
                <a16:creationId xmlns:a16="http://schemas.microsoft.com/office/drawing/2014/main" id="{C80C5F9C-B452-C5F0-A92E-9FF564016608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36">
            <a:extLst>
              <a:ext uri="{FF2B5EF4-FFF2-40B4-BE49-F238E27FC236}">
                <a16:creationId xmlns:a16="http://schemas.microsoft.com/office/drawing/2014/main" id="{8B9D2640-CB89-0860-1E1A-884EAE57923F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37">
            <a:extLst>
              <a:ext uri="{FF2B5EF4-FFF2-40B4-BE49-F238E27FC236}">
                <a16:creationId xmlns:a16="http://schemas.microsoft.com/office/drawing/2014/main" id="{B0DAC385-6EE8-33C1-3FAC-F55E3E8230E4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38">
            <a:extLst>
              <a:ext uri="{FF2B5EF4-FFF2-40B4-BE49-F238E27FC236}">
                <a16:creationId xmlns:a16="http://schemas.microsoft.com/office/drawing/2014/main" id="{D69F1E3B-3DFD-1150-33B6-51E5BCA8BEF6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39">
            <a:extLst>
              <a:ext uri="{FF2B5EF4-FFF2-40B4-BE49-F238E27FC236}">
                <a16:creationId xmlns:a16="http://schemas.microsoft.com/office/drawing/2014/main" id="{CC63DD2E-780B-25A4-B55D-277FF1CCC280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Shape 40">
            <a:extLst>
              <a:ext uri="{FF2B5EF4-FFF2-40B4-BE49-F238E27FC236}">
                <a16:creationId xmlns:a16="http://schemas.microsoft.com/office/drawing/2014/main" id="{7BCA8BDA-C3B5-344B-EB01-F3FB0CD13D53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" name="Shape 41">
            <a:extLst>
              <a:ext uri="{FF2B5EF4-FFF2-40B4-BE49-F238E27FC236}">
                <a16:creationId xmlns:a16="http://schemas.microsoft.com/office/drawing/2014/main" id="{F44EB758-8841-5F55-B051-2F1A4D0F112A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Shape 42">
            <a:extLst>
              <a:ext uri="{FF2B5EF4-FFF2-40B4-BE49-F238E27FC236}">
                <a16:creationId xmlns:a16="http://schemas.microsoft.com/office/drawing/2014/main" id="{25F590F9-2CB1-27F3-85FA-F94F52E7B837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8" name="Shape 43">
            <a:extLst>
              <a:ext uri="{FF2B5EF4-FFF2-40B4-BE49-F238E27FC236}">
                <a16:creationId xmlns:a16="http://schemas.microsoft.com/office/drawing/2014/main" id="{1EF90EC7-B7C3-FC68-B573-627B4BFE5B1B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Shape 44">
            <a:extLst>
              <a:ext uri="{FF2B5EF4-FFF2-40B4-BE49-F238E27FC236}">
                <a16:creationId xmlns:a16="http://schemas.microsoft.com/office/drawing/2014/main" id="{E4DDFA5D-6FD8-C7DA-3FAE-B044FCD5E035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Shape 45">
            <a:extLst>
              <a:ext uri="{FF2B5EF4-FFF2-40B4-BE49-F238E27FC236}">
                <a16:creationId xmlns:a16="http://schemas.microsoft.com/office/drawing/2014/main" id="{224E1F26-2857-5268-EE2D-69FA99F3A350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Shape 46">
            <a:extLst>
              <a:ext uri="{FF2B5EF4-FFF2-40B4-BE49-F238E27FC236}">
                <a16:creationId xmlns:a16="http://schemas.microsoft.com/office/drawing/2014/main" id="{0A6E8CCA-2C50-943D-F7DE-38E6253E3FE6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2" name="Shape 47">
            <a:extLst>
              <a:ext uri="{FF2B5EF4-FFF2-40B4-BE49-F238E27FC236}">
                <a16:creationId xmlns:a16="http://schemas.microsoft.com/office/drawing/2014/main" id="{CDE2C4C4-9AA1-17B3-1739-EB0421614DF6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Shape 48">
            <a:extLst>
              <a:ext uri="{FF2B5EF4-FFF2-40B4-BE49-F238E27FC236}">
                <a16:creationId xmlns:a16="http://schemas.microsoft.com/office/drawing/2014/main" id="{613EEDA9-8153-D3C1-CAFC-57D63FB38EF7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Shape 49">
            <a:extLst>
              <a:ext uri="{FF2B5EF4-FFF2-40B4-BE49-F238E27FC236}">
                <a16:creationId xmlns:a16="http://schemas.microsoft.com/office/drawing/2014/main" id="{6BB2A4E4-08E7-2947-BA1A-1C3BC315CA98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50">
            <a:extLst>
              <a:ext uri="{FF2B5EF4-FFF2-40B4-BE49-F238E27FC236}">
                <a16:creationId xmlns:a16="http://schemas.microsoft.com/office/drawing/2014/main" id="{AB82C500-5225-900A-1AF6-BD9F9CD9F7F6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Shape 51">
            <a:extLst>
              <a:ext uri="{FF2B5EF4-FFF2-40B4-BE49-F238E27FC236}">
                <a16:creationId xmlns:a16="http://schemas.microsoft.com/office/drawing/2014/main" id="{CF2FDAF9-F2F3-0840-C480-282F41B11B27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Shape 52">
            <a:extLst>
              <a:ext uri="{FF2B5EF4-FFF2-40B4-BE49-F238E27FC236}">
                <a16:creationId xmlns:a16="http://schemas.microsoft.com/office/drawing/2014/main" id="{F8F0C1AB-4097-0FCA-15FF-127E4DCF0D40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Shape 53">
            <a:extLst>
              <a:ext uri="{FF2B5EF4-FFF2-40B4-BE49-F238E27FC236}">
                <a16:creationId xmlns:a16="http://schemas.microsoft.com/office/drawing/2014/main" id="{080D16A2-D0A1-563D-4F00-EDE7CB1103CF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Shape 54">
            <a:extLst>
              <a:ext uri="{FF2B5EF4-FFF2-40B4-BE49-F238E27FC236}">
                <a16:creationId xmlns:a16="http://schemas.microsoft.com/office/drawing/2014/main" id="{654DA302-F544-B729-33B6-F3F01C5F2EFF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0" name="Shape 55">
            <a:extLst>
              <a:ext uri="{FF2B5EF4-FFF2-40B4-BE49-F238E27FC236}">
                <a16:creationId xmlns:a16="http://schemas.microsoft.com/office/drawing/2014/main" id="{2F141B7D-02DE-212F-68E8-5B9FD24090E3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1" name="Shape 56">
            <a:extLst>
              <a:ext uri="{FF2B5EF4-FFF2-40B4-BE49-F238E27FC236}">
                <a16:creationId xmlns:a16="http://schemas.microsoft.com/office/drawing/2014/main" id="{50CF2398-F7BE-3CED-73F9-DD3E32D60F4E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2" name="Shape 57">
            <a:extLst>
              <a:ext uri="{FF2B5EF4-FFF2-40B4-BE49-F238E27FC236}">
                <a16:creationId xmlns:a16="http://schemas.microsoft.com/office/drawing/2014/main" id="{58655A6F-D34E-0A66-D62D-3010EF5ECA86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3" name="Shape 58">
            <a:extLst>
              <a:ext uri="{FF2B5EF4-FFF2-40B4-BE49-F238E27FC236}">
                <a16:creationId xmlns:a16="http://schemas.microsoft.com/office/drawing/2014/main" id="{8AAC3BFB-5699-B6E0-D257-B576134FF365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4" name="Shape 59">
            <a:extLst>
              <a:ext uri="{FF2B5EF4-FFF2-40B4-BE49-F238E27FC236}">
                <a16:creationId xmlns:a16="http://schemas.microsoft.com/office/drawing/2014/main" id="{6DD0F98C-1743-0EF6-5D2C-A8D56723D162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5" name="Shape 60">
            <a:extLst>
              <a:ext uri="{FF2B5EF4-FFF2-40B4-BE49-F238E27FC236}">
                <a16:creationId xmlns:a16="http://schemas.microsoft.com/office/drawing/2014/main" id="{9985BC5A-3FDC-4B3E-7723-BB850267A789}"/>
              </a:ext>
            </a:extLst>
          </p:cNvPr>
          <p:cNvSpPr/>
          <p:nvPr/>
        </p:nvSpPr>
        <p:spPr>
          <a:xfrm>
            <a:off x="7971134" y="945897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6" name="Shape 61">
            <a:extLst>
              <a:ext uri="{FF2B5EF4-FFF2-40B4-BE49-F238E27FC236}">
                <a16:creationId xmlns:a16="http://schemas.microsoft.com/office/drawing/2014/main" id="{73255C4F-0F32-9449-F279-950944E93F80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Text 62">
            <a:extLst>
              <a:ext uri="{FF2B5EF4-FFF2-40B4-BE49-F238E27FC236}">
                <a16:creationId xmlns:a16="http://schemas.microsoft.com/office/drawing/2014/main" id="{1D6B488F-5B3A-1494-6DB8-F83C35F6C0B5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238" name="Text 64">
            <a:extLst>
              <a:ext uri="{FF2B5EF4-FFF2-40B4-BE49-F238E27FC236}">
                <a16:creationId xmlns:a16="http://schemas.microsoft.com/office/drawing/2014/main" id="{0F93F568-E416-CBD1-CFA7-737E769C40F0}"/>
              </a:ext>
            </a:extLst>
          </p:cNvPr>
          <p:cNvSpPr/>
          <p:nvPr/>
        </p:nvSpPr>
        <p:spPr>
          <a:xfrm>
            <a:off x="428999" y="194245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results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239" name="Shape 65">
            <a:extLst>
              <a:ext uri="{FF2B5EF4-FFF2-40B4-BE49-F238E27FC236}">
                <a16:creationId xmlns:a16="http://schemas.microsoft.com/office/drawing/2014/main" id="{628E18B6-2DDD-8CB9-2AD3-1D338D0B9A1D}"/>
              </a:ext>
            </a:extLst>
          </p:cNvPr>
          <p:cNvSpPr/>
          <p:nvPr/>
        </p:nvSpPr>
        <p:spPr>
          <a:xfrm>
            <a:off x="-1895457" y="3947163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Text 66">
            <a:extLst>
              <a:ext uri="{FF2B5EF4-FFF2-40B4-BE49-F238E27FC236}">
                <a16:creationId xmlns:a16="http://schemas.microsoft.com/office/drawing/2014/main" id="{E23670F5-B69C-9FA3-DA39-F97940AD32D8}"/>
              </a:ext>
            </a:extLst>
          </p:cNvPr>
          <p:cNvSpPr/>
          <p:nvPr/>
        </p:nvSpPr>
        <p:spPr>
          <a:xfrm>
            <a:off x="-1895458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1" name="Text 69">
            <a:extLst>
              <a:ext uri="{FF2B5EF4-FFF2-40B4-BE49-F238E27FC236}">
                <a16:creationId xmlns:a16="http://schemas.microsoft.com/office/drawing/2014/main" id="{696C49AA-BC78-0B62-B688-FE8A4BC16C73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  12</a:t>
            </a:r>
            <a:endParaRPr lang="en-US" sz="1000" dirty="0"/>
          </a:p>
        </p:txBody>
      </p:sp>
      <p:sp>
        <p:nvSpPr>
          <p:cNvPr id="242" name="Shape 4">
            <a:extLst>
              <a:ext uri="{FF2B5EF4-FFF2-40B4-BE49-F238E27FC236}">
                <a16:creationId xmlns:a16="http://schemas.microsoft.com/office/drawing/2014/main" id="{8344A732-1781-361C-168B-FD4B90A04F51}"/>
              </a:ext>
            </a:extLst>
          </p:cNvPr>
          <p:cNvSpPr/>
          <p:nvPr/>
        </p:nvSpPr>
        <p:spPr>
          <a:xfrm>
            <a:off x="-2753633" y="2160067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3" name="Image 0" descr="preencoded.png">
            <a:extLst>
              <a:ext uri="{FF2B5EF4-FFF2-40B4-BE49-F238E27FC236}">
                <a16:creationId xmlns:a16="http://schemas.microsoft.com/office/drawing/2014/main" id="{047B0935-E782-DE02-B40E-1386CCBF6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98769" y="2214931"/>
            <a:ext cx="274320" cy="274320"/>
          </a:xfrm>
          <a:prstGeom prst="rect">
            <a:avLst/>
          </a:prstGeom>
        </p:spPr>
      </p:pic>
      <p:sp>
        <p:nvSpPr>
          <p:cNvPr id="244" name="Text 5">
            <a:extLst>
              <a:ext uri="{FF2B5EF4-FFF2-40B4-BE49-F238E27FC236}">
                <a16:creationId xmlns:a16="http://schemas.microsoft.com/office/drawing/2014/main" id="{CF079A36-6C64-E613-86C5-A7F6967EE390}"/>
              </a:ext>
            </a:extLst>
          </p:cNvPr>
          <p:cNvSpPr/>
          <p:nvPr/>
        </p:nvSpPr>
        <p:spPr>
          <a:xfrm>
            <a:off x="-2232425" y="2141779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to 2D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45" name="Shape 6">
            <a:extLst>
              <a:ext uri="{FF2B5EF4-FFF2-40B4-BE49-F238E27FC236}">
                <a16:creationId xmlns:a16="http://schemas.microsoft.com/office/drawing/2014/main" id="{4A6B33A2-7FD5-E897-F8F2-8AD7ED068F48}"/>
              </a:ext>
            </a:extLst>
          </p:cNvPr>
          <p:cNvSpPr/>
          <p:nvPr/>
        </p:nvSpPr>
        <p:spPr>
          <a:xfrm>
            <a:off x="-2753633" y="2937307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6" name="Image 1" descr="preencoded.png">
            <a:extLst>
              <a:ext uri="{FF2B5EF4-FFF2-40B4-BE49-F238E27FC236}">
                <a16:creationId xmlns:a16="http://schemas.microsoft.com/office/drawing/2014/main" id="{FFFD5DE0-A6CD-D832-EFC2-07C25538713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698769" y="2992171"/>
            <a:ext cx="274320" cy="274320"/>
          </a:xfrm>
          <a:prstGeom prst="rect">
            <a:avLst/>
          </a:prstGeom>
        </p:spPr>
      </p:pic>
      <p:sp>
        <p:nvSpPr>
          <p:cNvPr id="247" name="Text 7">
            <a:extLst>
              <a:ext uri="{FF2B5EF4-FFF2-40B4-BE49-F238E27FC236}">
                <a16:creationId xmlns:a16="http://schemas.microsoft.com/office/drawing/2014/main" id="{D8F016C3-B284-AD3D-CE07-A73AAA74A095}"/>
              </a:ext>
            </a:extLst>
          </p:cNvPr>
          <p:cNvSpPr/>
          <p:nvPr/>
        </p:nvSpPr>
        <p:spPr>
          <a:xfrm>
            <a:off x="-2232425" y="2919019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preserved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48" name="Shape 8">
            <a:extLst>
              <a:ext uri="{FF2B5EF4-FFF2-40B4-BE49-F238E27FC236}">
                <a16:creationId xmlns:a16="http://schemas.microsoft.com/office/drawing/2014/main" id="{38A02E42-AFD4-B69C-7360-D5999E4F6262}"/>
              </a:ext>
            </a:extLst>
          </p:cNvPr>
          <p:cNvSpPr/>
          <p:nvPr/>
        </p:nvSpPr>
        <p:spPr>
          <a:xfrm>
            <a:off x="-2753633" y="3714547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9" name="Image 2" descr="preencoded.png">
            <a:extLst>
              <a:ext uri="{FF2B5EF4-FFF2-40B4-BE49-F238E27FC236}">
                <a16:creationId xmlns:a16="http://schemas.microsoft.com/office/drawing/2014/main" id="{B009F47A-DF47-1D22-BFA9-50AF6BF291E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698769" y="3769411"/>
            <a:ext cx="274320" cy="274320"/>
          </a:xfrm>
          <a:prstGeom prst="rect">
            <a:avLst/>
          </a:prstGeom>
        </p:spPr>
      </p:pic>
      <p:sp>
        <p:nvSpPr>
          <p:cNvPr id="250" name="Text 9">
            <a:extLst>
              <a:ext uri="{FF2B5EF4-FFF2-40B4-BE49-F238E27FC236}">
                <a16:creationId xmlns:a16="http://schemas.microsoft.com/office/drawing/2014/main" id="{9A9F7C5C-7636-1277-7648-9B7675E83B6F}"/>
              </a:ext>
            </a:extLst>
          </p:cNvPr>
          <p:cNvSpPr/>
          <p:nvPr/>
        </p:nvSpPr>
        <p:spPr>
          <a:xfrm>
            <a:off x="-2232425" y="3696259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reduced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57" name="Text 6">
            <a:extLst>
              <a:ext uri="{FF2B5EF4-FFF2-40B4-BE49-F238E27FC236}">
                <a16:creationId xmlns:a16="http://schemas.microsoft.com/office/drawing/2014/main" id="{24586E60-A595-D10E-3616-D1AC278E020A}"/>
              </a:ext>
            </a:extLst>
          </p:cNvPr>
          <p:cNvSpPr/>
          <p:nvPr/>
        </p:nvSpPr>
        <p:spPr>
          <a:xfrm rot="4878565">
            <a:off x="-1960747" y="5989328"/>
            <a:ext cx="2679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5600" dirty="0"/>
          </a:p>
        </p:txBody>
      </p:sp>
      <p:sp>
        <p:nvSpPr>
          <p:cNvPr id="258" name="Text 8">
            <a:extLst>
              <a:ext uri="{FF2B5EF4-FFF2-40B4-BE49-F238E27FC236}">
                <a16:creationId xmlns:a16="http://schemas.microsoft.com/office/drawing/2014/main" id="{4792D516-8F41-2668-6144-2F3D657C52D9}"/>
              </a:ext>
            </a:extLst>
          </p:cNvPr>
          <p:cNvSpPr/>
          <p:nvPr/>
        </p:nvSpPr>
        <p:spPr>
          <a:xfrm rot="17714714">
            <a:off x="470263" y="8863157"/>
            <a:ext cx="7837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Covariance matrix</a:t>
            </a:r>
            <a:endParaRPr lang="en-US" sz="1800" dirty="0"/>
          </a:p>
        </p:txBody>
      </p:sp>
      <p:sp>
        <p:nvSpPr>
          <p:cNvPr id="259" name="Text 9">
            <a:extLst>
              <a:ext uri="{FF2B5EF4-FFF2-40B4-BE49-F238E27FC236}">
                <a16:creationId xmlns:a16="http://schemas.microsoft.com/office/drawing/2014/main" id="{84EE5F97-4BA8-C39B-93A8-5FCF4F73A5E1}"/>
              </a:ext>
            </a:extLst>
          </p:cNvPr>
          <p:cNvSpPr/>
          <p:nvPr/>
        </p:nvSpPr>
        <p:spPr>
          <a:xfrm>
            <a:off x="-2540708" y="7883441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features co-vary across the dataset</a:t>
            </a:r>
            <a:endParaRPr lang="en-US" sz="1100" dirty="0"/>
          </a:p>
        </p:txBody>
      </p:sp>
      <p:sp>
        <p:nvSpPr>
          <p:cNvPr id="260" name="Text 12">
            <a:extLst>
              <a:ext uri="{FF2B5EF4-FFF2-40B4-BE49-F238E27FC236}">
                <a16:creationId xmlns:a16="http://schemas.microsoft.com/office/drawing/2014/main" id="{AF0B7FCC-F4E4-F5E3-8583-3A8A5E04CCA6}"/>
              </a:ext>
            </a:extLst>
          </p:cNvPr>
          <p:cNvSpPr/>
          <p:nvPr/>
        </p:nvSpPr>
        <p:spPr>
          <a:xfrm rot="5191561">
            <a:off x="5401662" y="7530744"/>
            <a:ext cx="2679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5600" dirty="0"/>
          </a:p>
        </p:txBody>
      </p:sp>
      <p:sp>
        <p:nvSpPr>
          <p:cNvPr id="261" name="Text 14">
            <a:extLst>
              <a:ext uri="{FF2B5EF4-FFF2-40B4-BE49-F238E27FC236}">
                <a16:creationId xmlns:a16="http://schemas.microsoft.com/office/drawing/2014/main" id="{D77CD684-7056-50F7-9CEA-902D27A310D6}"/>
              </a:ext>
            </a:extLst>
          </p:cNvPr>
          <p:cNvSpPr/>
          <p:nvPr/>
        </p:nvSpPr>
        <p:spPr>
          <a:xfrm rot="16200000">
            <a:off x="3644537" y="7099670"/>
            <a:ext cx="86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Eigenvectors = directions</a:t>
            </a:r>
            <a:endParaRPr lang="en-US" sz="1800" dirty="0"/>
          </a:p>
        </p:txBody>
      </p:sp>
      <p:sp>
        <p:nvSpPr>
          <p:cNvPr id="262" name="Text 15">
            <a:extLst>
              <a:ext uri="{FF2B5EF4-FFF2-40B4-BE49-F238E27FC236}">
                <a16:creationId xmlns:a16="http://schemas.microsoft.com/office/drawing/2014/main" id="{78E091CE-729C-5A35-4C01-06FDCCE41617}"/>
              </a:ext>
            </a:extLst>
          </p:cNvPr>
          <p:cNvSpPr/>
          <p:nvPr/>
        </p:nvSpPr>
        <p:spPr>
          <a:xfrm>
            <a:off x="4728754" y="7086606"/>
            <a:ext cx="300446" cy="2174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axes of the rotated coordinate system</a:t>
            </a:r>
            <a:endParaRPr lang="en-US" sz="1100" dirty="0"/>
          </a:p>
        </p:txBody>
      </p:sp>
      <p:sp>
        <p:nvSpPr>
          <p:cNvPr id="263" name="Text 18">
            <a:extLst>
              <a:ext uri="{FF2B5EF4-FFF2-40B4-BE49-F238E27FC236}">
                <a16:creationId xmlns:a16="http://schemas.microsoft.com/office/drawing/2014/main" id="{40A2AC58-089A-E310-703D-6F56088D23F7}"/>
              </a:ext>
            </a:extLst>
          </p:cNvPr>
          <p:cNvSpPr/>
          <p:nvPr/>
        </p:nvSpPr>
        <p:spPr>
          <a:xfrm rot="14177965">
            <a:off x="8019288" y="6564094"/>
            <a:ext cx="2679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5600" dirty="0"/>
          </a:p>
        </p:txBody>
      </p:sp>
      <p:sp>
        <p:nvSpPr>
          <p:cNvPr id="264" name="Text 20">
            <a:extLst>
              <a:ext uri="{FF2B5EF4-FFF2-40B4-BE49-F238E27FC236}">
                <a16:creationId xmlns:a16="http://schemas.microsoft.com/office/drawing/2014/main" id="{06D7B608-7562-3BC2-436C-1B6F56AC33B1}"/>
              </a:ext>
            </a:extLst>
          </p:cNvPr>
          <p:cNvSpPr/>
          <p:nvPr/>
        </p:nvSpPr>
        <p:spPr>
          <a:xfrm flipV="1">
            <a:off x="8138160" y="8556177"/>
            <a:ext cx="118872" cy="27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Eigenvalues = importance</a:t>
            </a:r>
            <a:endParaRPr lang="en-US" sz="1800" dirty="0"/>
          </a:p>
        </p:txBody>
      </p:sp>
      <p:sp>
        <p:nvSpPr>
          <p:cNvPr id="265" name="Text 21">
            <a:extLst>
              <a:ext uri="{FF2B5EF4-FFF2-40B4-BE49-F238E27FC236}">
                <a16:creationId xmlns:a16="http://schemas.microsoft.com/office/drawing/2014/main" id="{8DB2733D-8D58-ADD5-BA59-20C59F9544EC}"/>
              </a:ext>
            </a:extLst>
          </p:cNvPr>
          <p:cNvSpPr/>
          <p:nvPr/>
        </p:nvSpPr>
        <p:spPr>
          <a:xfrm flipV="1">
            <a:off x="7239435" y="8386355"/>
            <a:ext cx="185493" cy="822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captured along each eigenvector</a:t>
            </a:r>
            <a:endParaRPr lang="en-US" sz="1100" dirty="0"/>
          </a:p>
        </p:txBody>
      </p:sp>
      <p:sp>
        <p:nvSpPr>
          <p:cNvPr id="266" name="Text 8">
            <a:extLst>
              <a:ext uri="{FF2B5EF4-FFF2-40B4-BE49-F238E27FC236}">
                <a16:creationId xmlns:a16="http://schemas.microsoft.com/office/drawing/2014/main" id="{296B59A2-129D-8449-CDE6-DAB42D1A71A6}"/>
              </a:ext>
            </a:extLst>
          </p:cNvPr>
          <p:cNvSpPr/>
          <p:nvPr/>
        </p:nvSpPr>
        <p:spPr>
          <a:xfrm>
            <a:off x="1802674" y="6488980"/>
            <a:ext cx="313509" cy="3412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-3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Covariance matrix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67" name="Text 14">
            <a:extLst>
              <a:ext uri="{FF2B5EF4-FFF2-40B4-BE49-F238E27FC236}">
                <a16:creationId xmlns:a16="http://schemas.microsoft.com/office/drawing/2014/main" id="{08658E46-F452-4D28-B678-7ECA9B236DB2}"/>
              </a:ext>
            </a:extLst>
          </p:cNvPr>
          <p:cNvSpPr/>
          <p:nvPr/>
        </p:nvSpPr>
        <p:spPr>
          <a:xfrm rot="19811440">
            <a:off x="-175025" y="7689132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-3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Eigenvectors = directions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68" name="Text 20">
            <a:extLst>
              <a:ext uri="{FF2B5EF4-FFF2-40B4-BE49-F238E27FC236}">
                <a16:creationId xmlns:a16="http://schemas.microsoft.com/office/drawing/2014/main" id="{998659E0-CECF-4CF7-2867-6F5AD924DE74}"/>
              </a:ext>
            </a:extLst>
          </p:cNvPr>
          <p:cNvSpPr/>
          <p:nvPr/>
        </p:nvSpPr>
        <p:spPr>
          <a:xfrm>
            <a:off x="5294554" y="7432765"/>
            <a:ext cx="400852" cy="14205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-3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Eigenvalues = importance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270" name="Diagram 269">
            <a:extLst>
              <a:ext uri="{FF2B5EF4-FFF2-40B4-BE49-F238E27FC236}">
                <a16:creationId xmlns:a16="http://schemas.microsoft.com/office/drawing/2014/main" id="{723DFADB-3424-3737-DB0C-6337F4FDFA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6782125"/>
              </p:ext>
            </p:extLst>
          </p:nvPr>
        </p:nvGraphicFramePr>
        <p:xfrm>
          <a:off x="-35213697" y="-859206"/>
          <a:ext cx="34814656" cy="380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1" name="Rounded Rectangle 270">
            <a:extLst>
              <a:ext uri="{FF2B5EF4-FFF2-40B4-BE49-F238E27FC236}">
                <a16:creationId xmlns:a16="http://schemas.microsoft.com/office/drawing/2014/main" id="{B1D500AC-09BA-28B4-9E3F-BCE747E3E60E}"/>
              </a:ext>
            </a:extLst>
          </p:cNvPr>
          <p:cNvSpPr/>
          <p:nvPr/>
        </p:nvSpPr>
        <p:spPr>
          <a:xfrm>
            <a:off x="12302505" y="1783080"/>
            <a:ext cx="2724845" cy="2529843"/>
          </a:xfrm>
          <a:prstGeom prst="roundRect">
            <a:avLst>
              <a:gd name="adj" fmla="val 2957"/>
            </a:avLst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ounded Rectangle 271">
            <a:extLst>
              <a:ext uri="{FF2B5EF4-FFF2-40B4-BE49-F238E27FC236}">
                <a16:creationId xmlns:a16="http://schemas.microsoft.com/office/drawing/2014/main" id="{9A0749DC-548E-000C-4A70-6D0517A150A5}"/>
              </a:ext>
            </a:extLst>
          </p:cNvPr>
          <p:cNvSpPr/>
          <p:nvPr/>
        </p:nvSpPr>
        <p:spPr>
          <a:xfrm>
            <a:off x="9426717" y="1783080"/>
            <a:ext cx="2724845" cy="2529843"/>
          </a:xfrm>
          <a:prstGeom prst="roundRect">
            <a:avLst>
              <a:gd name="adj" fmla="val 2127"/>
            </a:avLst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Text 11">
            <a:extLst>
              <a:ext uri="{FF2B5EF4-FFF2-40B4-BE49-F238E27FC236}">
                <a16:creationId xmlns:a16="http://schemas.microsoft.com/office/drawing/2014/main" id="{FD673EEE-6F40-AA3B-E8B4-DFB9AEF8739D}"/>
              </a:ext>
            </a:extLst>
          </p:cNvPr>
          <p:cNvSpPr/>
          <p:nvPr/>
        </p:nvSpPr>
        <p:spPr>
          <a:xfrm>
            <a:off x="9545522" y="363965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before PCA showing unstructured distribution across features</a:t>
            </a:r>
            <a:endParaRPr lang="en-US" sz="950" dirty="0"/>
          </a:p>
        </p:txBody>
      </p:sp>
      <p:sp>
        <p:nvSpPr>
          <p:cNvPr id="274" name="Text 13">
            <a:extLst>
              <a:ext uri="{FF2B5EF4-FFF2-40B4-BE49-F238E27FC236}">
                <a16:creationId xmlns:a16="http://schemas.microsoft.com/office/drawing/2014/main" id="{AB3D78C5-D509-BC75-6614-157594295159}"/>
              </a:ext>
            </a:extLst>
          </p:cNvPr>
          <p:cNvSpPr/>
          <p:nvPr/>
        </p:nvSpPr>
        <p:spPr>
          <a:xfrm>
            <a:off x="12425882" y="363965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projected onto the first two principal components using manual PCA implementation</a:t>
            </a:r>
            <a:endParaRPr lang="en-US" sz="950" dirty="0"/>
          </a:p>
        </p:txBody>
      </p:sp>
      <p:pic>
        <p:nvPicPr>
          <p:cNvPr id="275" name="Picture 2">
            <a:extLst>
              <a:ext uri="{FF2B5EF4-FFF2-40B4-BE49-F238E27FC236}">
                <a16:creationId xmlns:a16="http://schemas.microsoft.com/office/drawing/2014/main" id="{D6FB6732-53DC-6334-C5F8-AC13FB212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4756" y="1851855"/>
            <a:ext cx="2558486" cy="169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Picture 4">
            <a:extLst>
              <a:ext uri="{FF2B5EF4-FFF2-40B4-BE49-F238E27FC236}">
                <a16:creationId xmlns:a16="http://schemas.microsoft.com/office/drawing/2014/main" id="{49AC2D62-78DC-DAF9-A6B4-70C2806B3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7876" y="1840251"/>
            <a:ext cx="2519172" cy="166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7" name="Shape 0">
            <a:extLst>
              <a:ext uri="{FF2B5EF4-FFF2-40B4-BE49-F238E27FC236}">
                <a16:creationId xmlns:a16="http://schemas.microsoft.com/office/drawing/2014/main" id="{070A5CFE-382C-C2DC-F84C-F26CCBAA2DE1}"/>
              </a:ext>
            </a:extLst>
          </p:cNvPr>
          <p:cNvSpPr/>
          <p:nvPr/>
        </p:nvSpPr>
        <p:spPr>
          <a:xfrm>
            <a:off x="13393258" y="1816305"/>
            <a:ext cx="2512466" cy="2403454"/>
          </a:xfrm>
          <a:prstGeom prst="roundRect">
            <a:avLst>
              <a:gd name="adj" fmla="val 283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solidFill>
              <a:srgbClr val="1F2D4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8" name="Text 82">
            <a:extLst>
              <a:ext uri="{FF2B5EF4-FFF2-40B4-BE49-F238E27FC236}">
                <a16:creationId xmlns:a16="http://schemas.microsoft.com/office/drawing/2014/main" id="{9DE5E286-6CB8-3703-BF5E-28C74C9BD023}"/>
              </a:ext>
            </a:extLst>
          </p:cNvPr>
          <p:cNvSpPr/>
          <p:nvPr/>
        </p:nvSpPr>
        <p:spPr>
          <a:xfrm>
            <a:off x="15899635" y="2975001"/>
            <a:ext cx="1202165" cy="1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1 (std)</a:t>
            </a:r>
            <a:endParaRPr lang="en-US" sz="1100" dirty="0"/>
          </a:p>
        </p:txBody>
      </p:sp>
      <p:sp>
        <p:nvSpPr>
          <p:cNvPr id="279" name="Text 83">
            <a:extLst>
              <a:ext uri="{FF2B5EF4-FFF2-40B4-BE49-F238E27FC236}">
                <a16:creationId xmlns:a16="http://schemas.microsoft.com/office/drawing/2014/main" id="{38325E92-6531-694E-F872-64D138EBFD70}"/>
              </a:ext>
            </a:extLst>
          </p:cNvPr>
          <p:cNvSpPr/>
          <p:nvPr/>
        </p:nvSpPr>
        <p:spPr>
          <a:xfrm>
            <a:off x="14105819" y="1662848"/>
            <a:ext cx="14683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2 (std)</a:t>
            </a:r>
            <a:endParaRPr lang="en-US" sz="1100" dirty="0"/>
          </a:p>
        </p:txBody>
      </p:sp>
      <p:sp>
        <p:nvSpPr>
          <p:cNvPr id="280" name="Shape 1">
            <a:extLst>
              <a:ext uri="{FF2B5EF4-FFF2-40B4-BE49-F238E27FC236}">
                <a16:creationId xmlns:a16="http://schemas.microsoft.com/office/drawing/2014/main" id="{3981948D-D69B-2739-E681-C1ADFE4DCF93}"/>
              </a:ext>
            </a:extLst>
          </p:cNvPr>
          <p:cNvSpPr/>
          <p:nvPr/>
        </p:nvSpPr>
        <p:spPr>
          <a:xfrm>
            <a:off x="13464193" y="3775193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">
            <a:extLst>
              <a:ext uri="{FF2B5EF4-FFF2-40B4-BE49-F238E27FC236}">
                <a16:creationId xmlns:a16="http://schemas.microsoft.com/office/drawing/2014/main" id="{4E42FEFF-5D4E-E6EC-11CC-F690F3F03D62}"/>
              </a:ext>
            </a:extLst>
          </p:cNvPr>
          <p:cNvSpPr/>
          <p:nvPr/>
        </p:nvSpPr>
        <p:spPr>
          <a:xfrm>
            <a:off x="13858278" y="1883861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3">
            <a:extLst>
              <a:ext uri="{FF2B5EF4-FFF2-40B4-BE49-F238E27FC236}">
                <a16:creationId xmlns:a16="http://schemas.microsoft.com/office/drawing/2014/main" id="{DBBE1E0D-ECFC-A023-48C0-846553202B04}"/>
              </a:ext>
            </a:extLst>
          </p:cNvPr>
          <p:cNvSpPr/>
          <p:nvPr/>
        </p:nvSpPr>
        <p:spPr>
          <a:xfrm>
            <a:off x="13464193" y="3396926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4">
            <a:extLst>
              <a:ext uri="{FF2B5EF4-FFF2-40B4-BE49-F238E27FC236}">
                <a16:creationId xmlns:a16="http://schemas.microsoft.com/office/drawing/2014/main" id="{80AF08B7-13C8-FD65-E44F-3363CBE1066A}"/>
              </a:ext>
            </a:extLst>
          </p:cNvPr>
          <p:cNvSpPr/>
          <p:nvPr/>
        </p:nvSpPr>
        <p:spPr>
          <a:xfrm>
            <a:off x="14252362" y="1883861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5">
            <a:extLst>
              <a:ext uri="{FF2B5EF4-FFF2-40B4-BE49-F238E27FC236}">
                <a16:creationId xmlns:a16="http://schemas.microsoft.com/office/drawing/2014/main" id="{5C952D10-81C7-07ED-0918-54102B8CF2C0}"/>
              </a:ext>
            </a:extLst>
          </p:cNvPr>
          <p:cNvSpPr/>
          <p:nvPr/>
        </p:nvSpPr>
        <p:spPr>
          <a:xfrm>
            <a:off x="13464193" y="2640394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6">
            <a:extLst>
              <a:ext uri="{FF2B5EF4-FFF2-40B4-BE49-F238E27FC236}">
                <a16:creationId xmlns:a16="http://schemas.microsoft.com/office/drawing/2014/main" id="{B32C17F0-E2CC-E0C6-4F3C-1F4F1BB1CB32}"/>
              </a:ext>
            </a:extLst>
          </p:cNvPr>
          <p:cNvSpPr/>
          <p:nvPr/>
        </p:nvSpPr>
        <p:spPr>
          <a:xfrm>
            <a:off x="15040531" y="1883861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7">
            <a:extLst>
              <a:ext uri="{FF2B5EF4-FFF2-40B4-BE49-F238E27FC236}">
                <a16:creationId xmlns:a16="http://schemas.microsoft.com/office/drawing/2014/main" id="{6C1A6604-A924-659A-471B-F9ED9BDB52C7}"/>
              </a:ext>
            </a:extLst>
          </p:cNvPr>
          <p:cNvSpPr/>
          <p:nvPr/>
        </p:nvSpPr>
        <p:spPr>
          <a:xfrm>
            <a:off x="13464193" y="2262127"/>
            <a:ext cx="2364507" cy="0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8">
            <a:extLst>
              <a:ext uri="{FF2B5EF4-FFF2-40B4-BE49-F238E27FC236}">
                <a16:creationId xmlns:a16="http://schemas.microsoft.com/office/drawing/2014/main" id="{62E0E88A-24C6-985D-A4CB-50B25AC846F4}"/>
              </a:ext>
            </a:extLst>
          </p:cNvPr>
          <p:cNvSpPr/>
          <p:nvPr/>
        </p:nvSpPr>
        <p:spPr>
          <a:xfrm>
            <a:off x="15434615" y="1883861"/>
            <a:ext cx="0" cy="2269598"/>
          </a:xfrm>
          <a:prstGeom prst="line">
            <a:avLst/>
          </a:prstGeom>
          <a:noFill/>
          <a:ln w="508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!!axis_h">
            <a:extLst>
              <a:ext uri="{FF2B5EF4-FFF2-40B4-BE49-F238E27FC236}">
                <a16:creationId xmlns:a16="http://schemas.microsoft.com/office/drawing/2014/main" id="{990DBB4E-4919-2B55-1B25-AAC92625DA5F}"/>
              </a:ext>
            </a:extLst>
          </p:cNvPr>
          <p:cNvSpPr/>
          <p:nvPr/>
        </p:nvSpPr>
        <p:spPr>
          <a:xfrm>
            <a:off x="13464193" y="3018660"/>
            <a:ext cx="2364507" cy="0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!!axis_v">
            <a:extLst>
              <a:ext uri="{FF2B5EF4-FFF2-40B4-BE49-F238E27FC236}">
                <a16:creationId xmlns:a16="http://schemas.microsoft.com/office/drawing/2014/main" id="{5C6C5F92-75BC-88D9-F7D4-5562BDE8F738}"/>
              </a:ext>
            </a:extLst>
          </p:cNvPr>
          <p:cNvSpPr/>
          <p:nvPr/>
        </p:nvSpPr>
        <p:spPr>
          <a:xfrm>
            <a:off x="14646447" y="1883861"/>
            <a:ext cx="0" cy="2269598"/>
          </a:xfrm>
          <a:prstGeom prst="line">
            <a:avLst/>
          </a:prstGeom>
          <a:noFill/>
          <a:ln w="1143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!!dot_0">
            <a:extLst>
              <a:ext uri="{FF2B5EF4-FFF2-40B4-BE49-F238E27FC236}">
                <a16:creationId xmlns:a16="http://schemas.microsoft.com/office/drawing/2014/main" id="{606F012A-EE75-AE93-28D4-95EA318CD7A6}"/>
              </a:ext>
            </a:extLst>
          </p:cNvPr>
          <p:cNvSpPr/>
          <p:nvPr/>
        </p:nvSpPr>
        <p:spPr>
          <a:xfrm>
            <a:off x="15610241" y="220138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1" name="!!dot_1">
            <a:extLst>
              <a:ext uri="{FF2B5EF4-FFF2-40B4-BE49-F238E27FC236}">
                <a16:creationId xmlns:a16="http://schemas.microsoft.com/office/drawing/2014/main" id="{6FFDBC2A-D4AB-2E14-1085-172A801F6DD8}"/>
              </a:ext>
            </a:extLst>
          </p:cNvPr>
          <p:cNvSpPr/>
          <p:nvPr/>
        </p:nvSpPr>
        <p:spPr>
          <a:xfrm>
            <a:off x="14247957" y="325367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2" name="!!dot_2">
            <a:extLst>
              <a:ext uri="{FF2B5EF4-FFF2-40B4-BE49-F238E27FC236}">
                <a16:creationId xmlns:a16="http://schemas.microsoft.com/office/drawing/2014/main" id="{53BB1BAF-3C7E-626D-3757-55DEC68C7E8D}"/>
              </a:ext>
            </a:extLst>
          </p:cNvPr>
          <p:cNvSpPr/>
          <p:nvPr/>
        </p:nvSpPr>
        <p:spPr>
          <a:xfrm>
            <a:off x="14545165" y="277622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3" name="!!dot_3">
            <a:extLst>
              <a:ext uri="{FF2B5EF4-FFF2-40B4-BE49-F238E27FC236}">
                <a16:creationId xmlns:a16="http://schemas.microsoft.com/office/drawing/2014/main" id="{8678B7F3-F70A-821A-40C1-C2DC58CCB99B}"/>
              </a:ext>
            </a:extLst>
          </p:cNvPr>
          <p:cNvSpPr/>
          <p:nvPr/>
        </p:nvSpPr>
        <p:spPr>
          <a:xfrm>
            <a:off x="14327837" y="355797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4" name="!!dot_4">
            <a:extLst>
              <a:ext uri="{FF2B5EF4-FFF2-40B4-BE49-F238E27FC236}">
                <a16:creationId xmlns:a16="http://schemas.microsoft.com/office/drawing/2014/main" id="{03871B9F-E695-037A-84F3-49335D463090}"/>
              </a:ext>
            </a:extLst>
          </p:cNvPr>
          <p:cNvSpPr/>
          <p:nvPr/>
        </p:nvSpPr>
        <p:spPr>
          <a:xfrm>
            <a:off x="14033524" y="300854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5" name="!!dot_5">
            <a:extLst>
              <a:ext uri="{FF2B5EF4-FFF2-40B4-BE49-F238E27FC236}">
                <a16:creationId xmlns:a16="http://schemas.microsoft.com/office/drawing/2014/main" id="{0F136FDC-DB96-C44E-EF64-D63775267306}"/>
              </a:ext>
            </a:extLst>
          </p:cNvPr>
          <p:cNvSpPr/>
          <p:nvPr/>
        </p:nvSpPr>
        <p:spPr>
          <a:xfrm>
            <a:off x="15037689" y="232088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6" name="!!dot_6">
            <a:extLst>
              <a:ext uri="{FF2B5EF4-FFF2-40B4-BE49-F238E27FC236}">
                <a16:creationId xmlns:a16="http://schemas.microsoft.com/office/drawing/2014/main" id="{589D28B6-3D5A-1A7B-5805-406B7D5E90AC}"/>
              </a:ext>
            </a:extLst>
          </p:cNvPr>
          <p:cNvSpPr/>
          <p:nvPr/>
        </p:nvSpPr>
        <p:spPr>
          <a:xfrm>
            <a:off x="14414970" y="311853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7" name="!!dot_7">
            <a:extLst>
              <a:ext uri="{FF2B5EF4-FFF2-40B4-BE49-F238E27FC236}">
                <a16:creationId xmlns:a16="http://schemas.microsoft.com/office/drawing/2014/main" id="{C2AAD659-035E-4686-2182-9B406394BD9E}"/>
              </a:ext>
            </a:extLst>
          </p:cNvPr>
          <p:cNvSpPr/>
          <p:nvPr/>
        </p:nvSpPr>
        <p:spPr>
          <a:xfrm>
            <a:off x="15311339" y="264539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8" name="!!dot_8">
            <a:extLst>
              <a:ext uri="{FF2B5EF4-FFF2-40B4-BE49-F238E27FC236}">
                <a16:creationId xmlns:a16="http://schemas.microsoft.com/office/drawing/2014/main" id="{205B776E-15FB-44AA-6A4E-B122FF71F9EC}"/>
              </a:ext>
            </a:extLst>
          </p:cNvPr>
          <p:cNvSpPr/>
          <p:nvPr/>
        </p:nvSpPr>
        <p:spPr>
          <a:xfrm>
            <a:off x="14911236" y="250030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9" name="!!dot_9">
            <a:extLst>
              <a:ext uri="{FF2B5EF4-FFF2-40B4-BE49-F238E27FC236}">
                <a16:creationId xmlns:a16="http://schemas.microsoft.com/office/drawing/2014/main" id="{7507B8A8-1F3C-7862-89EA-267716D93686}"/>
              </a:ext>
            </a:extLst>
          </p:cNvPr>
          <p:cNvSpPr/>
          <p:nvPr/>
        </p:nvSpPr>
        <p:spPr>
          <a:xfrm>
            <a:off x="14814799" y="315160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!!dot_10">
            <a:extLst>
              <a:ext uri="{FF2B5EF4-FFF2-40B4-BE49-F238E27FC236}">
                <a16:creationId xmlns:a16="http://schemas.microsoft.com/office/drawing/2014/main" id="{9AC7FCDE-3488-8DE7-4062-14024B58F81C}"/>
              </a:ext>
            </a:extLst>
          </p:cNvPr>
          <p:cNvSpPr/>
          <p:nvPr/>
        </p:nvSpPr>
        <p:spPr>
          <a:xfrm>
            <a:off x="15072634" y="254286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1" name="!!dot_11">
            <a:extLst>
              <a:ext uri="{FF2B5EF4-FFF2-40B4-BE49-F238E27FC236}">
                <a16:creationId xmlns:a16="http://schemas.microsoft.com/office/drawing/2014/main" id="{97B2D832-AB01-A243-0203-F2D5C54E0D92}"/>
              </a:ext>
            </a:extLst>
          </p:cNvPr>
          <p:cNvSpPr/>
          <p:nvPr/>
        </p:nvSpPr>
        <p:spPr>
          <a:xfrm>
            <a:off x="14130639" y="303960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2" name="!!dot_12">
            <a:extLst>
              <a:ext uri="{FF2B5EF4-FFF2-40B4-BE49-F238E27FC236}">
                <a16:creationId xmlns:a16="http://schemas.microsoft.com/office/drawing/2014/main" id="{52263F94-2244-D8F0-8352-07A0F25ACA0A}"/>
              </a:ext>
            </a:extLst>
          </p:cNvPr>
          <p:cNvSpPr/>
          <p:nvPr/>
        </p:nvSpPr>
        <p:spPr>
          <a:xfrm>
            <a:off x="14479120" y="335255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3" name="!!dot_13">
            <a:extLst>
              <a:ext uri="{FF2B5EF4-FFF2-40B4-BE49-F238E27FC236}">
                <a16:creationId xmlns:a16="http://schemas.microsoft.com/office/drawing/2014/main" id="{B07E347E-2EB6-877A-C5AB-0BF8EE78EFAA}"/>
              </a:ext>
            </a:extLst>
          </p:cNvPr>
          <p:cNvSpPr/>
          <p:nvPr/>
        </p:nvSpPr>
        <p:spPr>
          <a:xfrm>
            <a:off x="15084786" y="265730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4" name="!!dot_14">
            <a:extLst>
              <a:ext uri="{FF2B5EF4-FFF2-40B4-BE49-F238E27FC236}">
                <a16:creationId xmlns:a16="http://schemas.microsoft.com/office/drawing/2014/main" id="{29DF4BB3-C32F-E954-C83A-010CEB90489F}"/>
              </a:ext>
            </a:extLst>
          </p:cNvPr>
          <p:cNvSpPr/>
          <p:nvPr/>
        </p:nvSpPr>
        <p:spPr>
          <a:xfrm>
            <a:off x="14144152" y="295512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5" name="!!dot_15">
            <a:extLst>
              <a:ext uri="{FF2B5EF4-FFF2-40B4-BE49-F238E27FC236}">
                <a16:creationId xmlns:a16="http://schemas.microsoft.com/office/drawing/2014/main" id="{B67D9F40-F968-A62D-1E86-77906C04B8C6}"/>
              </a:ext>
            </a:extLst>
          </p:cNvPr>
          <p:cNvSpPr/>
          <p:nvPr/>
        </p:nvSpPr>
        <p:spPr>
          <a:xfrm>
            <a:off x="14877718" y="262576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6" name="!!dot_16">
            <a:extLst>
              <a:ext uri="{FF2B5EF4-FFF2-40B4-BE49-F238E27FC236}">
                <a16:creationId xmlns:a16="http://schemas.microsoft.com/office/drawing/2014/main" id="{1E5D7997-A6B8-7ED9-81CB-E8CC719B8343}"/>
              </a:ext>
            </a:extLst>
          </p:cNvPr>
          <p:cNvSpPr/>
          <p:nvPr/>
        </p:nvSpPr>
        <p:spPr>
          <a:xfrm>
            <a:off x="14891862" y="333787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7" name="!!dot_17">
            <a:extLst>
              <a:ext uri="{FF2B5EF4-FFF2-40B4-BE49-F238E27FC236}">
                <a16:creationId xmlns:a16="http://schemas.microsoft.com/office/drawing/2014/main" id="{2998B11A-B45A-70F5-4567-C9B38F9BB556}"/>
              </a:ext>
            </a:extLst>
          </p:cNvPr>
          <p:cNvSpPr/>
          <p:nvPr/>
        </p:nvSpPr>
        <p:spPr>
          <a:xfrm>
            <a:off x="14860530" y="274161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8" name="!!dot_18">
            <a:extLst>
              <a:ext uri="{FF2B5EF4-FFF2-40B4-BE49-F238E27FC236}">
                <a16:creationId xmlns:a16="http://schemas.microsoft.com/office/drawing/2014/main" id="{11B6A96F-6D7B-2A71-21C1-A3187CF15E34}"/>
              </a:ext>
            </a:extLst>
          </p:cNvPr>
          <p:cNvSpPr/>
          <p:nvPr/>
        </p:nvSpPr>
        <p:spPr>
          <a:xfrm>
            <a:off x="14961228" y="277292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9" name="!!dot_19">
            <a:extLst>
              <a:ext uri="{FF2B5EF4-FFF2-40B4-BE49-F238E27FC236}">
                <a16:creationId xmlns:a16="http://schemas.microsoft.com/office/drawing/2014/main" id="{7E6EE767-5EC1-0F49-DF41-D1CDD5C66FE1}"/>
              </a:ext>
            </a:extLst>
          </p:cNvPr>
          <p:cNvSpPr/>
          <p:nvPr/>
        </p:nvSpPr>
        <p:spPr>
          <a:xfrm>
            <a:off x="14828269" y="296409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0" name="!!dot_20">
            <a:extLst>
              <a:ext uri="{FF2B5EF4-FFF2-40B4-BE49-F238E27FC236}">
                <a16:creationId xmlns:a16="http://schemas.microsoft.com/office/drawing/2014/main" id="{F540C17A-BA2C-C127-E813-52AEC5D56A3C}"/>
              </a:ext>
            </a:extLst>
          </p:cNvPr>
          <p:cNvSpPr/>
          <p:nvPr/>
        </p:nvSpPr>
        <p:spPr>
          <a:xfrm>
            <a:off x="14314594" y="301151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1" name="!!dot_21">
            <a:extLst>
              <a:ext uri="{FF2B5EF4-FFF2-40B4-BE49-F238E27FC236}">
                <a16:creationId xmlns:a16="http://schemas.microsoft.com/office/drawing/2014/main" id="{BF0682D7-9939-79CC-68E9-3EEDD876FAB1}"/>
              </a:ext>
            </a:extLst>
          </p:cNvPr>
          <p:cNvSpPr/>
          <p:nvPr/>
        </p:nvSpPr>
        <p:spPr>
          <a:xfrm>
            <a:off x="14772054" y="308648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2" name="!!dot_22">
            <a:extLst>
              <a:ext uri="{FF2B5EF4-FFF2-40B4-BE49-F238E27FC236}">
                <a16:creationId xmlns:a16="http://schemas.microsoft.com/office/drawing/2014/main" id="{8C044E09-3EF3-5A6D-877D-EC4B4B18F1B4}"/>
              </a:ext>
            </a:extLst>
          </p:cNvPr>
          <p:cNvSpPr/>
          <p:nvPr/>
        </p:nvSpPr>
        <p:spPr>
          <a:xfrm>
            <a:off x="14324474" y="317860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3" name="!!dot_23">
            <a:extLst>
              <a:ext uri="{FF2B5EF4-FFF2-40B4-BE49-F238E27FC236}">
                <a16:creationId xmlns:a16="http://schemas.microsoft.com/office/drawing/2014/main" id="{3B7CCD4D-F7E0-772D-3CC7-6CD9D00FB5C5}"/>
              </a:ext>
            </a:extLst>
          </p:cNvPr>
          <p:cNvSpPr/>
          <p:nvPr/>
        </p:nvSpPr>
        <p:spPr>
          <a:xfrm>
            <a:off x="15707252" y="205553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4" name="!!dot_24">
            <a:extLst>
              <a:ext uri="{FF2B5EF4-FFF2-40B4-BE49-F238E27FC236}">
                <a16:creationId xmlns:a16="http://schemas.microsoft.com/office/drawing/2014/main" id="{6AA62DEC-C26E-E992-7746-6F01FDB90D24}"/>
              </a:ext>
            </a:extLst>
          </p:cNvPr>
          <p:cNvSpPr/>
          <p:nvPr/>
        </p:nvSpPr>
        <p:spPr>
          <a:xfrm>
            <a:off x="14947354" y="294495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5" name="!!dot_25">
            <a:extLst>
              <a:ext uri="{FF2B5EF4-FFF2-40B4-BE49-F238E27FC236}">
                <a16:creationId xmlns:a16="http://schemas.microsoft.com/office/drawing/2014/main" id="{E50A7618-E6E3-7D3E-3C5C-CD52038C6868}"/>
              </a:ext>
            </a:extLst>
          </p:cNvPr>
          <p:cNvSpPr/>
          <p:nvPr/>
        </p:nvSpPr>
        <p:spPr>
          <a:xfrm>
            <a:off x="14895574" y="230227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6" name="!!dot_26">
            <a:extLst>
              <a:ext uri="{FF2B5EF4-FFF2-40B4-BE49-F238E27FC236}">
                <a16:creationId xmlns:a16="http://schemas.microsoft.com/office/drawing/2014/main" id="{588DF839-2CE3-6E3B-694F-DC036CDA1B24}"/>
              </a:ext>
            </a:extLst>
          </p:cNvPr>
          <p:cNvSpPr/>
          <p:nvPr/>
        </p:nvSpPr>
        <p:spPr>
          <a:xfrm>
            <a:off x="14711178" y="277070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7" name="!!dot_27">
            <a:extLst>
              <a:ext uri="{FF2B5EF4-FFF2-40B4-BE49-F238E27FC236}">
                <a16:creationId xmlns:a16="http://schemas.microsoft.com/office/drawing/2014/main" id="{BD4B3392-9F88-2E4B-8D0F-5025C1279C2B}"/>
              </a:ext>
            </a:extLst>
          </p:cNvPr>
          <p:cNvSpPr/>
          <p:nvPr/>
        </p:nvSpPr>
        <p:spPr>
          <a:xfrm>
            <a:off x="15325554" y="271344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8" name="!!dot_28">
            <a:extLst>
              <a:ext uri="{FF2B5EF4-FFF2-40B4-BE49-F238E27FC236}">
                <a16:creationId xmlns:a16="http://schemas.microsoft.com/office/drawing/2014/main" id="{E1E57E0B-F5DA-F29A-378E-4EC2347749FF}"/>
              </a:ext>
            </a:extLst>
          </p:cNvPr>
          <p:cNvSpPr/>
          <p:nvPr/>
        </p:nvSpPr>
        <p:spPr>
          <a:xfrm>
            <a:off x="14037273" y="324986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9" name="!!dot_29">
            <a:extLst>
              <a:ext uri="{FF2B5EF4-FFF2-40B4-BE49-F238E27FC236}">
                <a16:creationId xmlns:a16="http://schemas.microsoft.com/office/drawing/2014/main" id="{D0B47742-EDDF-6CC6-FA94-850354837355}"/>
              </a:ext>
            </a:extLst>
          </p:cNvPr>
          <p:cNvSpPr/>
          <p:nvPr/>
        </p:nvSpPr>
        <p:spPr>
          <a:xfrm>
            <a:off x="14578008" y="275124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0" name="!!dot_30">
            <a:extLst>
              <a:ext uri="{FF2B5EF4-FFF2-40B4-BE49-F238E27FC236}">
                <a16:creationId xmlns:a16="http://schemas.microsoft.com/office/drawing/2014/main" id="{D4AF6DB1-FBCB-80B0-CF7E-57C981E0C05E}"/>
              </a:ext>
            </a:extLst>
          </p:cNvPr>
          <p:cNvSpPr/>
          <p:nvPr/>
        </p:nvSpPr>
        <p:spPr>
          <a:xfrm>
            <a:off x="14564633" y="310739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1" name="!!dot_31">
            <a:extLst>
              <a:ext uri="{FF2B5EF4-FFF2-40B4-BE49-F238E27FC236}">
                <a16:creationId xmlns:a16="http://schemas.microsoft.com/office/drawing/2014/main" id="{AD52473A-DD9C-D223-B3BC-3C04020668F2}"/>
              </a:ext>
            </a:extLst>
          </p:cNvPr>
          <p:cNvSpPr/>
          <p:nvPr/>
        </p:nvSpPr>
        <p:spPr>
          <a:xfrm>
            <a:off x="14051017" y="331717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2" name="!!dot_32">
            <a:extLst>
              <a:ext uri="{FF2B5EF4-FFF2-40B4-BE49-F238E27FC236}">
                <a16:creationId xmlns:a16="http://schemas.microsoft.com/office/drawing/2014/main" id="{B16F4DC7-021C-95A3-C3AD-20A488EC18A9}"/>
              </a:ext>
            </a:extLst>
          </p:cNvPr>
          <p:cNvSpPr/>
          <p:nvPr/>
        </p:nvSpPr>
        <p:spPr>
          <a:xfrm>
            <a:off x="13965076" y="384445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3" name="!!dot_33">
            <a:extLst>
              <a:ext uri="{FF2B5EF4-FFF2-40B4-BE49-F238E27FC236}">
                <a16:creationId xmlns:a16="http://schemas.microsoft.com/office/drawing/2014/main" id="{42604F1F-B346-8303-D5AB-142F7FF5920F}"/>
              </a:ext>
            </a:extLst>
          </p:cNvPr>
          <p:cNvSpPr/>
          <p:nvPr/>
        </p:nvSpPr>
        <p:spPr>
          <a:xfrm>
            <a:off x="14593036" y="336032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4" name="!!dot_34">
            <a:extLst>
              <a:ext uri="{FF2B5EF4-FFF2-40B4-BE49-F238E27FC236}">
                <a16:creationId xmlns:a16="http://schemas.microsoft.com/office/drawing/2014/main" id="{B15E162C-9902-CB75-EE51-7FAD6A6CDE4C}"/>
              </a:ext>
            </a:extLst>
          </p:cNvPr>
          <p:cNvSpPr/>
          <p:nvPr/>
        </p:nvSpPr>
        <p:spPr>
          <a:xfrm>
            <a:off x="15286759" y="191498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5" name="!!dot_35">
            <a:extLst>
              <a:ext uri="{FF2B5EF4-FFF2-40B4-BE49-F238E27FC236}">
                <a16:creationId xmlns:a16="http://schemas.microsoft.com/office/drawing/2014/main" id="{037982F8-0009-AA0E-0AC9-BE5767E11501}"/>
              </a:ext>
            </a:extLst>
          </p:cNvPr>
          <p:cNvSpPr/>
          <p:nvPr/>
        </p:nvSpPr>
        <p:spPr>
          <a:xfrm>
            <a:off x="15149599" y="250266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6" name="!!dot_36">
            <a:extLst>
              <a:ext uri="{FF2B5EF4-FFF2-40B4-BE49-F238E27FC236}">
                <a16:creationId xmlns:a16="http://schemas.microsoft.com/office/drawing/2014/main" id="{4C647787-3C2E-4FBA-FFB6-05465930C7E7}"/>
              </a:ext>
            </a:extLst>
          </p:cNvPr>
          <p:cNvSpPr/>
          <p:nvPr/>
        </p:nvSpPr>
        <p:spPr>
          <a:xfrm>
            <a:off x="14027402" y="349017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7" name="!!dot_37">
            <a:extLst>
              <a:ext uri="{FF2B5EF4-FFF2-40B4-BE49-F238E27FC236}">
                <a16:creationId xmlns:a16="http://schemas.microsoft.com/office/drawing/2014/main" id="{7B5A165E-C981-B5D8-A6D8-96B6BA563290}"/>
              </a:ext>
            </a:extLst>
          </p:cNvPr>
          <p:cNvSpPr/>
          <p:nvPr/>
        </p:nvSpPr>
        <p:spPr>
          <a:xfrm>
            <a:off x="14264442" y="331019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8" name="!!dot_38">
            <a:extLst>
              <a:ext uri="{FF2B5EF4-FFF2-40B4-BE49-F238E27FC236}">
                <a16:creationId xmlns:a16="http://schemas.microsoft.com/office/drawing/2014/main" id="{70429869-C5FE-6625-AC56-89D9424AE190}"/>
              </a:ext>
            </a:extLst>
          </p:cNvPr>
          <p:cNvSpPr/>
          <p:nvPr/>
        </p:nvSpPr>
        <p:spPr>
          <a:xfrm>
            <a:off x="14354554" y="335294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9" name="!!dot_39">
            <a:extLst>
              <a:ext uri="{FF2B5EF4-FFF2-40B4-BE49-F238E27FC236}">
                <a16:creationId xmlns:a16="http://schemas.microsoft.com/office/drawing/2014/main" id="{807D1C14-A661-BB4A-81C8-3C6792867386}"/>
              </a:ext>
            </a:extLst>
          </p:cNvPr>
          <p:cNvSpPr/>
          <p:nvPr/>
        </p:nvSpPr>
        <p:spPr>
          <a:xfrm>
            <a:off x="14491344" y="302715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0" name="!!dot_40">
            <a:extLst>
              <a:ext uri="{FF2B5EF4-FFF2-40B4-BE49-F238E27FC236}">
                <a16:creationId xmlns:a16="http://schemas.microsoft.com/office/drawing/2014/main" id="{E56A157F-C91C-5EF5-B424-777C35C90235}"/>
              </a:ext>
            </a:extLst>
          </p:cNvPr>
          <p:cNvSpPr/>
          <p:nvPr/>
        </p:nvSpPr>
        <p:spPr>
          <a:xfrm>
            <a:off x="14584331" y="292382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1" name="!!dot_41">
            <a:extLst>
              <a:ext uri="{FF2B5EF4-FFF2-40B4-BE49-F238E27FC236}">
                <a16:creationId xmlns:a16="http://schemas.microsoft.com/office/drawing/2014/main" id="{FFF3718C-E26C-810E-BCBC-6E7D97426A66}"/>
              </a:ext>
            </a:extLst>
          </p:cNvPr>
          <p:cNvSpPr/>
          <p:nvPr/>
        </p:nvSpPr>
        <p:spPr>
          <a:xfrm>
            <a:off x="14358143" y="282909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2" name="!!dot_42">
            <a:extLst>
              <a:ext uri="{FF2B5EF4-FFF2-40B4-BE49-F238E27FC236}">
                <a16:creationId xmlns:a16="http://schemas.microsoft.com/office/drawing/2014/main" id="{AF731012-8704-0F25-017A-6BC0898EFC26}"/>
              </a:ext>
            </a:extLst>
          </p:cNvPr>
          <p:cNvSpPr/>
          <p:nvPr/>
        </p:nvSpPr>
        <p:spPr>
          <a:xfrm>
            <a:off x="14202110" y="314533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3" name="!!dot_43">
            <a:extLst>
              <a:ext uri="{FF2B5EF4-FFF2-40B4-BE49-F238E27FC236}">
                <a16:creationId xmlns:a16="http://schemas.microsoft.com/office/drawing/2014/main" id="{A29D87C7-28E7-EBEF-CEB9-6EA7175D75A0}"/>
              </a:ext>
            </a:extLst>
          </p:cNvPr>
          <p:cNvSpPr/>
          <p:nvPr/>
        </p:nvSpPr>
        <p:spPr>
          <a:xfrm>
            <a:off x="15084405" y="289026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4" name="!!dot_44">
            <a:extLst>
              <a:ext uri="{FF2B5EF4-FFF2-40B4-BE49-F238E27FC236}">
                <a16:creationId xmlns:a16="http://schemas.microsoft.com/office/drawing/2014/main" id="{171D0822-8004-881E-6923-5519FA4F5849}"/>
              </a:ext>
            </a:extLst>
          </p:cNvPr>
          <p:cNvSpPr/>
          <p:nvPr/>
        </p:nvSpPr>
        <p:spPr>
          <a:xfrm>
            <a:off x="14069224" y="308660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5" name="!!dot_45">
            <a:extLst>
              <a:ext uri="{FF2B5EF4-FFF2-40B4-BE49-F238E27FC236}">
                <a16:creationId xmlns:a16="http://schemas.microsoft.com/office/drawing/2014/main" id="{CB1764E0-917C-EC29-80F9-D707BBA90660}"/>
              </a:ext>
            </a:extLst>
          </p:cNvPr>
          <p:cNvSpPr/>
          <p:nvPr/>
        </p:nvSpPr>
        <p:spPr>
          <a:xfrm>
            <a:off x="14982700" y="2853318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6" name="!!dot_46">
            <a:extLst>
              <a:ext uri="{FF2B5EF4-FFF2-40B4-BE49-F238E27FC236}">
                <a16:creationId xmlns:a16="http://schemas.microsoft.com/office/drawing/2014/main" id="{AC1358F5-91D5-5A49-6FE0-DBA0508BF57A}"/>
              </a:ext>
            </a:extLst>
          </p:cNvPr>
          <p:cNvSpPr/>
          <p:nvPr/>
        </p:nvSpPr>
        <p:spPr>
          <a:xfrm>
            <a:off x="14442947" y="322148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7" name="!!dot_47">
            <a:extLst>
              <a:ext uri="{FF2B5EF4-FFF2-40B4-BE49-F238E27FC236}">
                <a16:creationId xmlns:a16="http://schemas.microsoft.com/office/drawing/2014/main" id="{EFB30B65-FDF8-FCA9-C173-7839213DF753}"/>
              </a:ext>
            </a:extLst>
          </p:cNvPr>
          <p:cNvSpPr/>
          <p:nvPr/>
        </p:nvSpPr>
        <p:spPr>
          <a:xfrm>
            <a:off x="14771908" y="304362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8" name="!!dot_48">
            <a:extLst>
              <a:ext uri="{FF2B5EF4-FFF2-40B4-BE49-F238E27FC236}">
                <a16:creationId xmlns:a16="http://schemas.microsoft.com/office/drawing/2014/main" id="{F5885199-7BC3-DE7C-76DD-963AFCD5A1A4}"/>
              </a:ext>
            </a:extLst>
          </p:cNvPr>
          <p:cNvSpPr/>
          <p:nvPr/>
        </p:nvSpPr>
        <p:spPr>
          <a:xfrm>
            <a:off x="14821761" y="292593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9" name="!!dot_49">
            <a:extLst>
              <a:ext uri="{FF2B5EF4-FFF2-40B4-BE49-F238E27FC236}">
                <a16:creationId xmlns:a16="http://schemas.microsoft.com/office/drawing/2014/main" id="{3B8C1EAF-FFE1-77AD-1560-44ECCA2E2968}"/>
              </a:ext>
            </a:extLst>
          </p:cNvPr>
          <p:cNvSpPr/>
          <p:nvPr/>
        </p:nvSpPr>
        <p:spPr>
          <a:xfrm>
            <a:off x="14268559" y="304019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0" name="!!dot_50">
            <a:extLst>
              <a:ext uri="{FF2B5EF4-FFF2-40B4-BE49-F238E27FC236}">
                <a16:creationId xmlns:a16="http://schemas.microsoft.com/office/drawing/2014/main" id="{3ECCEC82-627B-E7D8-3622-EE76F39114E8}"/>
              </a:ext>
            </a:extLst>
          </p:cNvPr>
          <p:cNvSpPr/>
          <p:nvPr/>
        </p:nvSpPr>
        <p:spPr>
          <a:xfrm>
            <a:off x="14562032" y="314609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1" name="!!dot_51">
            <a:extLst>
              <a:ext uri="{FF2B5EF4-FFF2-40B4-BE49-F238E27FC236}">
                <a16:creationId xmlns:a16="http://schemas.microsoft.com/office/drawing/2014/main" id="{8D2C117F-1FF3-111A-D09D-7FBB3C3AED1E}"/>
              </a:ext>
            </a:extLst>
          </p:cNvPr>
          <p:cNvSpPr/>
          <p:nvPr/>
        </p:nvSpPr>
        <p:spPr>
          <a:xfrm>
            <a:off x="14626431" y="280237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2" name="!!dot_52">
            <a:extLst>
              <a:ext uri="{FF2B5EF4-FFF2-40B4-BE49-F238E27FC236}">
                <a16:creationId xmlns:a16="http://schemas.microsoft.com/office/drawing/2014/main" id="{77E1C111-81F4-8244-1D65-CAC95043C44A}"/>
              </a:ext>
            </a:extLst>
          </p:cNvPr>
          <p:cNvSpPr/>
          <p:nvPr/>
        </p:nvSpPr>
        <p:spPr>
          <a:xfrm>
            <a:off x="15223705" y="293166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!!dot_53">
            <a:extLst>
              <a:ext uri="{FF2B5EF4-FFF2-40B4-BE49-F238E27FC236}">
                <a16:creationId xmlns:a16="http://schemas.microsoft.com/office/drawing/2014/main" id="{A75D4E33-6C94-9B19-B203-D905CD793AA7}"/>
              </a:ext>
            </a:extLst>
          </p:cNvPr>
          <p:cNvSpPr/>
          <p:nvPr/>
        </p:nvSpPr>
        <p:spPr>
          <a:xfrm>
            <a:off x="14481392" y="3238681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4" name="!!dot_54">
            <a:extLst>
              <a:ext uri="{FF2B5EF4-FFF2-40B4-BE49-F238E27FC236}">
                <a16:creationId xmlns:a16="http://schemas.microsoft.com/office/drawing/2014/main" id="{9357B6D7-0D83-15EF-D8AC-46C2D664EB43}"/>
              </a:ext>
            </a:extLst>
          </p:cNvPr>
          <p:cNvSpPr/>
          <p:nvPr/>
        </p:nvSpPr>
        <p:spPr>
          <a:xfrm>
            <a:off x="14382959" y="320736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5" name="!!dot_55">
            <a:extLst>
              <a:ext uri="{FF2B5EF4-FFF2-40B4-BE49-F238E27FC236}">
                <a16:creationId xmlns:a16="http://schemas.microsoft.com/office/drawing/2014/main" id="{7BC607AC-76A4-0B95-C69D-62F32F83C716}"/>
              </a:ext>
            </a:extLst>
          </p:cNvPr>
          <p:cNvSpPr/>
          <p:nvPr/>
        </p:nvSpPr>
        <p:spPr>
          <a:xfrm>
            <a:off x="14374048" y="3271570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6" name="!!dot_56">
            <a:extLst>
              <a:ext uri="{FF2B5EF4-FFF2-40B4-BE49-F238E27FC236}">
                <a16:creationId xmlns:a16="http://schemas.microsoft.com/office/drawing/2014/main" id="{0D4D82B2-F430-03DF-C303-80D5E44A11B4}"/>
              </a:ext>
            </a:extLst>
          </p:cNvPr>
          <p:cNvSpPr/>
          <p:nvPr/>
        </p:nvSpPr>
        <p:spPr>
          <a:xfrm>
            <a:off x="14171568" y="310045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7" name="!!dot_57">
            <a:extLst>
              <a:ext uri="{FF2B5EF4-FFF2-40B4-BE49-F238E27FC236}">
                <a16:creationId xmlns:a16="http://schemas.microsoft.com/office/drawing/2014/main" id="{5293D880-A4E6-97FD-CABB-C448D71FEEC1}"/>
              </a:ext>
            </a:extLst>
          </p:cNvPr>
          <p:cNvSpPr/>
          <p:nvPr/>
        </p:nvSpPr>
        <p:spPr>
          <a:xfrm>
            <a:off x="14660847" y="308419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8" name="!!dot_58">
            <a:extLst>
              <a:ext uri="{FF2B5EF4-FFF2-40B4-BE49-F238E27FC236}">
                <a16:creationId xmlns:a16="http://schemas.microsoft.com/office/drawing/2014/main" id="{E3346BA6-022F-07B9-283A-F4C862BA466C}"/>
              </a:ext>
            </a:extLst>
          </p:cNvPr>
          <p:cNvSpPr/>
          <p:nvPr/>
        </p:nvSpPr>
        <p:spPr>
          <a:xfrm>
            <a:off x="14269047" y="318187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9" name="!!dot_59">
            <a:extLst>
              <a:ext uri="{FF2B5EF4-FFF2-40B4-BE49-F238E27FC236}">
                <a16:creationId xmlns:a16="http://schemas.microsoft.com/office/drawing/2014/main" id="{54AA94BE-01BC-51BB-A0C6-ABCF0DF67340}"/>
              </a:ext>
            </a:extLst>
          </p:cNvPr>
          <p:cNvSpPr/>
          <p:nvPr/>
        </p:nvSpPr>
        <p:spPr>
          <a:xfrm>
            <a:off x="14942602" y="317253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0" name="!!dot_60">
            <a:extLst>
              <a:ext uri="{FF2B5EF4-FFF2-40B4-BE49-F238E27FC236}">
                <a16:creationId xmlns:a16="http://schemas.microsoft.com/office/drawing/2014/main" id="{18A4EFDF-6F2F-BB8C-5CAD-0D8A6E3AC103}"/>
              </a:ext>
            </a:extLst>
          </p:cNvPr>
          <p:cNvSpPr/>
          <p:nvPr/>
        </p:nvSpPr>
        <p:spPr>
          <a:xfrm>
            <a:off x="14531013" y="314499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1" name="!!dot_61">
            <a:extLst>
              <a:ext uri="{FF2B5EF4-FFF2-40B4-BE49-F238E27FC236}">
                <a16:creationId xmlns:a16="http://schemas.microsoft.com/office/drawing/2014/main" id="{05C118AC-08DF-F622-96CA-E64D33E5AF82}"/>
              </a:ext>
            </a:extLst>
          </p:cNvPr>
          <p:cNvSpPr/>
          <p:nvPr/>
        </p:nvSpPr>
        <p:spPr>
          <a:xfrm>
            <a:off x="14752908" y="270404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2" name="!!dot_62">
            <a:extLst>
              <a:ext uri="{FF2B5EF4-FFF2-40B4-BE49-F238E27FC236}">
                <a16:creationId xmlns:a16="http://schemas.microsoft.com/office/drawing/2014/main" id="{6A12E93C-F254-06BE-EAD2-0FCC2C14C0F8}"/>
              </a:ext>
            </a:extLst>
          </p:cNvPr>
          <p:cNvSpPr/>
          <p:nvPr/>
        </p:nvSpPr>
        <p:spPr>
          <a:xfrm>
            <a:off x="14607199" y="2462205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3" name="!!dot_63">
            <a:extLst>
              <a:ext uri="{FF2B5EF4-FFF2-40B4-BE49-F238E27FC236}">
                <a16:creationId xmlns:a16="http://schemas.microsoft.com/office/drawing/2014/main" id="{7233AAED-F249-DA25-D7DF-AAB896EE1B5D}"/>
              </a:ext>
            </a:extLst>
          </p:cNvPr>
          <p:cNvSpPr/>
          <p:nvPr/>
        </p:nvSpPr>
        <p:spPr>
          <a:xfrm>
            <a:off x="14574692" y="3035909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4" name="!!dot_64">
            <a:extLst>
              <a:ext uri="{FF2B5EF4-FFF2-40B4-BE49-F238E27FC236}">
                <a16:creationId xmlns:a16="http://schemas.microsoft.com/office/drawing/2014/main" id="{ED2E9BAF-455B-29D2-1974-DCC696DD5482}"/>
              </a:ext>
            </a:extLst>
          </p:cNvPr>
          <p:cNvSpPr/>
          <p:nvPr/>
        </p:nvSpPr>
        <p:spPr>
          <a:xfrm>
            <a:off x="14548292" y="3676996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5" name="!!dot_65">
            <a:extLst>
              <a:ext uri="{FF2B5EF4-FFF2-40B4-BE49-F238E27FC236}">
                <a16:creationId xmlns:a16="http://schemas.microsoft.com/office/drawing/2014/main" id="{5232AA63-2D9C-CA9C-EC28-D0DD2D021BF0}"/>
              </a:ext>
            </a:extLst>
          </p:cNvPr>
          <p:cNvSpPr/>
          <p:nvPr/>
        </p:nvSpPr>
        <p:spPr>
          <a:xfrm>
            <a:off x="14660759" y="3407774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6" name="!!dot_66">
            <a:extLst>
              <a:ext uri="{FF2B5EF4-FFF2-40B4-BE49-F238E27FC236}">
                <a16:creationId xmlns:a16="http://schemas.microsoft.com/office/drawing/2014/main" id="{35C8D74C-60DE-64E1-4BF2-09CC80ED7CFE}"/>
              </a:ext>
            </a:extLst>
          </p:cNvPr>
          <p:cNvSpPr/>
          <p:nvPr/>
        </p:nvSpPr>
        <p:spPr>
          <a:xfrm>
            <a:off x="14504564" y="352900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7" name="!!dot_67">
            <a:extLst>
              <a:ext uri="{FF2B5EF4-FFF2-40B4-BE49-F238E27FC236}">
                <a16:creationId xmlns:a16="http://schemas.microsoft.com/office/drawing/2014/main" id="{66B9A4C6-27D7-6A54-AD0D-299FB5800F0D}"/>
              </a:ext>
            </a:extLst>
          </p:cNvPr>
          <p:cNvSpPr/>
          <p:nvPr/>
        </p:nvSpPr>
        <p:spPr>
          <a:xfrm>
            <a:off x="13821992" y="3969942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8" name="!!dot_68">
            <a:extLst>
              <a:ext uri="{FF2B5EF4-FFF2-40B4-BE49-F238E27FC236}">
                <a16:creationId xmlns:a16="http://schemas.microsoft.com/office/drawing/2014/main" id="{13DD2631-CC8C-7279-709C-556C9C880894}"/>
              </a:ext>
            </a:extLst>
          </p:cNvPr>
          <p:cNvSpPr/>
          <p:nvPr/>
        </p:nvSpPr>
        <p:spPr>
          <a:xfrm>
            <a:off x="14692607" y="3075943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9" name="!!dot_69">
            <a:extLst>
              <a:ext uri="{FF2B5EF4-FFF2-40B4-BE49-F238E27FC236}">
                <a16:creationId xmlns:a16="http://schemas.microsoft.com/office/drawing/2014/main" id="{287CA970-1FE3-B341-789A-B025970122C9}"/>
              </a:ext>
            </a:extLst>
          </p:cNvPr>
          <p:cNvSpPr/>
          <p:nvPr/>
        </p:nvSpPr>
        <p:spPr>
          <a:xfrm>
            <a:off x="14812410" y="2930197"/>
            <a:ext cx="43349" cy="41609"/>
          </a:xfrm>
          <a:prstGeom prst="ellipse">
            <a:avLst/>
          </a:prstGeom>
          <a:solidFill>
            <a:srgbClr val="94A3B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0" name="Shape 81">
            <a:extLst>
              <a:ext uri="{FF2B5EF4-FFF2-40B4-BE49-F238E27FC236}">
                <a16:creationId xmlns:a16="http://schemas.microsoft.com/office/drawing/2014/main" id="{A34B854E-090C-CA80-5844-9167EAA9945A}"/>
              </a:ext>
            </a:extLst>
          </p:cNvPr>
          <p:cNvSpPr/>
          <p:nvPr/>
        </p:nvSpPr>
        <p:spPr>
          <a:xfrm>
            <a:off x="14646447" y="3018660"/>
            <a:ext cx="711136" cy="482496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82">
            <a:extLst>
              <a:ext uri="{FF2B5EF4-FFF2-40B4-BE49-F238E27FC236}">
                <a16:creationId xmlns:a16="http://schemas.microsoft.com/office/drawing/2014/main" id="{0AE9365F-CD9C-E659-2D97-2262839459B5}"/>
              </a:ext>
            </a:extLst>
          </p:cNvPr>
          <p:cNvSpPr/>
          <p:nvPr/>
        </p:nvSpPr>
        <p:spPr>
          <a:xfrm>
            <a:off x="14646447" y="3018660"/>
            <a:ext cx="794639" cy="272200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83">
            <a:extLst>
              <a:ext uri="{FF2B5EF4-FFF2-40B4-BE49-F238E27FC236}">
                <a16:creationId xmlns:a16="http://schemas.microsoft.com/office/drawing/2014/main" id="{FFEE9222-C0D6-9285-F245-6EB81087C916}"/>
              </a:ext>
            </a:extLst>
          </p:cNvPr>
          <p:cNvSpPr/>
          <p:nvPr/>
        </p:nvSpPr>
        <p:spPr>
          <a:xfrm flipV="1">
            <a:off x="14646447" y="2822143"/>
            <a:ext cx="893443" cy="196515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84">
            <a:extLst>
              <a:ext uri="{FF2B5EF4-FFF2-40B4-BE49-F238E27FC236}">
                <a16:creationId xmlns:a16="http://schemas.microsoft.com/office/drawing/2014/main" id="{E099BFD9-038B-4728-95BA-D679FC89E193}"/>
              </a:ext>
            </a:extLst>
          </p:cNvPr>
          <p:cNvSpPr/>
          <p:nvPr/>
        </p:nvSpPr>
        <p:spPr>
          <a:xfrm flipV="1">
            <a:off x="14646448" y="2574094"/>
            <a:ext cx="843174" cy="444565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85">
            <a:extLst>
              <a:ext uri="{FF2B5EF4-FFF2-40B4-BE49-F238E27FC236}">
                <a16:creationId xmlns:a16="http://schemas.microsoft.com/office/drawing/2014/main" id="{2961C9A2-5FAE-67EB-EADD-9BAE3BC40EA7}"/>
              </a:ext>
            </a:extLst>
          </p:cNvPr>
          <p:cNvSpPr/>
          <p:nvPr/>
        </p:nvSpPr>
        <p:spPr>
          <a:xfrm flipV="1">
            <a:off x="14646447" y="2485045"/>
            <a:ext cx="765170" cy="533614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86">
            <a:extLst>
              <a:ext uri="{FF2B5EF4-FFF2-40B4-BE49-F238E27FC236}">
                <a16:creationId xmlns:a16="http://schemas.microsoft.com/office/drawing/2014/main" id="{0B9DFA7E-133F-A176-7AED-77429F9962E8}"/>
              </a:ext>
            </a:extLst>
          </p:cNvPr>
          <p:cNvSpPr/>
          <p:nvPr/>
        </p:nvSpPr>
        <p:spPr>
          <a:xfrm flipV="1">
            <a:off x="14646447" y="2323215"/>
            <a:ext cx="607950" cy="695445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87">
            <a:extLst>
              <a:ext uri="{FF2B5EF4-FFF2-40B4-BE49-F238E27FC236}">
                <a16:creationId xmlns:a16="http://schemas.microsoft.com/office/drawing/2014/main" id="{40D73EDA-E74A-8098-2C5F-3F0201050AEC}"/>
              </a:ext>
            </a:extLst>
          </p:cNvPr>
          <p:cNvSpPr/>
          <p:nvPr/>
        </p:nvSpPr>
        <p:spPr>
          <a:xfrm rot="5400000" flipV="1">
            <a:off x="14572683" y="3107155"/>
            <a:ext cx="627897" cy="449649"/>
          </a:xfrm>
          <a:prstGeom prst="line">
            <a:avLst/>
          </a:prstGeom>
          <a:noFill/>
          <a:ln w="12700">
            <a:solidFill>
              <a:srgbClr val="F5A62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88">
            <a:extLst>
              <a:ext uri="{FF2B5EF4-FFF2-40B4-BE49-F238E27FC236}">
                <a16:creationId xmlns:a16="http://schemas.microsoft.com/office/drawing/2014/main" id="{90D7CAFA-6564-E204-B8E1-250F7592C6D6}"/>
              </a:ext>
            </a:extLst>
          </p:cNvPr>
          <p:cNvSpPr/>
          <p:nvPr/>
        </p:nvSpPr>
        <p:spPr>
          <a:xfrm flipV="1">
            <a:off x="14646447" y="2349973"/>
            <a:ext cx="696649" cy="668687"/>
          </a:xfrm>
          <a:prstGeom prst="line">
            <a:avLst/>
          </a:prstGeom>
          <a:noFill/>
          <a:ln w="4064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8" name="Text 89">
            <a:extLst>
              <a:ext uri="{FF2B5EF4-FFF2-40B4-BE49-F238E27FC236}">
                <a16:creationId xmlns:a16="http://schemas.microsoft.com/office/drawing/2014/main" id="{7BFF5D83-CE95-02B3-986C-3D217E0EF9C7}"/>
              </a:ext>
            </a:extLst>
          </p:cNvPr>
          <p:cNvSpPr/>
          <p:nvPr/>
        </p:nvSpPr>
        <p:spPr>
          <a:xfrm>
            <a:off x="15362800" y="2198667"/>
            <a:ext cx="472901" cy="11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v₁ (PC1)</a:t>
            </a:r>
            <a:endParaRPr lang="en-US" sz="700" dirty="0"/>
          </a:p>
        </p:txBody>
      </p:sp>
      <p:sp>
        <p:nvSpPr>
          <p:cNvPr id="369" name="Shape 88">
            <a:extLst>
              <a:ext uri="{FF2B5EF4-FFF2-40B4-BE49-F238E27FC236}">
                <a16:creationId xmlns:a16="http://schemas.microsoft.com/office/drawing/2014/main" id="{C350C754-49A4-2690-DC8B-13550433A07B}"/>
              </a:ext>
            </a:extLst>
          </p:cNvPr>
          <p:cNvSpPr/>
          <p:nvPr/>
        </p:nvSpPr>
        <p:spPr>
          <a:xfrm rot="5400000" flipV="1">
            <a:off x="14638511" y="3005428"/>
            <a:ext cx="696649" cy="668687"/>
          </a:xfrm>
          <a:prstGeom prst="line">
            <a:avLst/>
          </a:prstGeom>
          <a:noFill/>
          <a:ln w="4064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0" name="Text 89">
            <a:extLst>
              <a:ext uri="{FF2B5EF4-FFF2-40B4-BE49-F238E27FC236}">
                <a16:creationId xmlns:a16="http://schemas.microsoft.com/office/drawing/2014/main" id="{39DE7B14-1982-A140-C788-BD8224DFA5CF}"/>
              </a:ext>
            </a:extLst>
          </p:cNvPr>
          <p:cNvSpPr/>
          <p:nvPr/>
        </p:nvSpPr>
        <p:spPr>
          <a:xfrm>
            <a:off x="15355799" y="3627935"/>
            <a:ext cx="472901" cy="11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r>
              <a:rPr lang="en-US" sz="700" b="1" baseline="-25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7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(PC2)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animBg="1"/>
      <p:bldP spid="37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51269-F084-3745-B6D1-1DE36BDD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272BEC7C-0E52-A1AD-E3DD-7C2EA3DFBD6C}"/>
              </a:ext>
            </a:extLst>
          </p:cNvPr>
          <p:cNvSpPr/>
          <p:nvPr/>
        </p:nvSpPr>
        <p:spPr>
          <a:xfrm>
            <a:off x="6236275" y="1783080"/>
            <a:ext cx="2724845" cy="2529843"/>
          </a:xfrm>
          <a:prstGeom prst="roundRect">
            <a:avLst>
              <a:gd name="adj" fmla="val 2957"/>
            </a:avLst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CE65EC9A-A2FA-AF90-7AB3-9421E9976E49}"/>
              </a:ext>
            </a:extLst>
          </p:cNvPr>
          <p:cNvSpPr/>
          <p:nvPr/>
        </p:nvSpPr>
        <p:spPr>
          <a:xfrm>
            <a:off x="3360487" y="1783080"/>
            <a:ext cx="2724845" cy="2529843"/>
          </a:xfrm>
          <a:prstGeom prst="roundRect">
            <a:avLst>
              <a:gd name="adj" fmla="val 2127"/>
            </a:avLst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610F4E3-2B4A-C624-9B73-83D467A11174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7BCC69-978B-4BB0-216C-6631E1A87B22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5C7125-B75D-58B2-DC74-09F4EC5AA396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36D6A3-B8A0-AE19-97C6-8373DE6805DF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199FF9D-C163-E662-C42E-4B724F93FC04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FB97B32-6F48-00D0-A9BA-EE6309C91ED9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229AC6-BB58-AA4B-ECDE-119FE701D950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DF13E15-8143-0E8A-7C5E-5D9325C4B816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5245D28-A8E5-7C47-2CAA-F99E9525D1D1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80F870C-AFB7-4EA5-17D1-B8A689C897A6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8F446F9-0626-C070-16C6-C3A354B0B211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A3BE3E3-59B4-00F2-065E-9219846F6A3C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9BFA765-A303-84ED-9235-07F349B54038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A90F295-5B92-9277-8BD4-A7AB337BF28D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D0395AB-FCB9-C876-CC84-4FBAE807C641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51A7D88-BC75-AF8F-37D4-3D4D90265566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3E380D8-4535-D63D-4ADD-698397B99A31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852FD57-7653-58B4-2E1A-6CA58DA87917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BA7B104-F84F-CD1C-8611-D2BC724E0B58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CCAC6BB-1337-71B7-3B21-C85F3BE76DDE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5B23B62-81BB-3047-CD60-DF246396745C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39C5CD4-6F71-70DA-7328-A4DA79C60A0E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AE697DF-0D26-D26F-A6E3-44B32EC0AB03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8BDA3D3-E5FE-1960-FA80-ED8687EFE18F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7029A4D-F8F9-906C-C812-2E3B1DC983A4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A3E4213-FC21-12AC-E01C-EC77A7A5D77D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F5B13B9-BEB6-936A-9E75-2D5B48CD5B08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73F3619-9536-7734-334F-39CCCBF80B7A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295A00F-92A1-2A1B-6927-11EEA8401DFB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27ECD24-A21C-826B-BD60-5E75F8F7BF38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0FA049B-30F6-1208-6B21-D41764DEF448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1DE8BFA9-9DAC-E5D7-9CF1-AF0DBCF10401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A16A8C2-346B-A6C3-601D-8313A6318267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1F733C6-2BB5-29E9-E3CF-AB75A60026DE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770E962-A3FE-1AC5-C78B-E33929CD10C1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9F80A77-8FA7-B6AA-5D23-9549370B2C7C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A80E9EC-4EC4-65D7-88FA-3752147C4FB2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FD67077-EEA2-B116-F94E-9DD019D6F5E2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FEFF9C7C-52C2-5DD4-D6C5-9AB8719A374F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DC263A8-DC6E-0064-D7AF-67021FCC98D2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1F31B49-1555-56D2-7F68-0A73F949A8B9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4F6275F-3F9E-3DAF-01CB-B89E0BF2CE0C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BC122DDA-9441-638D-485A-E0788FD34861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A5E18734-F093-9F46-71F1-0F8CDD341335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B482EF7-08D5-A1D8-AF6A-120F1B9B4DBD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2477AF32-A0AD-AF42-F6D2-906F0EEC399E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04FC58CD-65E5-8D76-EED1-76126EE38026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E23486E3-5E98-B619-FE75-A415EC56C398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F879DB7C-6FED-2125-D59F-4D0EAF4775E3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1A5E2E34-BC06-A117-F154-4E71F1FB5F62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48FBA52-A0FC-FCBF-B53B-C0B227E3704F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DD115590-C3CC-9C05-3BAB-DBC4D4BFC08A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82CA52FC-89D8-FF7F-60D3-57C75A278C3C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8E5F255-BCF1-A047-C621-0AA3A93C16AF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5425B4F-6F43-7BC9-2372-E1B66D73B540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010A70C-13D7-7439-6F01-F4C455A44319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DE2A7F20-E5CA-B42A-5A15-0511BAD82C05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D9027F7B-901B-C147-F567-8BBD55A1AB7C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321F5FB-1EE8-9DAD-FE4F-46B5864A3242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99F0670-B38C-9662-1D07-AD907B8BFAE7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C7715230-BC9D-E88E-E958-A12B81D8AF87}"/>
              </a:ext>
            </a:extLst>
          </p:cNvPr>
          <p:cNvSpPr/>
          <p:nvPr/>
        </p:nvSpPr>
        <p:spPr>
          <a:xfrm>
            <a:off x="7776400" y="945897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6695B20-17D4-EF00-F52F-29D5010CC74E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93DC4F55-B4D1-65DF-824C-3AC78255788D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F66904DE-F33C-8C3F-5A67-B3AD8993CDE2}"/>
              </a:ext>
            </a:extLst>
          </p:cNvPr>
          <p:cNvSpPr/>
          <p:nvPr/>
        </p:nvSpPr>
        <p:spPr>
          <a:xfrm>
            <a:off x="428999" y="64305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results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F2264338-674A-E9D0-266C-6F575078164E}"/>
              </a:ext>
            </a:extLst>
          </p:cNvPr>
          <p:cNvSpPr/>
          <p:nvPr/>
        </p:nvSpPr>
        <p:spPr>
          <a:xfrm>
            <a:off x="-1895457" y="3947163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2BEC27DD-64DF-FE4E-41D7-F96CC94A72DA}"/>
              </a:ext>
            </a:extLst>
          </p:cNvPr>
          <p:cNvSpPr/>
          <p:nvPr/>
        </p:nvSpPr>
        <p:spPr>
          <a:xfrm>
            <a:off x="-1895458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6F759362-C8C6-332D-B0EF-760B318CAE03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  12</a:t>
            </a:r>
            <a:endParaRPr lang="en-US" sz="1000" dirty="0"/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95EAD493-8858-0F8C-B14B-404CA1390634}"/>
              </a:ext>
            </a:extLst>
          </p:cNvPr>
          <p:cNvSpPr/>
          <p:nvPr/>
        </p:nvSpPr>
        <p:spPr>
          <a:xfrm>
            <a:off x="3479292" y="363965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before PCA showing unstructured distribution across features</a:t>
            </a:r>
            <a:endParaRPr lang="en-US" sz="950" dirty="0"/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FA72E7DB-E076-4EA8-D265-7F05E9D248E1}"/>
              </a:ext>
            </a:extLst>
          </p:cNvPr>
          <p:cNvSpPr/>
          <p:nvPr/>
        </p:nvSpPr>
        <p:spPr>
          <a:xfrm>
            <a:off x="6359652" y="363965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projected onto the first two principal components using manual PCA implementation</a:t>
            </a:r>
            <a:endParaRPr lang="en-US" sz="950" dirty="0"/>
          </a:p>
        </p:txBody>
      </p:sp>
      <p:sp>
        <p:nvSpPr>
          <p:cNvPr id="75" name="Shape 4">
            <a:extLst>
              <a:ext uri="{FF2B5EF4-FFF2-40B4-BE49-F238E27FC236}">
                <a16:creationId xmlns:a16="http://schemas.microsoft.com/office/drawing/2014/main" id="{E6C02E85-C15B-8E21-9003-6D46F5AFAFA2}"/>
              </a:ext>
            </a:extLst>
          </p:cNvPr>
          <p:cNvSpPr/>
          <p:nvPr/>
        </p:nvSpPr>
        <p:spPr>
          <a:xfrm>
            <a:off x="645784" y="2147651"/>
            <a:ext cx="215525" cy="228601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FB792AB6-0797-E2C4-AC99-8B5D732C9073}"/>
              </a:ext>
            </a:extLst>
          </p:cNvPr>
          <p:cNvSpPr/>
          <p:nvPr/>
        </p:nvSpPr>
        <p:spPr>
          <a:xfrm>
            <a:off x="1013618" y="202616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to 2D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6E7EF5EA-0598-855E-CD53-6F7E134F29DF}"/>
              </a:ext>
            </a:extLst>
          </p:cNvPr>
          <p:cNvSpPr/>
          <p:nvPr/>
        </p:nvSpPr>
        <p:spPr>
          <a:xfrm>
            <a:off x="645784" y="2924891"/>
            <a:ext cx="215525" cy="228601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6F12BA92-81B1-6A59-717A-A0F800A70EE2}"/>
              </a:ext>
            </a:extLst>
          </p:cNvPr>
          <p:cNvSpPr/>
          <p:nvPr/>
        </p:nvSpPr>
        <p:spPr>
          <a:xfrm>
            <a:off x="1013618" y="280340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preserved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1" name="Shape 8">
            <a:extLst>
              <a:ext uri="{FF2B5EF4-FFF2-40B4-BE49-F238E27FC236}">
                <a16:creationId xmlns:a16="http://schemas.microsoft.com/office/drawing/2014/main" id="{F3F7B81C-CB25-FCDA-ED6D-9C3AF3688569}"/>
              </a:ext>
            </a:extLst>
          </p:cNvPr>
          <p:cNvSpPr/>
          <p:nvPr/>
        </p:nvSpPr>
        <p:spPr>
          <a:xfrm>
            <a:off x="645784" y="3702131"/>
            <a:ext cx="215525" cy="228601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9">
            <a:extLst>
              <a:ext uri="{FF2B5EF4-FFF2-40B4-BE49-F238E27FC236}">
                <a16:creationId xmlns:a16="http://schemas.microsoft.com/office/drawing/2014/main" id="{60F31BFC-4BCE-7FAF-B1BD-E30143820235}"/>
              </a:ext>
            </a:extLst>
          </p:cNvPr>
          <p:cNvSpPr/>
          <p:nvPr/>
        </p:nvSpPr>
        <p:spPr>
          <a:xfrm>
            <a:off x="1013618" y="358064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reduced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6C38AF-EC0D-76B5-BA5D-48FD5C79C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526" y="1851855"/>
            <a:ext cx="2558486" cy="169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7A41EC9-19E8-7AF1-D3CB-BF53B539E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646" y="1840251"/>
            <a:ext cx="2519172" cy="166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606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93164-99DD-1203-E1CC-DAC78B89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EFE2F1-3CB4-C60E-C3C0-9A328F4884A6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D47A9B-AEF5-D1DB-31A2-8E8DD1C876A2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291FA3-FCC6-D134-46F4-0571F3CEC0E6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8D60E7A-962A-4334-0576-596A788BB78D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07C403-FE72-39F3-1138-43AEF3B32E03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7E59E4B-CFF4-C031-255F-CC1C8676B20D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B03E5C2-CCA6-50D3-87C3-33C90978E2B1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1C96A74-A233-F671-5399-1B90515805FF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EFD8B39-5B46-C1E7-F39D-FC49102734D3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993F086-6C10-06D4-B45B-10A61C1598EB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47B4F0C-7E94-D64D-8531-89D44677897B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C0E4C1A-437F-CA93-3C04-661F6372CD1C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079A3D6-3255-07C0-1332-D70916267C47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0D70D83-D067-82C2-1F7A-4A60E1CB66F8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26BE252-1F21-BD75-A65D-FE8517E995CC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A6613CE-A840-2F5F-5D91-39058C8B93BA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9AD3811-6C9A-2505-EBBA-02B7EDA9A581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96AA181-7443-0669-7CAF-C9C23A79422A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B4490EB-366E-B7A4-5A89-8FF3503F2088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24AA383-08A1-DA01-8BB1-7B36EF639014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927B82C-B0B2-CB73-58EC-BE8142926794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0725123-F731-E113-90AC-0624DE702D3C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6A4D46B-5C77-82C2-39B3-F5A740719606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05F1E28-CB1E-0A2A-8089-1BDDC46AA195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B647B03-4112-AB61-EAE0-2203E2ADB1A8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33A70A0-C865-69B8-B7E1-C862F05687F2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5C14857-1DF1-BE0D-7083-29E18817F14F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DBF1F48-23F4-C7B9-F952-9F9F4A4FBDC0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A1EE4E0-B893-33A9-F7C0-32483D67D8C6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26672A9-7655-9F9F-B65D-468EFD20DF35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84793BF-FF07-2562-2521-2F22EEB4A570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A2AD491-3064-0DF3-69D8-5577DB9A190A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61654C5-5E86-2060-8B82-95A3DC0EE013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BA9992B-65F8-9788-BE57-3C823757CD51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61CF2F8-14DF-12BD-27D1-A65C165DBA93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7F3D3376-3757-9A3A-D895-2EFA12B6ED5F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1B3C507-A02A-7D1B-B83F-56A5D8CD2622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D911EEB-2D46-D4DE-F402-227F10FF3D50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17720F6-A3D4-6165-2AEB-AF7339ED1396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32A8DAD-AF59-80E3-E4AF-D64924DAB0F0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78E3462-800D-F037-18B4-290EA86FC551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450AFDD-D283-8E8B-7848-DF9F78B88437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42D072F-8E18-1B81-BE3F-ADA91CF35BB3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05332A7-F4E6-9642-598E-83C246808F75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4F922148-BD42-85B7-873B-E0DFCA090703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3DED919-114D-1F0A-EF8E-CD1A4F624FEC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2245E49B-E151-2F81-CF3A-038D2812FB64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ED3FB38B-9C66-6A3C-007A-9497751E7C32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B8D3E2F7-0595-A017-81CA-06FA1412CA56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550DBA24-D2CD-E6BB-646F-088487ECFC1B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2A1ABE9-9BD7-FC9A-6755-2A48C3F2CD9B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34E9B66D-CAAA-C7DE-6AEE-30EEFC61E066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E6E64751-25A6-0A25-3A49-26E37DA1A8D7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A80DBDB6-AF53-0F51-2147-AB5EC3F98D21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9D3D1E3B-9829-9070-4C90-CE12FAE817E4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2A37656F-48C1-E593-94DB-445CD9387CC0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DA31727B-4456-3458-9F5D-F9377D3CEFA9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7F3E70C0-27F7-9D26-65F5-404CC5667F6D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BA8F950A-A7D4-DA56-E7E0-0758E797C00B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9405789-6CC3-3C10-D630-0CCA526FEFD6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6C35622-5E30-1694-37A5-0A59879A0AA9}"/>
              </a:ext>
            </a:extLst>
          </p:cNvPr>
          <p:cNvSpPr/>
          <p:nvPr/>
        </p:nvSpPr>
        <p:spPr>
          <a:xfrm>
            <a:off x="7573198" y="94590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DD075518-55C2-DC87-8732-B71EB0018ED9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2917AE98-4276-4D1E-DC37-3B63D857C96B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7C80F965-8E60-8877-9620-4DAD5D90FF01}"/>
              </a:ext>
            </a:extLst>
          </p:cNvPr>
          <p:cNvSpPr/>
          <p:nvPr/>
        </p:nvSpPr>
        <p:spPr>
          <a:xfrm>
            <a:off x="428999" y="194245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variance we captured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.</a:t>
            </a: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14C6D8C1-17BB-90C2-65AC-2C921CA2DD6E}"/>
              </a:ext>
            </a:extLst>
          </p:cNvPr>
          <p:cNvSpPr/>
          <p:nvPr/>
        </p:nvSpPr>
        <p:spPr>
          <a:xfrm>
            <a:off x="-1895457" y="3947163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FC7D985C-C1A8-8BCE-9DB8-FC9A8F5438C6}"/>
              </a:ext>
            </a:extLst>
          </p:cNvPr>
          <p:cNvSpPr/>
          <p:nvPr/>
        </p:nvSpPr>
        <p:spPr>
          <a:xfrm>
            <a:off x="-1895458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B26B1F97-FE59-0305-D191-D04AB2F2549C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  12</a:t>
            </a:r>
            <a:endParaRPr lang="en-US" sz="1000" dirty="0"/>
          </a:p>
        </p:txBody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C2CCA79-2F8E-6DF7-FDDC-C4F4B3E5B32A}"/>
              </a:ext>
            </a:extLst>
          </p:cNvPr>
          <p:cNvSpPr/>
          <p:nvPr/>
        </p:nvSpPr>
        <p:spPr>
          <a:xfrm>
            <a:off x="-2753633" y="2160067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9" name="Image 0" descr="preencoded.png">
            <a:extLst>
              <a:ext uri="{FF2B5EF4-FFF2-40B4-BE49-F238E27FC236}">
                <a16:creationId xmlns:a16="http://schemas.microsoft.com/office/drawing/2014/main" id="{312D3FCE-A0C2-0629-66EB-1CCC11F45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98769" y="2214931"/>
            <a:ext cx="274320" cy="274320"/>
          </a:xfrm>
          <a:prstGeom prst="rect">
            <a:avLst/>
          </a:prstGeom>
        </p:spPr>
      </p:pic>
      <p:sp>
        <p:nvSpPr>
          <p:cNvPr id="70" name="Text 5">
            <a:extLst>
              <a:ext uri="{FF2B5EF4-FFF2-40B4-BE49-F238E27FC236}">
                <a16:creationId xmlns:a16="http://schemas.microsoft.com/office/drawing/2014/main" id="{D2C129E0-92DE-9AF0-5EF5-55994A0D4F69}"/>
              </a:ext>
            </a:extLst>
          </p:cNvPr>
          <p:cNvSpPr/>
          <p:nvPr/>
        </p:nvSpPr>
        <p:spPr>
          <a:xfrm>
            <a:off x="-2232425" y="2141779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to 2D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0E454B9F-0AB3-4F0F-B9B8-C7CEE0411038}"/>
              </a:ext>
            </a:extLst>
          </p:cNvPr>
          <p:cNvSpPr/>
          <p:nvPr/>
        </p:nvSpPr>
        <p:spPr>
          <a:xfrm>
            <a:off x="-2753633" y="2937307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1" descr="preencoded.png">
            <a:extLst>
              <a:ext uri="{FF2B5EF4-FFF2-40B4-BE49-F238E27FC236}">
                <a16:creationId xmlns:a16="http://schemas.microsoft.com/office/drawing/2014/main" id="{39985884-8EB8-8BEE-65E5-9169DAC70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98769" y="2992171"/>
            <a:ext cx="274320" cy="274320"/>
          </a:xfrm>
          <a:prstGeom prst="rect">
            <a:avLst/>
          </a:prstGeom>
        </p:spPr>
      </p:pic>
      <p:sp>
        <p:nvSpPr>
          <p:cNvPr id="74" name="Text 7">
            <a:extLst>
              <a:ext uri="{FF2B5EF4-FFF2-40B4-BE49-F238E27FC236}">
                <a16:creationId xmlns:a16="http://schemas.microsoft.com/office/drawing/2014/main" id="{508AD284-444C-6D02-A059-0231EA5A0742}"/>
              </a:ext>
            </a:extLst>
          </p:cNvPr>
          <p:cNvSpPr/>
          <p:nvPr/>
        </p:nvSpPr>
        <p:spPr>
          <a:xfrm>
            <a:off x="-2232425" y="2919019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preserved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5" name="Shape 8">
            <a:extLst>
              <a:ext uri="{FF2B5EF4-FFF2-40B4-BE49-F238E27FC236}">
                <a16:creationId xmlns:a16="http://schemas.microsoft.com/office/drawing/2014/main" id="{8C5BE822-9A9C-E7BF-7208-9A0ACD9D9289}"/>
              </a:ext>
            </a:extLst>
          </p:cNvPr>
          <p:cNvSpPr/>
          <p:nvPr/>
        </p:nvSpPr>
        <p:spPr>
          <a:xfrm>
            <a:off x="-2753633" y="3714547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6" name="Image 2" descr="preencoded.png">
            <a:extLst>
              <a:ext uri="{FF2B5EF4-FFF2-40B4-BE49-F238E27FC236}">
                <a16:creationId xmlns:a16="http://schemas.microsoft.com/office/drawing/2014/main" id="{543296ED-C156-A046-E358-E5B3C49B9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98769" y="3769411"/>
            <a:ext cx="274320" cy="274320"/>
          </a:xfrm>
          <a:prstGeom prst="rect">
            <a:avLst/>
          </a:prstGeom>
        </p:spPr>
      </p:pic>
      <p:sp>
        <p:nvSpPr>
          <p:cNvPr id="77" name="Text 9">
            <a:extLst>
              <a:ext uri="{FF2B5EF4-FFF2-40B4-BE49-F238E27FC236}">
                <a16:creationId xmlns:a16="http://schemas.microsoft.com/office/drawing/2014/main" id="{508FF0D0-3CB9-0896-71EB-FEE6F999BA53}"/>
              </a:ext>
            </a:extLst>
          </p:cNvPr>
          <p:cNvSpPr/>
          <p:nvPr/>
        </p:nvSpPr>
        <p:spPr>
          <a:xfrm>
            <a:off x="-2232425" y="3696259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reduced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92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457200" y="1783080"/>
            <a:ext cx="3657600" cy="4239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91440" cy="42398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3316" y="1791364"/>
            <a:ext cx="3736848" cy="390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component has most variance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16477"/>
            <a:ext cx="3657600" cy="4239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16477"/>
            <a:ext cx="91440" cy="42398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3316" y="2330230"/>
            <a:ext cx="3337560" cy="390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Helps choose dimensions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34840" y="1783080"/>
            <a:ext cx="4251960" cy="2514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34840" y="43708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variance ratio of principal components (manual PCA), showing decreasing contribution of each component.</a:t>
            </a:r>
            <a:endParaRPr lang="en-US" sz="950" dirty="0"/>
          </a:p>
        </p:txBody>
      </p:sp>
      <p:sp>
        <p:nvSpPr>
          <p:cNvPr id="19" name="Text 64">
            <a:extLst>
              <a:ext uri="{FF2B5EF4-FFF2-40B4-BE49-F238E27FC236}">
                <a16:creationId xmlns:a16="http://schemas.microsoft.com/office/drawing/2014/main" id="{5DD975D0-B75C-4274-FCD7-516D1AEA799F}"/>
              </a:ext>
            </a:extLst>
          </p:cNvPr>
          <p:cNvSpPr/>
          <p:nvPr/>
        </p:nvSpPr>
        <p:spPr>
          <a:xfrm>
            <a:off x="428999" y="604716"/>
            <a:ext cx="807492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kern="0" spc="-1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variance we captured</a:t>
            </a:r>
            <a:r>
              <a:rPr lang="en-US" sz="4000" b="1" kern="0" spc="-100" dirty="0">
                <a:solidFill>
                  <a:srgbClr val="F59E0B"/>
                </a:solidFill>
                <a:latin typeface="Cambria" pitchFamily="34" charset="0"/>
              </a:rPr>
              <a:t>.</a:t>
            </a:r>
          </a:p>
          <a:p>
            <a:endParaRPr lang="en-US" sz="4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53E80455-3ACD-0C67-159F-AD7E18AAE80E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F26F35D1-6BC7-3290-5677-3AB651A9966D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214C5FAD-C9A9-6D5F-9075-8B2F4B09516B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ED811173-82C6-13EA-E4D1-FA47402E795E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A96CC70A-842B-6047-3A51-D000EF2DB1F4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D0528636-6743-818B-AB51-44992FC1F0F0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C4A39E6D-C59C-D120-6952-7E88D0763BD4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CF4E10C0-4815-4F0E-8F02-7E7619C6B7BB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21825E2A-1094-2144-A3F9-E3D3D1BA0090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77BBF3C5-BC77-456F-E1D7-50A8470D5B9F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98B2CA66-4C99-8E12-C274-763F6BBE14CD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F3A0715A-1590-091D-508F-81421385EDF8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629A6A8B-8F74-09C6-2837-018A932883CA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2C16C23D-437E-DBEE-84F7-AF3F7982BDEC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54B32F03-2EC4-215C-A800-0B7BF2B67CAA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E7B76F2-1C1F-444D-3F24-B510F5549474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CF49AAA0-29D8-E87E-3E1D-F0BDCF0157A6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7A74FF5E-C069-04BC-DDFD-98FEE0178DCD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79B377EC-D525-2336-1C9A-C5D646C7F547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252B7095-010E-80D4-C311-C80E5E8D96B0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AF1FA429-4CCE-A4F2-F836-9ACD02C9B746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6D6D3B6B-7EAB-D672-C001-BF1C710F6ACC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96C22A13-DC60-D472-4431-7CE5F68E5FD1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98D5FE1E-500E-88E6-4D50-6F5DA3348879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5CCC304F-B3DE-936A-B239-76FD02B40573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ECB9892C-D966-DEF2-0D1F-2BD7ABCB9439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D834F709-9DE0-DCE6-93B6-589051C9FA18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029831E6-BDFD-6D3F-89A7-ECD1B06150FF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D378841D-AA50-4E0B-143C-49EAA9B4A768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BF143647-E906-A800-790A-238CC460504D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D68B6509-6EC1-664B-3B39-9B863CE64621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31">
            <a:extLst>
              <a:ext uri="{FF2B5EF4-FFF2-40B4-BE49-F238E27FC236}">
                <a16:creationId xmlns:a16="http://schemas.microsoft.com/office/drawing/2014/main" id="{C10934F6-B2F8-911C-C3F2-2ED6582132F8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16512197-C041-6A3C-BC44-F38441E25111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33">
            <a:extLst>
              <a:ext uri="{FF2B5EF4-FFF2-40B4-BE49-F238E27FC236}">
                <a16:creationId xmlns:a16="http://schemas.microsoft.com/office/drawing/2014/main" id="{BDAE7A39-43BC-C212-1C1E-6462860400E6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97A6B429-D3E1-77AD-0457-CA331368B767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35">
            <a:extLst>
              <a:ext uri="{FF2B5EF4-FFF2-40B4-BE49-F238E27FC236}">
                <a16:creationId xmlns:a16="http://schemas.microsoft.com/office/drawing/2014/main" id="{30C19DD0-194A-45D7-C6AF-C7DF4B99E3A5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AB860C7F-BC57-E408-D818-7F6553CAF63E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37">
            <a:extLst>
              <a:ext uri="{FF2B5EF4-FFF2-40B4-BE49-F238E27FC236}">
                <a16:creationId xmlns:a16="http://schemas.microsoft.com/office/drawing/2014/main" id="{0C6C767F-37F3-9AEE-EECB-02159DEB6600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38">
            <a:extLst>
              <a:ext uri="{FF2B5EF4-FFF2-40B4-BE49-F238E27FC236}">
                <a16:creationId xmlns:a16="http://schemas.microsoft.com/office/drawing/2014/main" id="{F77287C2-C67F-E1A2-880E-D19038C1B155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39">
            <a:extLst>
              <a:ext uri="{FF2B5EF4-FFF2-40B4-BE49-F238E27FC236}">
                <a16:creationId xmlns:a16="http://schemas.microsoft.com/office/drawing/2014/main" id="{4FB8EC12-A79B-42EE-0D49-1E39D99573F8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40">
            <a:extLst>
              <a:ext uri="{FF2B5EF4-FFF2-40B4-BE49-F238E27FC236}">
                <a16:creationId xmlns:a16="http://schemas.microsoft.com/office/drawing/2014/main" id="{AA7B41CC-8CB9-C7EE-9D17-7F8FB15ACC16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41">
            <a:extLst>
              <a:ext uri="{FF2B5EF4-FFF2-40B4-BE49-F238E27FC236}">
                <a16:creationId xmlns:a16="http://schemas.microsoft.com/office/drawing/2014/main" id="{8AC317D2-884B-68B3-59B8-241732B1F101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25208ADF-3528-55E3-DFB8-F59C6F4603F3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43">
            <a:extLst>
              <a:ext uri="{FF2B5EF4-FFF2-40B4-BE49-F238E27FC236}">
                <a16:creationId xmlns:a16="http://schemas.microsoft.com/office/drawing/2014/main" id="{218475C5-12F7-25C9-2D40-C37EA3D36706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44">
            <a:extLst>
              <a:ext uri="{FF2B5EF4-FFF2-40B4-BE49-F238E27FC236}">
                <a16:creationId xmlns:a16="http://schemas.microsoft.com/office/drawing/2014/main" id="{275DF5EB-AFC8-5120-0BD0-2B3B485DF81F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45">
            <a:extLst>
              <a:ext uri="{FF2B5EF4-FFF2-40B4-BE49-F238E27FC236}">
                <a16:creationId xmlns:a16="http://schemas.microsoft.com/office/drawing/2014/main" id="{70D44118-078C-04FD-C3F3-001D8529041C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59FD5B71-C744-1C28-1921-13DC883F4CEC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47">
            <a:extLst>
              <a:ext uri="{FF2B5EF4-FFF2-40B4-BE49-F238E27FC236}">
                <a16:creationId xmlns:a16="http://schemas.microsoft.com/office/drawing/2014/main" id="{53FBFD57-8085-516E-0485-6ABBBDB7354B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48">
            <a:extLst>
              <a:ext uri="{FF2B5EF4-FFF2-40B4-BE49-F238E27FC236}">
                <a16:creationId xmlns:a16="http://schemas.microsoft.com/office/drawing/2014/main" id="{A5F1AB17-0B4E-DE8B-4DE0-A95B65EBE6FF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49">
            <a:extLst>
              <a:ext uri="{FF2B5EF4-FFF2-40B4-BE49-F238E27FC236}">
                <a16:creationId xmlns:a16="http://schemas.microsoft.com/office/drawing/2014/main" id="{3AD76291-26B2-C606-70A8-A8E3468A2115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50">
            <a:extLst>
              <a:ext uri="{FF2B5EF4-FFF2-40B4-BE49-F238E27FC236}">
                <a16:creationId xmlns:a16="http://schemas.microsoft.com/office/drawing/2014/main" id="{2DEF1DBB-4ED5-8C06-7CDF-DC7FE2D7E231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51">
            <a:extLst>
              <a:ext uri="{FF2B5EF4-FFF2-40B4-BE49-F238E27FC236}">
                <a16:creationId xmlns:a16="http://schemas.microsoft.com/office/drawing/2014/main" id="{B55AADA3-72D7-CD9A-DA4C-80C786FB9FA4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52">
            <a:extLst>
              <a:ext uri="{FF2B5EF4-FFF2-40B4-BE49-F238E27FC236}">
                <a16:creationId xmlns:a16="http://schemas.microsoft.com/office/drawing/2014/main" id="{861A1600-A1BE-750B-3454-617556813CAC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53">
            <a:extLst>
              <a:ext uri="{FF2B5EF4-FFF2-40B4-BE49-F238E27FC236}">
                <a16:creationId xmlns:a16="http://schemas.microsoft.com/office/drawing/2014/main" id="{B4884DF6-6D10-C683-0D09-847B9240BE5A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54">
            <a:extLst>
              <a:ext uri="{FF2B5EF4-FFF2-40B4-BE49-F238E27FC236}">
                <a16:creationId xmlns:a16="http://schemas.microsoft.com/office/drawing/2014/main" id="{FBBA1E61-5836-D177-3487-16FE4603C413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55">
            <a:extLst>
              <a:ext uri="{FF2B5EF4-FFF2-40B4-BE49-F238E27FC236}">
                <a16:creationId xmlns:a16="http://schemas.microsoft.com/office/drawing/2014/main" id="{89E8FBCD-E0DC-8ABA-09DE-30550A0B0359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56">
            <a:extLst>
              <a:ext uri="{FF2B5EF4-FFF2-40B4-BE49-F238E27FC236}">
                <a16:creationId xmlns:a16="http://schemas.microsoft.com/office/drawing/2014/main" id="{E0A53518-107D-39D0-D21C-AC76758E2172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57">
            <a:extLst>
              <a:ext uri="{FF2B5EF4-FFF2-40B4-BE49-F238E27FC236}">
                <a16:creationId xmlns:a16="http://schemas.microsoft.com/office/drawing/2014/main" id="{0324FCE0-5735-B325-12BE-CBE8F4A8B3D2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58">
            <a:extLst>
              <a:ext uri="{FF2B5EF4-FFF2-40B4-BE49-F238E27FC236}">
                <a16:creationId xmlns:a16="http://schemas.microsoft.com/office/drawing/2014/main" id="{1D3ECAB7-8C5B-7167-27D9-6382B71C7B3C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59">
            <a:extLst>
              <a:ext uri="{FF2B5EF4-FFF2-40B4-BE49-F238E27FC236}">
                <a16:creationId xmlns:a16="http://schemas.microsoft.com/office/drawing/2014/main" id="{405ACC2A-F9F0-CC14-8B18-94C75B7F331E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60">
            <a:extLst>
              <a:ext uri="{FF2B5EF4-FFF2-40B4-BE49-F238E27FC236}">
                <a16:creationId xmlns:a16="http://schemas.microsoft.com/office/drawing/2014/main" id="{71725BBA-71F2-3638-CFBF-1DC38F790354}"/>
              </a:ext>
            </a:extLst>
          </p:cNvPr>
          <p:cNvSpPr/>
          <p:nvPr/>
        </p:nvSpPr>
        <p:spPr>
          <a:xfrm>
            <a:off x="7356786" y="96465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61">
            <a:extLst>
              <a:ext uri="{FF2B5EF4-FFF2-40B4-BE49-F238E27FC236}">
                <a16:creationId xmlns:a16="http://schemas.microsoft.com/office/drawing/2014/main" id="{70A94B2F-EF96-CC7D-D96F-571454BF441D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62">
            <a:extLst>
              <a:ext uri="{FF2B5EF4-FFF2-40B4-BE49-F238E27FC236}">
                <a16:creationId xmlns:a16="http://schemas.microsoft.com/office/drawing/2014/main" id="{12F9145D-0E02-C649-A569-E6528E4F855C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83" name="Text 69">
            <a:extLst>
              <a:ext uri="{FF2B5EF4-FFF2-40B4-BE49-F238E27FC236}">
                <a16:creationId xmlns:a16="http://schemas.microsoft.com/office/drawing/2014/main" id="{E5BCDE55-BB6C-4D4D-73B6-3E0430BFEB28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  12</a:t>
            </a:r>
            <a:endParaRPr lang="en-US" sz="1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B293FC-26A3-4D6A-7363-4E937878B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448" y="1850093"/>
            <a:ext cx="3648456" cy="241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FF2FF-E417-3348-646A-23AC241A8FF9}"/>
                  </a:ext>
                </a:extLst>
              </p:cNvPr>
              <p:cNvSpPr txBox="1"/>
              <p:nvPr/>
            </p:nvSpPr>
            <p:spPr>
              <a:xfrm>
                <a:off x="-1225630" y="3055939"/>
                <a:ext cx="4585062" cy="713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EV</m:t>
                      </m:r>
                      <m:sSub>
                        <m:sSubPr>
                          <m:ctrlPr>
                            <a:rPr lang="en-US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FF2FF-E417-3348-646A-23AC241A8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25630" y="3055939"/>
                <a:ext cx="4585062" cy="713337"/>
              </a:xfrm>
              <a:prstGeom prst="rect">
                <a:avLst/>
              </a:prstGeom>
              <a:blipFill>
                <a:blip r:embed="rId4"/>
                <a:stretch>
                  <a:fillRect t="-15789" b="-82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E3880FC-608A-9D54-0ACD-C0A9133F386B}"/>
              </a:ext>
            </a:extLst>
          </p:cNvPr>
          <p:cNvSpPr txBox="1"/>
          <p:nvPr/>
        </p:nvSpPr>
        <p:spPr>
          <a:xfrm>
            <a:off x="1882575" y="3147149"/>
            <a:ext cx="2232225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/>
            <a:r>
              <a:rPr lang="en-US" sz="950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Each principal component's eigenvalue, divided by the total variance, tells us what fraction of the data's spread it captures.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12AE0-7AE6-A157-A051-6F2D918BB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>
            <a:extLst>
              <a:ext uri="{FF2B5EF4-FFF2-40B4-BE49-F238E27FC236}">
                <a16:creationId xmlns:a16="http://schemas.microsoft.com/office/drawing/2014/main" id="{738358B5-33E6-2216-C09B-755C17F199BF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1">
            <a:extLst>
              <a:ext uri="{FF2B5EF4-FFF2-40B4-BE49-F238E27FC236}">
                <a16:creationId xmlns:a16="http://schemas.microsoft.com/office/drawing/2014/main" id="{A0CEF06A-B18D-0F84-60B3-17962CFD5F7D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2">
            <a:extLst>
              <a:ext uri="{FF2B5EF4-FFF2-40B4-BE49-F238E27FC236}">
                <a16:creationId xmlns:a16="http://schemas.microsoft.com/office/drawing/2014/main" id="{62176DF8-3EED-B50A-939D-5B93EEE4B227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3">
            <a:extLst>
              <a:ext uri="{FF2B5EF4-FFF2-40B4-BE49-F238E27FC236}">
                <a16:creationId xmlns:a16="http://schemas.microsoft.com/office/drawing/2014/main" id="{E37710AE-1379-AE6E-7F61-80C8F0E724C9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4">
            <a:extLst>
              <a:ext uri="{FF2B5EF4-FFF2-40B4-BE49-F238E27FC236}">
                <a16:creationId xmlns:a16="http://schemas.microsoft.com/office/drawing/2014/main" id="{E4935FCB-EA38-CD9D-2567-0A7C4C2E04A2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5">
            <a:extLst>
              <a:ext uri="{FF2B5EF4-FFF2-40B4-BE49-F238E27FC236}">
                <a16:creationId xmlns:a16="http://schemas.microsoft.com/office/drawing/2014/main" id="{626B6379-EBB3-97A2-81A9-6EC7224EE684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6">
            <a:extLst>
              <a:ext uri="{FF2B5EF4-FFF2-40B4-BE49-F238E27FC236}">
                <a16:creationId xmlns:a16="http://schemas.microsoft.com/office/drawing/2014/main" id="{9F4DF76F-3CB7-F73A-FD8A-823BD419611D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7">
            <a:extLst>
              <a:ext uri="{FF2B5EF4-FFF2-40B4-BE49-F238E27FC236}">
                <a16:creationId xmlns:a16="http://schemas.microsoft.com/office/drawing/2014/main" id="{2D1CEC19-A720-7EEF-F1B0-37BD4D8919ED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8">
            <a:extLst>
              <a:ext uri="{FF2B5EF4-FFF2-40B4-BE49-F238E27FC236}">
                <a16:creationId xmlns:a16="http://schemas.microsoft.com/office/drawing/2014/main" id="{CBFA8CC2-96FC-E9F7-C655-15EC26F9AC98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">
            <a:extLst>
              <a:ext uri="{FF2B5EF4-FFF2-40B4-BE49-F238E27FC236}">
                <a16:creationId xmlns:a16="http://schemas.microsoft.com/office/drawing/2014/main" id="{6A886340-1A88-05E4-BA9E-3DE3B0912D94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">
            <a:extLst>
              <a:ext uri="{FF2B5EF4-FFF2-40B4-BE49-F238E27FC236}">
                <a16:creationId xmlns:a16="http://schemas.microsoft.com/office/drawing/2014/main" id="{6CA8E52C-EF77-F5EB-3267-D3603EF3D705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1">
            <a:extLst>
              <a:ext uri="{FF2B5EF4-FFF2-40B4-BE49-F238E27FC236}">
                <a16:creationId xmlns:a16="http://schemas.microsoft.com/office/drawing/2014/main" id="{2A2D339D-9570-EBD7-1AD6-BF2325F9A22E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2">
            <a:extLst>
              <a:ext uri="{FF2B5EF4-FFF2-40B4-BE49-F238E27FC236}">
                <a16:creationId xmlns:a16="http://schemas.microsoft.com/office/drawing/2014/main" id="{CA4CFAB0-29AF-6AEE-2932-1B7130654264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3">
            <a:extLst>
              <a:ext uri="{FF2B5EF4-FFF2-40B4-BE49-F238E27FC236}">
                <a16:creationId xmlns:a16="http://schemas.microsoft.com/office/drawing/2014/main" id="{40B7FD71-6D25-41CC-78D4-AE360CCECE4B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4">
            <a:extLst>
              <a:ext uri="{FF2B5EF4-FFF2-40B4-BE49-F238E27FC236}">
                <a16:creationId xmlns:a16="http://schemas.microsoft.com/office/drawing/2014/main" id="{D8EE83DE-9C16-3456-9429-1AC26EB5EF76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5">
            <a:extLst>
              <a:ext uri="{FF2B5EF4-FFF2-40B4-BE49-F238E27FC236}">
                <a16:creationId xmlns:a16="http://schemas.microsoft.com/office/drawing/2014/main" id="{FA07F98A-8520-E2A8-3B39-07FF2D05584B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6">
            <a:extLst>
              <a:ext uri="{FF2B5EF4-FFF2-40B4-BE49-F238E27FC236}">
                <a16:creationId xmlns:a16="http://schemas.microsoft.com/office/drawing/2014/main" id="{ABD1D757-E69C-440A-D4B1-FD6CE27A3CF7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7">
            <a:extLst>
              <a:ext uri="{FF2B5EF4-FFF2-40B4-BE49-F238E27FC236}">
                <a16:creationId xmlns:a16="http://schemas.microsoft.com/office/drawing/2014/main" id="{BAD9C951-7B91-022D-B6FA-2C3F8D3E1E19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8">
            <a:extLst>
              <a:ext uri="{FF2B5EF4-FFF2-40B4-BE49-F238E27FC236}">
                <a16:creationId xmlns:a16="http://schemas.microsoft.com/office/drawing/2014/main" id="{BC74D4D6-3624-EAB0-C9FD-080930CC94DC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9">
            <a:extLst>
              <a:ext uri="{FF2B5EF4-FFF2-40B4-BE49-F238E27FC236}">
                <a16:creationId xmlns:a16="http://schemas.microsoft.com/office/drawing/2014/main" id="{CE9B8595-0336-F39B-6DA6-5EC5DE471127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AC3EEAAD-8F56-37C7-18C3-DC9E76A6ADAD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21">
            <a:extLst>
              <a:ext uri="{FF2B5EF4-FFF2-40B4-BE49-F238E27FC236}">
                <a16:creationId xmlns:a16="http://schemas.microsoft.com/office/drawing/2014/main" id="{EC7AB3AC-C4D3-3E44-912B-E3E884F0B4A2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22">
            <a:extLst>
              <a:ext uri="{FF2B5EF4-FFF2-40B4-BE49-F238E27FC236}">
                <a16:creationId xmlns:a16="http://schemas.microsoft.com/office/drawing/2014/main" id="{3307ACC4-C722-633C-E9C6-70C286C7A868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23">
            <a:extLst>
              <a:ext uri="{FF2B5EF4-FFF2-40B4-BE49-F238E27FC236}">
                <a16:creationId xmlns:a16="http://schemas.microsoft.com/office/drawing/2014/main" id="{7FE1DA4C-6938-879F-3EA9-4AB8454687AC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24">
            <a:extLst>
              <a:ext uri="{FF2B5EF4-FFF2-40B4-BE49-F238E27FC236}">
                <a16:creationId xmlns:a16="http://schemas.microsoft.com/office/drawing/2014/main" id="{71DA0729-9840-8298-3074-C164FFA88B83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25">
            <a:extLst>
              <a:ext uri="{FF2B5EF4-FFF2-40B4-BE49-F238E27FC236}">
                <a16:creationId xmlns:a16="http://schemas.microsoft.com/office/drawing/2014/main" id="{3ADE78F5-861E-D4AC-0911-C92D5F672E52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26">
            <a:extLst>
              <a:ext uri="{FF2B5EF4-FFF2-40B4-BE49-F238E27FC236}">
                <a16:creationId xmlns:a16="http://schemas.microsoft.com/office/drawing/2014/main" id="{19C27FFD-0800-AC4A-6ADF-B83D6BB267F3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27">
            <a:extLst>
              <a:ext uri="{FF2B5EF4-FFF2-40B4-BE49-F238E27FC236}">
                <a16:creationId xmlns:a16="http://schemas.microsoft.com/office/drawing/2014/main" id="{33F0CAC5-5970-7BA9-A790-94C24154ACC8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28">
            <a:extLst>
              <a:ext uri="{FF2B5EF4-FFF2-40B4-BE49-F238E27FC236}">
                <a16:creationId xmlns:a16="http://schemas.microsoft.com/office/drawing/2014/main" id="{6ED0BD18-57FC-FC7E-EF9D-3A448E56D6B8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29">
            <a:extLst>
              <a:ext uri="{FF2B5EF4-FFF2-40B4-BE49-F238E27FC236}">
                <a16:creationId xmlns:a16="http://schemas.microsoft.com/office/drawing/2014/main" id="{15412A08-BFD8-5763-0122-EE5A768BA753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30">
            <a:extLst>
              <a:ext uri="{FF2B5EF4-FFF2-40B4-BE49-F238E27FC236}">
                <a16:creationId xmlns:a16="http://schemas.microsoft.com/office/drawing/2014/main" id="{1B480649-70A9-0E05-8472-7B439072D5CF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31">
            <a:extLst>
              <a:ext uri="{FF2B5EF4-FFF2-40B4-BE49-F238E27FC236}">
                <a16:creationId xmlns:a16="http://schemas.microsoft.com/office/drawing/2014/main" id="{7513A3E6-1E89-9564-2065-C5DAC2920827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32">
            <a:extLst>
              <a:ext uri="{FF2B5EF4-FFF2-40B4-BE49-F238E27FC236}">
                <a16:creationId xmlns:a16="http://schemas.microsoft.com/office/drawing/2014/main" id="{E8B05825-64D1-849C-081C-B1984C6DBD18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33">
            <a:extLst>
              <a:ext uri="{FF2B5EF4-FFF2-40B4-BE49-F238E27FC236}">
                <a16:creationId xmlns:a16="http://schemas.microsoft.com/office/drawing/2014/main" id="{B92039CF-CE92-CE3A-5638-AF190BB709A2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34">
            <a:extLst>
              <a:ext uri="{FF2B5EF4-FFF2-40B4-BE49-F238E27FC236}">
                <a16:creationId xmlns:a16="http://schemas.microsoft.com/office/drawing/2014/main" id="{FC7262EB-4F6F-0782-B72C-214E2015E037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35">
            <a:extLst>
              <a:ext uri="{FF2B5EF4-FFF2-40B4-BE49-F238E27FC236}">
                <a16:creationId xmlns:a16="http://schemas.microsoft.com/office/drawing/2014/main" id="{4A4B03FB-27B5-60D0-EBBB-54028C5CBA8B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36">
            <a:extLst>
              <a:ext uri="{FF2B5EF4-FFF2-40B4-BE49-F238E27FC236}">
                <a16:creationId xmlns:a16="http://schemas.microsoft.com/office/drawing/2014/main" id="{8A920407-6AC0-F641-79C7-429ACC9C86DB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37">
            <a:extLst>
              <a:ext uri="{FF2B5EF4-FFF2-40B4-BE49-F238E27FC236}">
                <a16:creationId xmlns:a16="http://schemas.microsoft.com/office/drawing/2014/main" id="{9A0BBE1C-4F70-E13B-73FF-0E4FB7113ECA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38">
            <a:extLst>
              <a:ext uri="{FF2B5EF4-FFF2-40B4-BE49-F238E27FC236}">
                <a16:creationId xmlns:a16="http://schemas.microsoft.com/office/drawing/2014/main" id="{B4440551-301F-AF23-66F4-A4B3205F51EA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39">
            <a:extLst>
              <a:ext uri="{FF2B5EF4-FFF2-40B4-BE49-F238E27FC236}">
                <a16:creationId xmlns:a16="http://schemas.microsoft.com/office/drawing/2014/main" id="{7B357A2E-0CF7-470A-2D27-139CF795929B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40">
            <a:extLst>
              <a:ext uri="{FF2B5EF4-FFF2-40B4-BE49-F238E27FC236}">
                <a16:creationId xmlns:a16="http://schemas.microsoft.com/office/drawing/2014/main" id="{AA2A6225-CF83-FAB3-1198-D80A47878A7A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41">
            <a:extLst>
              <a:ext uri="{FF2B5EF4-FFF2-40B4-BE49-F238E27FC236}">
                <a16:creationId xmlns:a16="http://schemas.microsoft.com/office/drawing/2014/main" id="{309F88F0-AE36-A97C-B3D3-DBDEA5D579EE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42">
            <a:extLst>
              <a:ext uri="{FF2B5EF4-FFF2-40B4-BE49-F238E27FC236}">
                <a16:creationId xmlns:a16="http://schemas.microsoft.com/office/drawing/2014/main" id="{52BF6DCA-153F-E350-7104-60B5587EC79C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43">
            <a:extLst>
              <a:ext uri="{FF2B5EF4-FFF2-40B4-BE49-F238E27FC236}">
                <a16:creationId xmlns:a16="http://schemas.microsoft.com/office/drawing/2014/main" id="{B7324647-A950-C25E-8A39-E9A076D91A29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44">
            <a:extLst>
              <a:ext uri="{FF2B5EF4-FFF2-40B4-BE49-F238E27FC236}">
                <a16:creationId xmlns:a16="http://schemas.microsoft.com/office/drawing/2014/main" id="{5ED5E8F7-F0F1-9182-93B2-E66985869E39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45">
            <a:extLst>
              <a:ext uri="{FF2B5EF4-FFF2-40B4-BE49-F238E27FC236}">
                <a16:creationId xmlns:a16="http://schemas.microsoft.com/office/drawing/2014/main" id="{649470A1-7904-E0CE-59C0-2E4C34BB5C88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46">
            <a:extLst>
              <a:ext uri="{FF2B5EF4-FFF2-40B4-BE49-F238E27FC236}">
                <a16:creationId xmlns:a16="http://schemas.microsoft.com/office/drawing/2014/main" id="{1E3CEBB0-701D-1B31-8EB5-5072D3674A8C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47">
            <a:extLst>
              <a:ext uri="{FF2B5EF4-FFF2-40B4-BE49-F238E27FC236}">
                <a16:creationId xmlns:a16="http://schemas.microsoft.com/office/drawing/2014/main" id="{AF50665B-FC37-6049-E340-B70FF2CB2151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48">
            <a:extLst>
              <a:ext uri="{FF2B5EF4-FFF2-40B4-BE49-F238E27FC236}">
                <a16:creationId xmlns:a16="http://schemas.microsoft.com/office/drawing/2014/main" id="{946EDDA3-6E00-5384-45E7-B0F81DAAA09F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49">
            <a:extLst>
              <a:ext uri="{FF2B5EF4-FFF2-40B4-BE49-F238E27FC236}">
                <a16:creationId xmlns:a16="http://schemas.microsoft.com/office/drawing/2014/main" id="{A3B246A9-3C37-6EA2-38D6-9EE04BC10000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50">
            <a:extLst>
              <a:ext uri="{FF2B5EF4-FFF2-40B4-BE49-F238E27FC236}">
                <a16:creationId xmlns:a16="http://schemas.microsoft.com/office/drawing/2014/main" id="{D34744EA-FC72-677F-9AAD-A5EA4F73A41A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51">
            <a:extLst>
              <a:ext uri="{FF2B5EF4-FFF2-40B4-BE49-F238E27FC236}">
                <a16:creationId xmlns:a16="http://schemas.microsoft.com/office/drawing/2014/main" id="{A8A3044A-6301-03B7-0BB2-D2885EB7A274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52">
            <a:extLst>
              <a:ext uri="{FF2B5EF4-FFF2-40B4-BE49-F238E27FC236}">
                <a16:creationId xmlns:a16="http://schemas.microsoft.com/office/drawing/2014/main" id="{D0F6992B-D25F-DA54-B2B6-3DEEF87DC852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53">
            <a:extLst>
              <a:ext uri="{FF2B5EF4-FFF2-40B4-BE49-F238E27FC236}">
                <a16:creationId xmlns:a16="http://schemas.microsoft.com/office/drawing/2014/main" id="{F86AC3FF-2691-8E98-5F1D-41074A6A4C35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54">
            <a:extLst>
              <a:ext uri="{FF2B5EF4-FFF2-40B4-BE49-F238E27FC236}">
                <a16:creationId xmlns:a16="http://schemas.microsoft.com/office/drawing/2014/main" id="{16B1EBFB-1162-F2DB-73E8-ADE3015CC939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55">
            <a:extLst>
              <a:ext uri="{FF2B5EF4-FFF2-40B4-BE49-F238E27FC236}">
                <a16:creationId xmlns:a16="http://schemas.microsoft.com/office/drawing/2014/main" id="{66ED2C22-6113-72B5-C76A-F1C9957644C1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56">
            <a:extLst>
              <a:ext uri="{FF2B5EF4-FFF2-40B4-BE49-F238E27FC236}">
                <a16:creationId xmlns:a16="http://schemas.microsoft.com/office/drawing/2014/main" id="{E55C46D7-F65F-EB75-7F05-9DFD0CC8C507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57">
            <a:extLst>
              <a:ext uri="{FF2B5EF4-FFF2-40B4-BE49-F238E27FC236}">
                <a16:creationId xmlns:a16="http://schemas.microsoft.com/office/drawing/2014/main" id="{EC68B202-750B-70FE-2E74-0320F84CA935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58">
            <a:extLst>
              <a:ext uri="{FF2B5EF4-FFF2-40B4-BE49-F238E27FC236}">
                <a16:creationId xmlns:a16="http://schemas.microsoft.com/office/drawing/2014/main" id="{F4B2D288-95EF-1943-B971-F9070BA020F9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59">
            <a:extLst>
              <a:ext uri="{FF2B5EF4-FFF2-40B4-BE49-F238E27FC236}">
                <a16:creationId xmlns:a16="http://schemas.microsoft.com/office/drawing/2014/main" id="{3A545636-9CBB-D64F-55EF-AD88CA7A6C9F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60">
            <a:extLst>
              <a:ext uri="{FF2B5EF4-FFF2-40B4-BE49-F238E27FC236}">
                <a16:creationId xmlns:a16="http://schemas.microsoft.com/office/drawing/2014/main" id="{6B1A5F5B-FAA5-EF7A-7267-3F45438E60A3}"/>
              </a:ext>
            </a:extLst>
          </p:cNvPr>
          <p:cNvSpPr/>
          <p:nvPr/>
        </p:nvSpPr>
        <p:spPr>
          <a:xfrm>
            <a:off x="7155180" y="949013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61">
            <a:extLst>
              <a:ext uri="{FF2B5EF4-FFF2-40B4-BE49-F238E27FC236}">
                <a16:creationId xmlns:a16="http://schemas.microsoft.com/office/drawing/2014/main" id="{16ABE483-F29F-E608-7315-69A53F61EC59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Text 62">
            <a:extLst>
              <a:ext uri="{FF2B5EF4-FFF2-40B4-BE49-F238E27FC236}">
                <a16:creationId xmlns:a16="http://schemas.microsoft.com/office/drawing/2014/main" id="{41B4B47B-00C1-B111-2362-B25A0F28F9D9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155" name="Text 64">
            <a:extLst>
              <a:ext uri="{FF2B5EF4-FFF2-40B4-BE49-F238E27FC236}">
                <a16:creationId xmlns:a16="http://schemas.microsoft.com/office/drawing/2014/main" id="{E82D51D1-415F-E7E6-82AE-0C52363D4DC4}"/>
              </a:ext>
            </a:extLst>
          </p:cNvPr>
          <p:cNvSpPr/>
          <p:nvPr/>
        </p:nvSpPr>
        <p:spPr>
          <a:xfrm>
            <a:off x="428999" y="194245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do we validate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156" name="Shape 65">
            <a:extLst>
              <a:ext uri="{FF2B5EF4-FFF2-40B4-BE49-F238E27FC236}">
                <a16:creationId xmlns:a16="http://schemas.microsoft.com/office/drawing/2014/main" id="{9FDCAE46-9EF2-F6EC-A3FB-7B8C2135212B}"/>
              </a:ext>
            </a:extLst>
          </p:cNvPr>
          <p:cNvSpPr/>
          <p:nvPr/>
        </p:nvSpPr>
        <p:spPr>
          <a:xfrm>
            <a:off x="-1895457" y="3947163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66">
            <a:extLst>
              <a:ext uri="{FF2B5EF4-FFF2-40B4-BE49-F238E27FC236}">
                <a16:creationId xmlns:a16="http://schemas.microsoft.com/office/drawing/2014/main" id="{08C012B5-CFDB-723F-CF94-3AD5C0341E7E}"/>
              </a:ext>
            </a:extLst>
          </p:cNvPr>
          <p:cNvSpPr/>
          <p:nvPr/>
        </p:nvSpPr>
        <p:spPr>
          <a:xfrm>
            <a:off x="-1895458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8" name="Text 69">
            <a:extLst>
              <a:ext uri="{FF2B5EF4-FFF2-40B4-BE49-F238E27FC236}">
                <a16:creationId xmlns:a16="http://schemas.microsoft.com/office/drawing/2014/main" id="{2ADC783C-68ED-13AC-FC3A-D3C971F4B3A5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/  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93847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93207-DD16-B277-FCFE-D5F4A20B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64">
            <a:extLst>
              <a:ext uri="{FF2B5EF4-FFF2-40B4-BE49-F238E27FC236}">
                <a16:creationId xmlns:a16="http://schemas.microsoft.com/office/drawing/2014/main" id="{51002351-E48E-F140-E16E-1C83EDAFBD87}"/>
              </a:ext>
            </a:extLst>
          </p:cNvPr>
          <p:cNvSpPr/>
          <p:nvPr/>
        </p:nvSpPr>
        <p:spPr>
          <a:xfrm>
            <a:off x="428999" y="604716"/>
            <a:ext cx="807492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do we validate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CDF92604-36CB-6062-F85B-2BC19C5474F6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2E5521A7-EC41-A53A-0F19-17FD119DDB0B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7477D830-FABE-CDC4-9133-6E990E810DCF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00B467AF-0B8C-C5B4-433F-1BF2D695D715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65413B08-A530-D55E-17D4-4D061FD724FB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2D24FC1F-E40F-03F7-0880-AEC5BA0B29D3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EA5577E8-8901-9CAD-064C-B71AC74FBEE7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2D0764D7-3DFC-9C55-0BDE-C1A799B5CDCF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63BD3B58-C852-400B-961A-FB448E028DFA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7925E2AC-D80D-49C3-3508-7B35E69AFE2B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E5454B0F-47E2-3114-2883-181AEA3954BB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7118FF13-C0E0-2401-1210-8EAAAE204DD9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9797DAFD-9823-8EE4-A3CF-4AB6C3047FD7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9BDFDDD8-CCD4-6487-A9CE-28C546CAC6E9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A67FF509-4A4E-7D2E-B50F-EDC183E6DF92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52A754DE-0FA5-EA03-7EA3-1E11FBBFD5B6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3AC46E2B-3F83-FF18-A3D9-A966B4864150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BBA73152-1CA0-D11E-8BA2-7325B3D5362E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671BDE23-B408-848A-E7E5-90B12D35F8B7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B96526E4-1E6B-A89B-05F7-9E7940BB12A0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753C10BD-00C9-B172-8DE9-CD5DEBB46564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8620276A-798A-EED0-1258-6355E18A64A5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AD077447-ADB0-CF7D-43E2-D597608EDFE8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15DFD183-6804-D19A-E845-A4DADA292F43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04D82F19-C7C5-B815-BD7C-49A9C7BCD7C5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B0900A00-13CC-5F43-BAD5-ED889DFBE44F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75B5AD19-7FEA-0EEB-B4DB-10B745459051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26657C2B-B4AF-0BD7-3EE7-C92BF2332E63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CB64F872-C61E-0C53-43CE-B674D5DB16F0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6C4A6D7B-07DC-5E52-C22F-137F39B47AFC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0716FD88-0C8B-CC78-F490-E345A30FCAEC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31">
            <a:extLst>
              <a:ext uri="{FF2B5EF4-FFF2-40B4-BE49-F238E27FC236}">
                <a16:creationId xmlns:a16="http://schemas.microsoft.com/office/drawing/2014/main" id="{B78281B9-DC25-605E-107D-F3E5F0643179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8B21E30A-DCD4-F220-D450-0DA8F713B4D6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33">
            <a:extLst>
              <a:ext uri="{FF2B5EF4-FFF2-40B4-BE49-F238E27FC236}">
                <a16:creationId xmlns:a16="http://schemas.microsoft.com/office/drawing/2014/main" id="{B96773FA-3AD4-C7D5-9746-6A47862BBB74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AD3A25D2-8437-60E4-5CE4-6E032F884BE3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35">
            <a:extLst>
              <a:ext uri="{FF2B5EF4-FFF2-40B4-BE49-F238E27FC236}">
                <a16:creationId xmlns:a16="http://schemas.microsoft.com/office/drawing/2014/main" id="{30151538-192D-CB0D-F145-96F782F4DFC4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9EF4FCC5-5FDF-1DBA-3841-181C9BD2148A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37">
            <a:extLst>
              <a:ext uri="{FF2B5EF4-FFF2-40B4-BE49-F238E27FC236}">
                <a16:creationId xmlns:a16="http://schemas.microsoft.com/office/drawing/2014/main" id="{4630346C-3401-828F-7FAB-07B9480A277F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38">
            <a:extLst>
              <a:ext uri="{FF2B5EF4-FFF2-40B4-BE49-F238E27FC236}">
                <a16:creationId xmlns:a16="http://schemas.microsoft.com/office/drawing/2014/main" id="{FCA6AF80-2F9E-3FD7-32B2-28C93B3A1ECC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39">
            <a:extLst>
              <a:ext uri="{FF2B5EF4-FFF2-40B4-BE49-F238E27FC236}">
                <a16:creationId xmlns:a16="http://schemas.microsoft.com/office/drawing/2014/main" id="{86A2DE51-010E-59CC-9F96-8B8FE7F99BBF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40">
            <a:extLst>
              <a:ext uri="{FF2B5EF4-FFF2-40B4-BE49-F238E27FC236}">
                <a16:creationId xmlns:a16="http://schemas.microsoft.com/office/drawing/2014/main" id="{20AD28B3-9E5D-CC6C-8D3B-7C18D3CCC3D6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41">
            <a:extLst>
              <a:ext uri="{FF2B5EF4-FFF2-40B4-BE49-F238E27FC236}">
                <a16:creationId xmlns:a16="http://schemas.microsoft.com/office/drawing/2014/main" id="{641F297C-EB69-D628-623A-C4E7856B2909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548F4253-31BA-55EC-46E6-1C4F777EAD46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43">
            <a:extLst>
              <a:ext uri="{FF2B5EF4-FFF2-40B4-BE49-F238E27FC236}">
                <a16:creationId xmlns:a16="http://schemas.microsoft.com/office/drawing/2014/main" id="{BE6DD285-E6DE-8D65-79C5-1806C2963E91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44">
            <a:extLst>
              <a:ext uri="{FF2B5EF4-FFF2-40B4-BE49-F238E27FC236}">
                <a16:creationId xmlns:a16="http://schemas.microsoft.com/office/drawing/2014/main" id="{C57FE783-740B-1B97-FBA8-91AE877F5804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45">
            <a:extLst>
              <a:ext uri="{FF2B5EF4-FFF2-40B4-BE49-F238E27FC236}">
                <a16:creationId xmlns:a16="http://schemas.microsoft.com/office/drawing/2014/main" id="{89185F23-3037-5E3E-E64A-D5709EB6399A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9504EC79-7FBD-D835-ECF3-02B262722B0E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47">
            <a:extLst>
              <a:ext uri="{FF2B5EF4-FFF2-40B4-BE49-F238E27FC236}">
                <a16:creationId xmlns:a16="http://schemas.microsoft.com/office/drawing/2014/main" id="{5BA7E1B3-4C42-8EF7-3FE3-61521D874257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48">
            <a:extLst>
              <a:ext uri="{FF2B5EF4-FFF2-40B4-BE49-F238E27FC236}">
                <a16:creationId xmlns:a16="http://schemas.microsoft.com/office/drawing/2014/main" id="{952E8603-539A-7BCA-5542-02BE1A75A2C1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49">
            <a:extLst>
              <a:ext uri="{FF2B5EF4-FFF2-40B4-BE49-F238E27FC236}">
                <a16:creationId xmlns:a16="http://schemas.microsoft.com/office/drawing/2014/main" id="{E5240D69-554A-47F7-8F53-DB8589C59A96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50">
            <a:extLst>
              <a:ext uri="{FF2B5EF4-FFF2-40B4-BE49-F238E27FC236}">
                <a16:creationId xmlns:a16="http://schemas.microsoft.com/office/drawing/2014/main" id="{57264DD2-B911-786D-DCD7-2AAA39A9C1D9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51">
            <a:extLst>
              <a:ext uri="{FF2B5EF4-FFF2-40B4-BE49-F238E27FC236}">
                <a16:creationId xmlns:a16="http://schemas.microsoft.com/office/drawing/2014/main" id="{268E7C51-C4B9-E560-5F1A-61CAA26AFFCD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52">
            <a:extLst>
              <a:ext uri="{FF2B5EF4-FFF2-40B4-BE49-F238E27FC236}">
                <a16:creationId xmlns:a16="http://schemas.microsoft.com/office/drawing/2014/main" id="{33EB34E7-320B-85C9-13AF-4F75485197CF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53">
            <a:extLst>
              <a:ext uri="{FF2B5EF4-FFF2-40B4-BE49-F238E27FC236}">
                <a16:creationId xmlns:a16="http://schemas.microsoft.com/office/drawing/2014/main" id="{D88680BA-A10E-3CF9-8CC9-7DF4AABDAB8A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54">
            <a:extLst>
              <a:ext uri="{FF2B5EF4-FFF2-40B4-BE49-F238E27FC236}">
                <a16:creationId xmlns:a16="http://schemas.microsoft.com/office/drawing/2014/main" id="{F345B210-079A-3E8F-BC1B-45C61BB80396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55">
            <a:extLst>
              <a:ext uri="{FF2B5EF4-FFF2-40B4-BE49-F238E27FC236}">
                <a16:creationId xmlns:a16="http://schemas.microsoft.com/office/drawing/2014/main" id="{53770E14-EF8B-4992-AD5F-B820B501F47C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56">
            <a:extLst>
              <a:ext uri="{FF2B5EF4-FFF2-40B4-BE49-F238E27FC236}">
                <a16:creationId xmlns:a16="http://schemas.microsoft.com/office/drawing/2014/main" id="{9BC5EA8A-9AE0-3A39-5430-341A45713A76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57">
            <a:extLst>
              <a:ext uri="{FF2B5EF4-FFF2-40B4-BE49-F238E27FC236}">
                <a16:creationId xmlns:a16="http://schemas.microsoft.com/office/drawing/2014/main" id="{DFDA4B3A-1EF4-298D-AB98-4F6BC0BB9885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58">
            <a:extLst>
              <a:ext uri="{FF2B5EF4-FFF2-40B4-BE49-F238E27FC236}">
                <a16:creationId xmlns:a16="http://schemas.microsoft.com/office/drawing/2014/main" id="{14287CDD-B84C-9FB8-BDA8-CD4B39B96433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59">
            <a:extLst>
              <a:ext uri="{FF2B5EF4-FFF2-40B4-BE49-F238E27FC236}">
                <a16:creationId xmlns:a16="http://schemas.microsoft.com/office/drawing/2014/main" id="{BB4DDDB7-9B8A-1B9F-9DFE-BB9FDF939360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60">
            <a:extLst>
              <a:ext uri="{FF2B5EF4-FFF2-40B4-BE49-F238E27FC236}">
                <a16:creationId xmlns:a16="http://schemas.microsoft.com/office/drawing/2014/main" id="{9B4002F4-19CA-47D4-874C-3F97160E3641}"/>
              </a:ext>
            </a:extLst>
          </p:cNvPr>
          <p:cNvSpPr/>
          <p:nvPr/>
        </p:nvSpPr>
        <p:spPr>
          <a:xfrm>
            <a:off x="6954012" y="95922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61">
            <a:extLst>
              <a:ext uri="{FF2B5EF4-FFF2-40B4-BE49-F238E27FC236}">
                <a16:creationId xmlns:a16="http://schemas.microsoft.com/office/drawing/2014/main" id="{3B158719-2D85-1C96-6D3B-FAAB73C5BC2C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62">
            <a:extLst>
              <a:ext uri="{FF2B5EF4-FFF2-40B4-BE49-F238E27FC236}">
                <a16:creationId xmlns:a16="http://schemas.microsoft.com/office/drawing/2014/main" id="{C22A7D51-D8EC-FDE4-152E-4A14E9EEF698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83" name="Text 69">
            <a:extLst>
              <a:ext uri="{FF2B5EF4-FFF2-40B4-BE49-F238E27FC236}">
                <a16:creationId xmlns:a16="http://schemas.microsoft.com/office/drawing/2014/main" id="{47538B90-A783-BAFC-0BA5-C07FB2F0B2B9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/  12</a:t>
            </a:r>
            <a:endParaRPr lang="en-US" sz="1000" dirty="0"/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5D61744A-CB5E-82E5-4901-5BD2A6996EAC}"/>
              </a:ext>
            </a:extLst>
          </p:cNvPr>
          <p:cNvSpPr/>
          <p:nvPr/>
        </p:nvSpPr>
        <p:spPr>
          <a:xfrm>
            <a:off x="5007064" y="18037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</a:t>
            </a:r>
            <a:endParaRPr lang="en-US" sz="900" dirty="0"/>
          </a:p>
        </p:txBody>
      </p:sp>
      <p:sp>
        <p:nvSpPr>
          <p:cNvPr id="90" name="Text 12">
            <a:extLst>
              <a:ext uri="{FF2B5EF4-FFF2-40B4-BE49-F238E27FC236}">
                <a16:creationId xmlns:a16="http://schemas.microsoft.com/office/drawing/2014/main" id="{47314FF1-429A-916F-79F3-B8BC5F8E89CE}"/>
              </a:ext>
            </a:extLst>
          </p:cNvPr>
          <p:cNvSpPr/>
          <p:nvPr/>
        </p:nvSpPr>
        <p:spPr>
          <a:xfrm>
            <a:off x="1011433" y="412730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Manual (power iteration) vs </a:t>
            </a:r>
            <a:r>
              <a:rPr lang="en-US" sz="1000" i="1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sklearn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— both methods recover the same structure.</a:t>
            </a:r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1" name="Text 9">
            <a:extLst>
              <a:ext uri="{FF2B5EF4-FFF2-40B4-BE49-F238E27FC236}">
                <a16:creationId xmlns:a16="http://schemas.microsoft.com/office/drawing/2014/main" id="{BB8AD0F7-7225-DD63-760A-DA8EFFFE99AD}"/>
              </a:ext>
            </a:extLst>
          </p:cNvPr>
          <p:cNvSpPr/>
          <p:nvPr/>
        </p:nvSpPr>
        <p:spPr>
          <a:xfrm>
            <a:off x="1849540" y="18037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900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0AAEC900-24A0-6890-AA73-558E4CB94E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5"/>
          <a:stretch>
            <a:fillRect/>
          </a:stretch>
        </p:blipFill>
        <p:spPr bwMode="auto">
          <a:xfrm>
            <a:off x="731520" y="2168912"/>
            <a:ext cx="2766646" cy="169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58827932-CF29-A6A1-41D7-3816EA57C0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5"/>
          <a:stretch>
            <a:fillRect/>
          </a:stretch>
        </p:blipFill>
        <p:spPr bwMode="auto">
          <a:xfrm>
            <a:off x="3881960" y="2168910"/>
            <a:ext cx="2766646" cy="169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488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62264-EA8C-B203-06EE-A430B117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64">
            <a:extLst>
              <a:ext uri="{FF2B5EF4-FFF2-40B4-BE49-F238E27FC236}">
                <a16:creationId xmlns:a16="http://schemas.microsoft.com/office/drawing/2014/main" id="{4CFFC72D-D091-C252-CA42-E5A85B41D875}"/>
              </a:ext>
            </a:extLst>
          </p:cNvPr>
          <p:cNvSpPr/>
          <p:nvPr/>
        </p:nvSpPr>
        <p:spPr>
          <a:xfrm>
            <a:off x="428999" y="604716"/>
            <a:ext cx="807492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do we validate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4B8934DD-079C-2437-E468-599F0814609F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25D99BD4-466B-D009-1AC0-6CDB620CC908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26D195B-DC35-9F6E-40EF-515C762D6B40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F85B427A-D1B0-E68B-DA96-B4CAAB503F24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2E2151D6-7F55-42D6-7C03-5F4BCC59D0E8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380D3347-8508-77D5-2788-F8EB2622AE88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67D433F3-EF76-4529-CEB2-73E27C29691A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5CFC31A0-A4F1-8267-B31E-A7B38CCC93A3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3A942155-102F-E206-41A0-B6BA6F8E5DE3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F661B5CA-CF02-F74B-675B-65761681E816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DAD16447-343E-B285-688B-BB919A976144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AA8DF235-1511-D837-8989-55CB911238F2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F3C9D967-7F15-2BBC-CEED-586B27A86A70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DC96280E-255B-F2B5-DE9C-3FB91E29AB89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D5485F04-6160-ECF2-95BC-1672E6AA3E9E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C1A2187D-C7CA-5B00-A75A-725AA451CF21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4DAE9BB8-FF12-B570-2632-441FE89C73C8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5F6FB043-94C9-18D2-7146-A2D89AB5B41A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F7E5279E-E16F-4862-B107-49135F38BBE9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24876687-858B-A50B-4E79-43B3F59705D4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396B1816-A919-3E93-F316-C2D62B58986B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22851CFD-74D4-42B0-9C9F-6316C2586EE2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AF0E2B39-25AA-D8F3-D922-00597635E3DE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B9E52F12-52B2-529C-D4AD-5EF3A16B844F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30D39BC7-7B01-78D7-1585-CF2ED620AE75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52C0EC42-9243-B1D9-3985-3CA8DF625B38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853A066B-16DD-9EE7-FD1A-B8654B9EA234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62D619E2-5CFD-1B10-8220-A3A685D60736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4C5DFC11-6F01-61C1-8BE7-900827A27DAE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9255DF35-8CBB-B37C-003A-131391539167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50B54FA3-249C-BDB2-1E2C-CAAACD77A2DF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31">
            <a:extLst>
              <a:ext uri="{FF2B5EF4-FFF2-40B4-BE49-F238E27FC236}">
                <a16:creationId xmlns:a16="http://schemas.microsoft.com/office/drawing/2014/main" id="{E92A944F-9566-8CB0-39F4-9FE78486AF96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26007E90-C0F2-0D67-2655-DF55CA920F51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33">
            <a:extLst>
              <a:ext uri="{FF2B5EF4-FFF2-40B4-BE49-F238E27FC236}">
                <a16:creationId xmlns:a16="http://schemas.microsoft.com/office/drawing/2014/main" id="{CB3D458C-7253-FFB8-715F-2834F7871DDD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D48E6FAF-8214-1E81-B096-110F06096563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35">
            <a:extLst>
              <a:ext uri="{FF2B5EF4-FFF2-40B4-BE49-F238E27FC236}">
                <a16:creationId xmlns:a16="http://schemas.microsoft.com/office/drawing/2014/main" id="{3A1AA261-219D-AD6D-9D23-76474264E79B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62110DAC-51CB-28DB-DC06-B19A4329E36B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37">
            <a:extLst>
              <a:ext uri="{FF2B5EF4-FFF2-40B4-BE49-F238E27FC236}">
                <a16:creationId xmlns:a16="http://schemas.microsoft.com/office/drawing/2014/main" id="{66345E07-D10D-8132-42A5-B4874FD9E973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38">
            <a:extLst>
              <a:ext uri="{FF2B5EF4-FFF2-40B4-BE49-F238E27FC236}">
                <a16:creationId xmlns:a16="http://schemas.microsoft.com/office/drawing/2014/main" id="{55BCCB31-B68B-3FEF-B950-C877D6F44775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39">
            <a:extLst>
              <a:ext uri="{FF2B5EF4-FFF2-40B4-BE49-F238E27FC236}">
                <a16:creationId xmlns:a16="http://schemas.microsoft.com/office/drawing/2014/main" id="{DEC33810-B022-3362-00F4-3961030A0F5B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40">
            <a:extLst>
              <a:ext uri="{FF2B5EF4-FFF2-40B4-BE49-F238E27FC236}">
                <a16:creationId xmlns:a16="http://schemas.microsoft.com/office/drawing/2014/main" id="{DF3C2355-6441-399C-5029-0328C0079BDC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41">
            <a:extLst>
              <a:ext uri="{FF2B5EF4-FFF2-40B4-BE49-F238E27FC236}">
                <a16:creationId xmlns:a16="http://schemas.microsoft.com/office/drawing/2014/main" id="{E2E6705D-294C-1A0E-811D-0EA4BDE49437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FAA25785-B458-6FE6-ED65-CFD3D9401319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43">
            <a:extLst>
              <a:ext uri="{FF2B5EF4-FFF2-40B4-BE49-F238E27FC236}">
                <a16:creationId xmlns:a16="http://schemas.microsoft.com/office/drawing/2014/main" id="{2F9E9D05-1362-B4E3-060B-355F64650E35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44">
            <a:extLst>
              <a:ext uri="{FF2B5EF4-FFF2-40B4-BE49-F238E27FC236}">
                <a16:creationId xmlns:a16="http://schemas.microsoft.com/office/drawing/2014/main" id="{7EC5F786-1B8B-5F58-BF96-E0D0C0F1B8A0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45">
            <a:extLst>
              <a:ext uri="{FF2B5EF4-FFF2-40B4-BE49-F238E27FC236}">
                <a16:creationId xmlns:a16="http://schemas.microsoft.com/office/drawing/2014/main" id="{2D22B0B3-1243-585D-5565-93D6FAE2E92C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3811ACDD-4EF8-485F-982B-1AEC4D7D9AF2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47">
            <a:extLst>
              <a:ext uri="{FF2B5EF4-FFF2-40B4-BE49-F238E27FC236}">
                <a16:creationId xmlns:a16="http://schemas.microsoft.com/office/drawing/2014/main" id="{E88112FE-2538-23DB-686F-B4F1761A0129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48">
            <a:extLst>
              <a:ext uri="{FF2B5EF4-FFF2-40B4-BE49-F238E27FC236}">
                <a16:creationId xmlns:a16="http://schemas.microsoft.com/office/drawing/2014/main" id="{A1DF5C43-F301-23DC-EDC4-60CB47A48513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49">
            <a:extLst>
              <a:ext uri="{FF2B5EF4-FFF2-40B4-BE49-F238E27FC236}">
                <a16:creationId xmlns:a16="http://schemas.microsoft.com/office/drawing/2014/main" id="{21F6E49B-4DA2-CB28-F9B1-17A7BE648C36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50">
            <a:extLst>
              <a:ext uri="{FF2B5EF4-FFF2-40B4-BE49-F238E27FC236}">
                <a16:creationId xmlns:a16="http://schemas.microsoft.com/office/drawing/2014/main" id="{EA89AC6B-9C92-B5F4-C97F-43BB9DA0B1E1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51">
            <a:extLst>
              <a:ext uri="{FF2B5EF4-FFF2-40B4-BE49-F238E27FC236}">
                <a16:creationId xmlns:a16="http://schemas.microsoft.com/office/drawing/2014/main" id="{4F4D2D8B-E6A6-4B32-2B9D-36DC0ECED877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52">
            <a:extLst>
              <a:ext uri="{FF2B5EF4-FFF2-40B4-BE49-F238E27FC236}">
                <a16:creationId xmlns:a16="http://schemas.microsoft.com/office/drawing/2014/main" id="{07CECE5C-5C2F-0724-CEB9-1F266C11FF80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53">
            <a:extLst>
              <a:ext uri="{FF2B5EF4-FFF2-40B4-BE49-F238E27FC236}">
                <a16:creationId xmlns:a16="http://schemas.microsoft.com/office/drawing/2014/main" id="{DB2506FF-E260-5E84-BE63-F115CEFAC30A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54">
            <a:extLst>
              <a:ext uri="{FF2B5EF4-FFF2-40B4-BE49-F238E27FC236}">
                <a16:creationId xmlns:a16="http://schemas.microsoft.com/office/drawing/2014/main" id="{97EEE618-7C42-7B0D-D87D-1DBA5EC02A94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55">
            <a:extLst>
              <a:ext uri="{FF2B5EF4-FFF2-40B4-BE49-F238E27FC236}">
                <a16:creationId xmlns:a16="http://schemas.microsoft.com/office/drawing/2014/main" id="{B9916CD8-38F1-6B80-4215-B7FC7C672765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56">
            <a:extLst>
              <a:ext uri="{FF2B5EF4-FFF2-40B4-BE49-F238E27FC236}">
                <a16:creationId xmlns:a16="http://schemas.microsoft.com/office/drawing/2014/main" id="{594B05B1-0104-AEBB-65A5-1E61B6F17BB8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57">
            <a:extLst>
              <a:ext uri="{FF2B5EF4-FFF2-40B4-BE49-F238E27FC236}">
                <a16:creationId xmlns:a16="http://schemas.microsoft.com/office/drawing/2014/main" id="{8E00981A-A194-A0DA-5AEE-90619E19CA6E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58">
            <a:extLst>
              <a:ext uri="{FF2B5EF4-FFF2-40B4-BE49-F238E27FC236}">
                <a16:creationId xmlns:a16="http://schemas.microsoft.com/office/drawing/2014/main" id="{99ABDC84-9B21-53F5-EAD9-5C989E62CCFA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59">
            <a:extLst>
              <a:ext uri="{FF2B5EF4-FFF2-40B4-BE49-F238E27FC236}">
                <a16:creationId xmlns:a16="http://schemas.microsoft.com/office/drawing/2014/main" id="{20D647BE-827A-32FC-7A41-6329DE5484F0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60">
            <a:extLst>
              <a:ext uri="{FF2B5EF4-FFF2-40B4-BE49-F238E27FC236}">
                <a16:creationId xmlns:a16="http://schemas.microsoft.com/office/drawing/2014/main" id="{3FBDAA2C-CF5F-6D7F-6E13-A4EBE65E1387}"/>
              </a:ext>
            </a:extLst>
          </p:cNvPr>
          <p:cNvSpPr/>
          <p:nvPr/>
        </p:nvSpPr>
        <p:spPr>
          <a:xfrm>
            <a:off x="6752844" y="95922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61">
            <a:extLst>
              <a:ext uri="{FF2B5EF4-FFF2-40B4-BE49-F238E27FC236}">
                <a16:creationId xmlns:a16="http://schemas.microsoft.com/office/drawing/2014/main" id="{AA8F24CC-766C-F022-BB05-D6953165413F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62">
            <a:extLst>
              <a:ext uri="{FF2B5EF4-FFF2-40B4-BE49-F238E27FC236}">
                <a16:creationId xmlns:a16="http://schemas.microsoft.com/office/drawing/2014/main" id="{A708A51A-91D7-B208-6A22-262538F1FFB2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83" name="Text 69">
            <a:extLst>
              <a:ext uri="{FF2B5EF4-FFF2-40B4-BE49-F238E27FC236}">
                <a16:creationId xmlns:a16="http://schemas.microsoft.com/office/drawing/2014/main" id="{A808594A-9AE9-AC3E-7C08-082544192254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/  12</a:t>
            </a:r>
            <a:endParaRPr lang="en-US" sz="1000" dirty="0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C03959FE-8D84-46BB-B933-FADEC7C67C64}"/>
              </a:ext>
            </a:extLst>
          </p:cNvPr>
          <p:cNvSpPr/>
          <p:nvPr/>
        </p:nvSpPr>
        <p:spPr>
          <a:xfrm>
            <a:off x="1011433" y="412730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Manual (power iteration) vs </a:t>
            </a:r>
            <a:r>
              <a:rPr lang="en-US" sz="1000" i="1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sklearn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— both methods recover the same structure.</a:t>
            </a:r>
          </a:p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CB03EF3F-9A56-8689-AB8F-61E9CE637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7" t="7465" r="709" b="13230"/>
          <a:stretch>
            <a:fillRect/>
          </a:stretch>
        </p:blipFill>
        <p:spPr bwMode="auto">
          <a:xfrm>
            <a:off x="2667580" y="2168912"/>
            <a:ext cx="2467125" cy="1450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5FFDF88E-FAB1-DEF9-186B-77D1ACD5F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5"/>
          <a:stretch>
            <a:fillRect/>
          </a:stretch>
        </p:blipFill>
        <p:spPr bwMode="auto">
          <a:xfrm>
            <a:off x="2385676" y="2168910"/>
            <a:ext cx="2766646" cy="1692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706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311ED-E4AD-B141-6208-09664F5E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9D0988-FC51-FA2C-EF92-22164BAE9043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6683D8-9EE8-4C37-5126-E07D8F533B1A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F4D7793-CC6E-4152-85AB-5C94380A9347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639B014-1C2F-DFA3-A4C6-DB3541A4FCA3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748BBC-25ED-50F9-3E74-CAA45E9659FA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19586C2-0460-7F48-201E-BD071D9BFBA5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5AB64A9-8ABB-B504-94E9-5A486C4176A7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2D7070-378D-A66A-C6FF-FAD1E88B93A2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33DB2F9-A195-F2AA-820F-3C1462B8C76B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444D57B-E4FF-CBCE-32D7-D823FAB44233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CE00F5E-4D7B-5AAD-3F8F-DDA9A07AE5DA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001EABD-6B5C-3E02-6DB9-FACA1007DE51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D05D1FB-AE83-6666-8F39-D3303ADFD32D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A0DA75C-B311-E817-733B-7421A491B12D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0440E59-05E2-9A92-75D9-B2AE65CB0D63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F88B83E-1D1E-0B19-B73F-4F79A7BE1848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316931A-FABD-285B-470A-BD7AED0C6EF3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D0B3143-BDC5-0579-87CF-61D2B9D9D100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27B6018-9255-3402-CFAA-3C6A204CB5C1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72B13D7-AF86-CA72-DF5D-3F759E03D430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00837A4-A362-5ABB-217A-6D0667A74B32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45FE6E0-6E40-5B03-8C6B-0D31C1F14990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C4BD3C9-AC90-DE82-1ECD-5D0F4018F1BE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B2743E3-7B00-6FC6-ECF2-34F6F836D8D7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B3B73D1-8D62-F0C3-D9D5-4A2A9759771B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36415B8-FECB-634F-5500-DF96FF1A5112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B11BA80-7328-49AA-C6D9-465756923077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149F623-CE38-2EED-0F08-B9EE117943DE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4F699EA-24FE-6B97-7549-D7FE125B99B1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3A9079E-23C3-B504-53B8-2BE9DA243CDB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0230730-9746-EF88-26D0-C3E5ACC9BB0D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54956DC-6A25-1156-ED0E-763466D468CA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A6BE632-9C50-EA32-8B5C-7B0558D53840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924487F-1564-438A-3B67-957C8F7BEAC4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808D541-3A46-7A63-9991-2AD8F41CDE5F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EC0885B-0499-3FB6-4751-828219A5D759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2BE62949-0BDD-093E-153A-0015B92B5B29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5F4B363-45D4-ECAB-5206-A135FE8D857D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A3E4E4D-B598-33FB-3D96-D37A783ECCEB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0873DD3-7CD3-91D6-36AB-510FB5257842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DCD9902-608C-A122-1A1E-CAF07A7F685D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10CB0F9-4C44-CF56-FB08-86B0817BABFE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C49A44A-5CEA-C9E1-44BA-F1AE83A17D7F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7C075E5C-B867-E559-BB49-8D63482A56E3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7960CD2E-A8F3-3700-D45C-107571EF560E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4B9FB50-6997-81A8-EA1F-6D23F4DEAE69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5AAAAEC3-9F7B-A36B-848C-8D54C3DDEC6B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DEF64C4E-83BF-35EA-36A5-780BD3D5896C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2BA9AD6-CDB1-2804-32F3-353410544E83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0DAC9469-83D5-CE28-1F50-5D7DD98180A9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0D101AB-1CE7-0EB2-1DC7-940D997003C2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29E97DC8-8222-809F-4ABB-8C4F3D36557B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A43DCBEE-DB30-9826-9553-FA788E1681E0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0FDE4AC0-2BCF-7413-B02C-DE5EE0D82E76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3782148-F71A-25AE-A6C8-314454C694C2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36A51019-1FEA-EF40-CD3C-5370D25F2310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75EEBC5-B502-5012-9472-B29B02714364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3D37CA72-BE78-55B4-A12C-D8CA5FBA7E29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84BA5C1-EAE8-D826-5734-F6A837266586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A1FF0839-DEC7-6D29-1876-F65A4AA46DB6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36A9085A-C10B-FE94-4D0C-FF0FEFD2D9B1}"/>
              </a:ext>
            </a:extLst>
          </p:cNvPr>
          <p:cNvSpPr/>
          <p:nvPr/>
        </p:nvSpPr>
        <p:spPr>
          <a:xfrm>
            <a:off x="6752844" y="11567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0915C64D-7421-D7D1-DE40-A332E320EBE3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CE989F46-9B9A-1BB8-C963-4AFF2C0A88B4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C19FF7B-482D-4976-3AC4-CF987AFD1B33}"/>
              </a:ext>
            </a:extLst>
          </p:cNvPr>
          <p:cNvSpPr/>
          <p:nvPr/>
        </p:nvSpPr>
        <p:spPr>
          <a:xfrm>
            <a:off x="428999" y="194245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this applied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513C0DE3-14DD-E447-8FF2-BE7E29010C74}"/>
              </a:ext>
            </a:extLst>
          </p:cNvPr>
          <p:cNvSpPr/>
          <p:nvPr/>
        </p:nvSpPr>
        <p:spPr>
          <a:xfrm>
            <a:off x="-1895458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544CB3D6-AEF2-6DAC-DDD4-061E9A33E54F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/  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20301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4">
            <a:extLst>
              <a:ext uri="{FF2B5EF4-FFF2-40B4-BE49-F238E27FC236}">
                <a16:creationId xmlns:a16="http://schemas.microsoft.com/office/drawing/2014/main" id="{E842DFE6-9392-8C05-43CD-EFB38DEA7470}"/>
              </a:ext>
            </a:extLst>
          </p:cNvPr>
          <p:cNvSpPr/>
          <p:nvPr/>
        </p:nvSpPr>
        <p:spPr>
          <a:xfrm>
            <a:off x="457200" y="1783080"/>
            <a:ext cx="2679192" cy="2788920"/>
          </a:xfrm>
          <a:prstGeom prst="rect">
            <a:avLst/>
          </a:prstGeom>
          <a:solidFill>
            <a:srgbClr val="0B1426"/>
          </a:solidFill>
          <a:ln/>
          <a:effectLst>
            <a:outerShdw blurRad="1524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1" name="Text 7">
            <a:extLst>
              <a:ext uri="{FF2B5EF4-FFF2-40B4-BE49-F238E27FC236}">
                <a16:creationId xmlns:a16="http://schemas.microsoft.com/office/drawing/2014/main" id="{364DBB42-B556-2DB1-313C-A1705A26B7D7}"/>
              </a:ext>
            </a:extLst>
          </p:cNvPr>
          <p:cNvSpPr/>
          <p:nvPr/>
        </p:nvSpPr>
        <p:spPr>
          <a:xfrm>
            <a:off x="822960" y="3383280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-3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292" name="Text 8">
            <a:extLst>
              <a:ext uri="{FF2B5EF4-FFF2-40B4-BE49-F238E27FC236}">
                <a16:creationId xmlns:a16="http://schemas.microsoft.com/office/drawing/2014/main" id="{72B6CD06-ED55-0DB2-BBF5-0E3FE958E8D2}"/>
              </a:ext>
            </a:extLst>
          </p:cNvPr>
          <p:cNvSpPr/>
          <p:nvPr/>
        </p:nvSpPr>
        <p:spPr>
          <a:xfrm>
            <a:off x="822960" y="3886200"/>
            <a:ext cx="1947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reduction for faster, more robust models</a:t>
            </a:r>
            <a:endParaRPr lang="en-US" sz="1100" dirty="0"/>
          </a:p>
        </p:txBody>
      </p:sp>
      <p:sp>
        <p:nvSpPr>
          <p:cNvPr id="293" name="Shape 9">
            <a:extLst>
              <a:ext uri="{FF2B5EF4-FFF2-40B4-BE49-F238E27FC236}">
                <a16:creationId xmlns:a16="http://schemas.microsoft.com/office/drawing/2014/main" id="{83D7D605-B45A-FE7A-5E0B-698AB915CD6C}"/>
              </a:ext>
            </a:extLst>
          </p:cNvPr>
          <p:cNvSpPr/>
          <p:nvPr/>
        </p:nvSpPr>
        <p:spPr>
          <a:xfrm>
            <a:off x="3264408" y="1783080"/>
            <a:ext cx="2679192" cy="2788920"/>
          </a:xfrm>
          <a:prstGeom prst="rect">
            <a:avLst/>
          </a:prstGeom>
          <a:solidFill>
            <a:srgbClr val="0B1426"/>
          </a:solidFill>
          <a:ln/>
          <a:effectLst>
            <a:outerShdw blurRad="1524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7" name="Text 12">
            <a:extLst>
              <a:ext uri="{FF2B5EF4-FFF2-40B4-BE49-F238E27FC236}">
                <a16:creationId xmlns:a16="http://schemas.microsoft.com/office/drawing/2014/main" id="{E6E5A4DF-8137-906E-B850-57F0E50DAE5A}"/>
              </a:ext>
            </a:extLst>
          </p:cNvPr>
          <p:cNvSpPr/>
          <p:nvPr/>
        </p:nvSpPr>
        <p:spPr>
          <a:xfrm>
            <a:off x="3630168" y="3383280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-3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Compression</a:t>
            </a:r>
            <a:endParaRPr lang="en-US" sz="2200" dirty="0"/>
          </a:p>
        </p:txBody>
      </p:sp>
      <p:sp>
        <p:nvSpPr>
          <p:cNvPr id="298" name="Text 13">
            <a:extLst>
              <a:ext uri="{FF2B5EF4-FFF2-40B4-BE49-F238E27FC236}">
                <a16:creationId xmlns:a16="http://schemas.microsoft.com/office/drawing/2014/main" id="{8AADC946-97BD-2DB4-6807-8A856F8CEF0C}"/>
              </a:ext>
            </a:extLst>
          </p:cNvPr>
          <p:cNvSpPr/>
          <p:nvPr/>
        </p:nvSpPr>
        <p:spPr>
          <a:xfrm>
            <a:off x="3630168" y="3886200"/>
            <a:ext cx="1947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representations with minimal loss</a:t>
            </a:r>
            <a:endParaRPr lang="en-US" sz="1100" dirty="0"/>
          </a:p>
        </p:txBody>
      </p:sp>
      <p:sp>
        <p:nvSpPr>
          <p:cNvPr id="299" name="Shape 14">
            <a:extLst>
              <a:ext uri="{FF2B5EF4-FFF2-40B4-BE49-F238E27FC236}">
                <a16:creationId xmlns:a16="http://schemas.microsoft.com/office/drawing/2014/main" id="{C08059ED-793D-8653-DB5E-63CB1373A7A6}"/>
              </a:ext>
            </a:extLst>
          </p:cNvPr>
          <p:cNvSpPr/>
          <p:nvPr/>
        </p:nvSpPr>
        <p:spPr>
          <a:xfrm>
            <a:off x="6071616" y="1783080"/>
            <a:ext cx="2679192" cy="2788920"/>
          </a:xfrm>
          <a:prstGeom prst="rect">
            <a:avLst/>
          </a:prstGeom>
          <a:solidFill>
            <a:srgbClr val="0B1426"/>
          </a:solidFill>
          <a:ln/>
          <a:effectLst>
            <a:outerShdw blurRad="1524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3" name="Text 17">
            <a:extLst>
              <a:ext uri="{FF2B5EF4-FFF2-40B4-BE49-F238E27FC236}">
                <a16:creationId xmlns:a16="http://schemas.microsoft.com/office/drawing/2014/main" id="{4C0C30FB-C53C-B94C-21DE-990C7DC975E9}"/>
              </a:ext>
            </a:extLst>
          </p:cNvPr>
          <p:cNvSpPr/>
          <p:nvPr/>
        </p:nvSpPr>
        <p:spPr>
          <a:xfrm>
            <a:off x="6437376" y="3383280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-3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304" name="Text 18">
            <a:extLst>
              <a:ext uri="{FF2B5EF4-FFF2-40B4-BE49-F238E27FC236}">
                <a16:creationId xmlns:a16="http://schemas.microsoft.com/office/drawing/2014/main" id="{5AE0AF43-9D58-F397-AE6C-990045B8461C}"/>
              </a:ext>
            </a:extLst>
          </p:cNvPr>
          <p:cNvSpPr/>
          <p:nvPr/>
        </p:nvSpPr>
        <p:spPr>
          <a:xfrm>
            <a:off x="6437376" y="3886200"/>
            <a:ext cx="1947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high-dimensional data onto 2-D or 3-D</a:t>
            </a:r>
            <a:endParaRPr lang="en-US" sz="1100" dirty="0"/>
          </a:p>
        </p:txBody>
      </p:sp>
      <p:sp>
        <p:nvSpPr>
          <p:cNvPr id="305" name="Text 64">
            <a:extLst>
              <a:ext uri="{FF2B5EF4-FFF2-40B4-BE49-F238E27FC236}">
                <a16:creationId xmlns:a16="http://schemas.microsoft.com/office/drawing/2014/main" id="{86686A24-8139-E764-84E5-ABE729E7922F}"/>
              </a:ext>
            </a:extLst>
          </p:cNvPr>
          <p:cNvSpPr/>
          <p:nvPr/>
        </p:nvSpPr>
        <p:spPr>
          <a:xfrm>
            <a:off x="428999" y="604716"/>
            <a:ext cx="807492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kern="0" spc="-1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this applied</a:t>
            </a:r>
            <a:r>
              <a:rPr lang="en-US" sz="4800" b="1" kern="0" spc="-100" dirty="0">
                <a:solidFill>
                  <a:srgbClr val="F59E0B"/>
                </a:solidFill>
                <a:latin typeface="Cambria" pitchFamily="34" charset="0"/>
              </a:rPr>
              <a:t>?</a:t>
            </a:r>
          </a:p>
          <a:p>
            <a:endParaRPr lang="en-US" sz="600" dirty="0"/>
          </a:p>
        </p:txBody>
      </p:sp>
      <p:sp>
        <p:nvSpPr>
          <p:cNvPr id="306" name="Shape 0">
            <a:extLst>
              <a:ext uri="{FF2B5EF4-FFF2-40B4-BE49-F238E27FC236}">
                <a16:creationId xmlns:a16="http://schemas.microsoft.com/office/drawing/2014/main" id="{FD7FA324-C72F-F836-BB66-CB7D0BE8E582}"/>
              </a:ext>
            </a:extLst>
          </p:cNvPr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7" name="Shape 1">
            <a:extLst>
              <a:ext uri="{FF2B5EF4-FFF2-40B4-BE49-F238E27FC236}">
                <a16:creationId xmlns:a16="http://schemas.microsoft.com/office/drawing/2014/main" id="{199702EB-D468-9D8D-5954-2C7D3F698D64}"/>
              </a:ext>
            </a:extLst>
          </p:cNvPr>
          <p:cNvSpPr/>
          <p:nvPr/>
        </p:nvSpPr>
        <p:spPr>
          <a:xfrm>
            <a:off x="696772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8" name="Shape 2">
            <a:extLst>
              <a:ext uri="{FF2B5EF4-FFF2-40B4-BE49-F238E27FC236}">
                <a16:creationId xmlns:a16="http://schemas.microsoft.com/office/drawing/2014/main" id="{353D9271-FD6A-FBEC-BBB6-EA8DCC2F8907}"/>
              </a:ext>
            </a:extLst>
          </p:cNvPr>
          <p:cNvSpPr/>
          <p:nvPr/>
        </p:nvSpPr>
        <p:spPr>
          <a:xfrm>
            <a:off x="716889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9" name="Shape 3">
            <a:extLst>
              <a:ext uri="{FF2B5EF4-FFF2-40B4-BE49-F238E27FC236}">
                <a16:creationId xmlns:a16="http://schemas.microsoft.com/office/drawing/2014/main" id="{E68C455B-E531-45C5-1B9B-BD28D3E19E0A}"/>
              </a:ext>
            </a:extLst>
          </p:cNvPr>
          <p:cNvSpPr/>
          <p:nvPr/>
        </p:nvSpPr>
        <p:spPr>
          <a:xfrm>
            <a:off x="737006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0" name="Shape 4">
            <a:extLst>
              <a:ext uri="{FF2B5EF4-FFF2-40B4-BE49-F238E27FC236}">
                <a16:creationId xmlns:a16="http://schemas.microsoft.com/office/drawing/2014/main" id="{E9371F1D-5DAC-D385-C990-90DA97D2352C}"/>
              </a:ext>
            </a:extLst>
          </p:cNvPr>
          <p:cNvSpPr/>
          <p:nvPr/>
        </p:nvSpPr>
        <p:spPr>
          <a:xfrm>
            <a:off x="757123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1" name="Shape 5">
            <a:extLst>
              <a:ext uri="{FF2B5EF4-FFF2-40B4-BE49-F238E27FC236}">
                <a16:creationId xmlns:a16="http://schemas.microsoft.com/office/drawing/2014/main" id="{B450CB5C-FCC2-F9C8-47FF-27A399C4082B}"/>
              </a:ext>
            </a:extLst>
          </p:cNvPr>
          <p:cNvSpPr/>
          <p:nvPr/>
        </p:nvSpPr>
        <p:spPr>
          <a:xfrm>
            <a:off x="7772400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2" name="Shape 6">
            <a:extLst>
              <a:ext uri="{FF2B5EF4-FFF2-40B4-BE49-F238E27FC236}">
                <a16:creationId xmlns:a16="http://schemas.microsoft.com/office/drawing/2014/main" id="{F623720D-FF3D-6B87-BB8F-1AB7767C0C39}"/>
              </a:ext>
            </a:extLst>
          </p:cNvPr>
          <p:cNvSpPr/>
          <p:nvPr/>
        </p:nvSpPr>
        <p:spPr>
          <a:xfrm>
            <a:off x="7973568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3" name="Shape 7">
            <a:extLst>
              <a:ext uri="{FF2B5EF4-FFF2-40B4-BE49-F238E27FC236}">
                <a16:creationId xmlns:a16="http://schemas.microsoft.com/office/drawing/2014/main" id="{EE1A7AE0-0792-F02D-92F1-1C82797F12F7}"/>
              </a:ext>
            </a:extLst>
          </p:cNvPr>
          <p:cNvSpPr/>
          <p:nvPr/>
        </p:nvSpPr>
        <p:spPr>
          <a:xfrm>
            <a:off x="8174736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4" name="Shape 8">
            <a:extLst>
              <a:ext uri="{FF2B5EF4-FFF2-40B4-BE49-F238E27FC236}">
                <a16:creationId xmlns:a16="http://schemas.microsoft.com/office/drawing/2014/main" id="{2B6F1334-7D3A-F06F-B482-F180A8FD2584}"/>
              </a:ext>
            </a:extLst>
          </p:cNvPr>
          <p:cNvSpPr/>
          <p:nvPr/>
        </p:nvSpPr>
        <p:spPr>
          <a:xfrm>
            <a:off x="8375904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5" name="Shape 9">
            <a:extLst>
              <a:ext uri="{FF2B5EF4-FFF2-40B4-BE49-F238E27FC236}">
                <a16:creationId xmlns:a16="http://schemas.microsoft.com/office/drawing/2014/main" id="{ED4A477B-DFF5-4B2C-F3C7-CC418B042A39}"/>
              </a:ext>
            </a:extLst>
          </p:cNvPr>
          <p:cNvSpPr/>
          <p:nvPr/>
        </p:nvSpPr>
        <p:spPr>
          <a:xfrm>
            <a:off x="8577072" y="36576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6" name="Shape 10">
            <a:extLst>
              <a:ext uri="{FF2B5EF4-FFF2-40B4-BE49-F238E27FC236}">
                <a16:creationId xmlns:a16="http://schemas.microsoft.com/office/drawing/2014/main" id="{B74D8F3A-05A1-7528-872D-6457076D1CB3}"/>
              </a:ext>
            </a:extLst>
          </p:cNvPr>
          <p:cNvSpPr/>
          <p:nvPr/>
        </p:nvSpPr>
        <p:spPr>
          <a:xfrm>
            <a:off x="676656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7" name="Shape 11">
            <a:extLst>
              <a:ext uri="{FF2B5EF4-FFF2-40B4-BE49-F238E27FC236}">
                <a16:creationId xmlns:a16="http://schemas.microsoft.com/office/drawing/2014/main" id="{2226F8A7-4F3A-ADCA-54F0-2EEF234213D6}"/>
              </a:ext>
            </a:extLst>
          </p:cNvPr>
          <p:cNvSpPr/>
          <p:nvPr/>
        </p:nvSpPr>
        <p:spPr>
          <a:xfrm>
            <a:off x="696772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8" name="Shape 12">
            <a:extLst>
              <a:ext uri="{FF2B5EF4-FFF2-40B4-BE49-F238E27FC236}">
                <a16:creationId xmlns:a16="http://schemas.microsoft.com/office/drawing/2014/main" id="{1E84B477-4DCD-DBDE-2F03-F7680D623DFD}"/>
              </a:ext>
            </a:extLst>
          </p:cNvPr>
          <p:cNvSpPr/>
          <p:nvPr/>
        </p:nvSpPr>
        <p:spPr>
          <a:xfrm>
            <a:off x="716889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9" name="Shape 13">
            <a:extLst>
              <a:ext uri="{FF2B5EF4-FFF2-40B4-BE49-F238E27FC236}">
                <a16:creationId xmlns:a16="http://schemas.microsoft.com/office/drawing/2014/main" id="{85C5B938-D3D7-18DE-FBA9-C2913685E5E2}"/>
              </a:ext>
            </a:extLst>
          </p:cNvPr>
          <p:cNvSpPr/>
          <p:nvPr/>
        </p:nvSpPr>
        <p:spPr>
          <a:xfrm>
            <a:off x="737006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0" name="Shape 14">
            <a:extLst>
              <a:ext uri="{FF2B5EF4-FFF2-40B4-BE49-F238E27FC236}">
                <a16:creationId xmlns:a16="http://schemas.microsoft.com/office/drawing/2014/main" id="{76A8F894-E005-5DDB-EE48-2C19E33F39DD}"/>
              </a:ext>
            </a:extLst>
          </p:cNvPr>
          <p:cNvSpPr/>
          <p:nvPr/>
        </p:nvSpPr>
        <p:spPr>
          <a:xfrm>
            <a:off x="757123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1" name="Shape 15">
            <a:extLst>
              <a:ext uri="{FF2B5EF4-FFF2-40B4-BE49-F238E27FC236}">
                <a16:creationId xmlns:a16="http://schemas.microsoft.com/office/drawing/2014/main" id="{A7404848-4F27-0389-6352-B71B079A16FC}"/>
              </a:ext>
            </a:extLst>
          </p:cNvPr>
          <p:cNvSpPr/>
          <p:nvPr/>
        </p:nvSpPr>
        <p:spPr>
          <a:xfrm>
            <a:off x="7772400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2" name="Shape 16">
            <a:extLst>
              <a:ext uri="{FF2B5EF4-FFF2-40B4-BE49-F238E27FC236}">
                <a16:creationId xmlns:a16="http://schemas.microsoft.com/office/drawing/2014/main" id="{521921AC-67B8-7A39-CDFA-047759EFA8AD}"/>
              </a:ext>
            </a:extLst>
          </p:cNvPr>
          <p:cNvSpPr/>
          <p:nvPr/>
        </p:nvSpPr>
        <p:spPr>
          <a:xfrm>
            <a:off x="7973568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3" name="Shape 17">
            <a:extLst>
              <a:ext uri="{FF2B5EF4-FFF2-40B4-BE49-F238E27FC236}">
                <a16:creationId xmlns:a16="http://schemas.microsoft.com/office/drawing/2014/main" id="{628C794C-77A5-961F-E040-D115DFBC8731}"/>
              </a:ext>
            </a:extLst>
          </p:cNvPr>
          <p:cNvSpPr/>
          <p:nvPr/>
        </p:nvSpPr>
        <p:spPr>
          <a:xfrm>
            <a:off x="8174736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4" name="Shape 18">
            <a:extLst>
              <a:ext uri="{FF2B5EF4-FFF2-40B4-BE49-F238E27FC236}">
                <a16:creationId xmlns:a16="http://schemas.microsoft.com/office/drawing/2014/main" id="{2463815F-EC2F-5468-F358-6EF14E1FEECC}"/>
              </a:ext>
            </a:extLst>
          </p:cNvPr>
          <p:cNvSpPr/>
          <p:nvPr/>
        </p:nvSpPr>
        <p:spPr>
          <a:xfrm>
            <a:off x="8375904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5" name="Shape 19">
            <a:extLst>
              <a:ext uri="{FF2B5EF4-FFF2-40B4-BE49-F238E27FC236}">
                <a16:creationId xmlns:a16="http://schemas.microsoft.com/office/drawing/2014/main" id="{85F1D87A-5E87-61B6-B456-477DBA880AD0}"/>
              </a:ext>
            </a:extLst>
          </p:cNvPr>
          <p:cNvSpPr/>
          <p:nvPr/>
        </p:nvSpPr>
        <p:spPr>
          <a:xfrm>
            <a:off x="8577072" y="56692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6" name="Shape 20">
            <a:extLst>
              <a:ext uri="{FF2B5EF4-FFF2-40B4-BE49-F238E27FC236}">
                <a16:creationId xmlns:a16="http://schemas.microsoft.com/office/drawing/2014/main" id="{3F9DC0A1-D2FC-FF9D-7BB0-5334E2FFBA24}"/>
              </a:ext>
            </a:extLst>
          </p:cNvPr>
          <p:cNvSpPr/>
          <p:nvPr/>
        </p:nvSpPr>
        <p:spPr>
          <a:xfrm>
            <a:off x="676656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7" name="Shape 21">
            <a:extLst>
              <a:ext uri="{FF2B5EF4-FFF2-40B4-BE49-F238E27FC236}">
                <a16:creationId xmlns:a16="http://schemas.microsoft.com/office/drawing/2014/main" id="{00637902-712C-6AF8-0E2E-C2833CE60294}"/>
              </a:ext>
            </a:extLst>
          </p:cNvPr>
          <p:cNvSpPr/>
          <p:nvPr/>
        </p:nvSpPr>
        <p:spPr>
          <a:xfrm>
            <a:off x="696772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8" name="Shape 22">
            <a:extLst>
              <a:ext uri="{FF2B5EF4-FFF2-40B4-BE49-F238E27FC236}">
                <a16:creationId xmlns:a16="http://schemas.microsoft.com/office/drawing/2014/main" id="{03CC17C5-835A-4BAE-CBBD-78B117BB1C52}"/>
              </a:ext>
            </a:extLst>
          </p:cNvPr>
          <p:cNvSpPr/>
          <p:nvPr/>
        </p:nvSpPr>
        <p:spPr>
          <a:xfrm>
            <a:off x="716889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9" name="Shape 23">
            <a:extLst>
              <a:ext uri="{FF2B5EF4-FFF2-40B4-BE49-F238E27FC236}">
                <a16:creationId xmlns:a16="http://schemas.microsoft.com/office/drawing/2014/main" id="{73B94CAC-2AF7-A835-F010-C6E47641D01F}"/>
              </a:ext>
            </a:extLst>
          </p:cNvPr>
          <p:cNvSpPr/>
          <p:nvPr/>
        </p:nvSpPr>
        <p:spPr>
          <a:xfrm>
            <a:off x="737006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0" name="Shape 24">
            <a:extLst>
              <a:ext uri="{FF2B5EF4-FFF2-40B4-BE49-F238E27FC236}">
                <a16:creationId xmlns:a16="http://schemas.microsoft.com/office/drawing/2014/main" id="{124F9A86-DB7C-B284-0FDE-4274AA00D9A5}"/>
              </a:ext>
            </a:extLst>
          </p:cNvPr>
          <p:cNvSpPr/>
          <p:nvPr/>
        </p:nvSpPr>
        <p:spPr>
          <a:xfrm>
            <a:off x="757123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1" name="Shape 25">
            <a:extLst>
              <a:ext uri="{FF2B5EF4-FFF2-40B4-BE49-F238E27FC236}">
                <a16:creationId xmlns:a16="http://schemas.microsoft.com/office/drawing/2014/main" id="{8BCE3809-2F83-C394-E9CE-8EECA0D49347}"/>
              </a:ext>
            </a:extLst>
          </p:cNvPr>
          <p:cNvSpPr/>
          <p:nvPr/>
        </p:nvSpPr>
        <p:spPr>
          <a:xfrm>
            <a:off x="7772400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2" name="Shape 26">
            <a:extLst>
              <a:ext uri="{FF2B5EF4-FFF2-40B4-BE49-F238E27FC236}">
                <a16:creationId xmlns:a16="http://schemas.microsoft.com/office/drawing/2014/main" id="{4430AA39-CA48-CDE0-1A78-2881AA18716B}"/>
              </a:ext>
            </a:extLst>
          </p:cNvPr>
          <p:cNvSpPr/>
          <p:nvPr/>
        </p:nvSpPr>
        <p:spPr>
          <a:xfrm>
            <a:off x="7973568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3" name="Shape 27">
            <a:extLst>
              <a:ext uri="{FF2B5EF4-FFF2-40B4-BE49-F238E27FC236}">
                <a16:creationId xmlns:a16="http://schemas.microsoft.com/office/drawing/2014/main" id="{FF010677-DEEA-94E4-692E-178D0EDACA29}"/>
              </a:ext>
            </a:extLst>
          </p:cNvPr>
          <p:cNvSpPr/>
          <p:nvPr/>
        </p:nvSpPr>
        <p:spPr>
          <a:xfrm>
            <a:off x="8174736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4" name="Shape 28">
            <a:extLst>
              <a:ext uri="{FF2B5EF4-FFF2-40B4-BE49-F238E27FC236}">
                <a16:creationId xmlns:a16="http://schemas.microsoft.com/office/drawing/2014/main" id="{B74F9217-DD9E-CDA4-B405-9D4039023C61}"/>
              </a:ext>
            </a:extLst>
          </p:cNvPr>
          <p:cNvSpPr/>
          <p:nvPr/>
        </p:nvSpPr>
        <p:spPr>
          <a:xfrm>
            <a:off x="8375904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5" name="Shape 29">
            <a:extLst>
              <a:ext uri="{FF2B5EF4-FFF2-40B4-BE49-F238E27FC236}">
                <a16:creationId xmlns:a16="http://schemas.microsoft.com/office/drawing/2014/main" id="{9DA9944B-45AA-3A74-7877-119C2FD6266D}"/>
              </a:ext>
            </a:extLst>
          </p:cNvPr>
          <p:cNvSpPr/>
          <p:nvPr/>
        </p:nvSpPr>
        <p:spPr>
          <a:xfrm>
            <a:off x="8577072" y="768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6" name="Shape 30">
            <a:extLst>
              <a:ext uri="{FF2B5EF4-FFF2-40B4-BE49-F238E27FC236}">
                <a16:creationId xmlns:a16="http://schemas.microsoft.com/office/drawing/2014/main" id="{6BE28BF2-F6C6-435C-0FDB-B027AE061FCD}"/>
              </a:ext>
            </a:extLst>
          </p:cNvPr>
          <p:cNvSpPr/>
          <p:nvPr/>
        </p:nvSpPr>
        <p:spPr>
          <a:xfrm>
            <a:off x="676656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7" name="Shape 31">
            <a:extLst>
              <a:ext uri="{FF2B5EF4-FFF2-40B4-BE49-F238E27FC236}">
                <a16:creationId xmlns:a16="http://schemas.microsoft.com/office/drawing/2014/main" id="{E871A484-A86C-89AC-8902-E02601F94AB1}"/>
              </a:ext>
            </a:extLst>
          </p:cNvPr>
          <p:cNvSpPr/>
          <p:nvPr/>
        </p:nvSpPr>
        <p:spPr>
          <a:xfrm>
            <a:off x="696772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8" name="Shape 32">
            <a:extLst>
              <a:ext uri="{FF2B5EF4-FFF2-40B4-BE49-F238E27FC236}">
                <a16:creationId xmlns:a16="http://schemas.microsoft.com/office/drawing/2014/main" id="{93BD3374-D554-8D4C-E2B3-97E4BD88B92E}"/>
              </a:ext>
            </a:extLst>
          </p:cNvPr>
          <p:cNvSpPr/>
          <p:nvPr/>
        </p:nvSpPr>
        <p:spPr>
          <a:xfrm>
            <a:off x="716889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9" name="Shape 33">
            <a:extLst>
              <a:ext uri="{FF2B5EF4-FFF2-40B4-BE49-F238E27FC236}">
                <a16:creationId xmlns:a16="http://schemas.microsoft.com/office/drawing/2014/main" id="{E948D41C-8200-7AE5-C8C9-2971EDBB43B3}"/>
              </a:ext>
            </a:extLst>
          </p:cNvPr>
          <p:cNvSpPr/>
          <p:nvPr/>
        </p:nvSpPr>
        <p:spPr>
          <a:xfrm>
            <a:off x="737006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0" name="Shape 34">
            <a:extLst>
              <a:ext uri="{FF2B5EF4-FFF2-40B4-BE49-F238E27FC236}">
                <a16:creationId xmlns:a16="http://schemas.microsoft.com/office/drawing/2014/main" id="{681A1C50-C5CF-5FA1-9633-B735C9AC1E83}"/>
              </a:ext>
            </a:extLst>
          </p:cNvPr>
          <p:cNvSpPr/>
          <p:nvPr/>
        </p:nvSpPr>
        <p:spPr>
          <a:xfrm>
            <a:off x="757123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1" name="Shape 35">
            <a:extLst>
              <a:ext uri="{FF2B5EF4-FFF2-40B4-BE49-F238E27FC236}">
                <a16:creationId xmlns:a16="http://schemas.microsoft.com/office/drawing/2014/main" id="{9276F0A3-BB8A-2911-E5F3-0CD43AC1DBB6}"/>
              </a:ext>
            </a:extLst>
          </p:cNvPr>
          <p:cNvSpPr/>
          <p:nvPr/>
        </p:nvSpPr>
        <p:spPr>
          <a:xfrm>
            <a:off x="7772400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2" name="Shape 36">
            <a:extLst>
              <a:ext uri="{FF2B5EF4-FFF2-40B4-BE49-F238E27FC236}">
                <a16:creationId xmlns:a16="http://schemas.microsoft.com/office/drawing/2014/main" id="{0C9D4882-1637-B3FB-924B-2BAA67A26620}"/>
              </a:ext>
            </a:extLst>
          </p:cNvPr>
          <p:cNvSpPr/>
          <p:nvPr/>
        </p:nvSpPr>
        <p:spPr>
          <a:xfrm>
            <a:off x="7973568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Shape 37">
            <a:extLst>
              <a:ext uri="{FF2B5EF4-FFF2-40B4-BE49-F238E27FC236}">
                <a16:creationId xmlns:a16="http://schemas.microsoft.com/office/drawing/2014/main" id="{2BEFD08E-9CE4-6908-9CAD-DC15BB9F728B}"/>
              </a:ext>
            </a:extLst>
          </p:cNvPr>
          <p:cNvSpPr/>
          <p:nvPr/>
        </p:nvSpPr>
        <p:spPr>
          <a:xfrm>
            <a:off x="8174736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4" name="Shape 38">
            <a:extLst>
              <a:ext uri="{FF2B5EF4-FFF2-40B4-BE49-F238E27FC236}">
                <a16:creationId xmlns:a16="http://schemas.microsoft.com/office/drawing/2014/main" id="{B48736A4-410C-422F-1F03-210B618E9D7F}"/>
              </a:ext>
            </a:extLst>
          </p:cNvPr>
          <p:cNvSpPr/>
          <p:nvPr/>
        </p:nvSpPr>
        <p:spPr>
          <a:xfrm>
            <a:off x="8375904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5" name="Shape 39">
            <a:extLst>
              <a:ext uri="{FF2B5EF4-FFF2-40B4-BE49-F238E27FC236}">
                <a16:creationId xmlns:a16="http://schemas.microsoft.com/office/drawing/2014/main" id="{FC5AE508-14DF-92A5-2F20-FA6B7D0CE71D}"/>
              </a:ext>
            </a:extLst>
          </p:cNvPr>
          <p:cNvSpPr/>
          <p:nvPr/>
        </p:nvSpPr>
        <p:spPr>
          <a:xfrm>
            <a:off x="8577072" y="9692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6" name="Shape 40">
            <a:extLst>
              <a:ext uri="{FF2B5EF4-FFF2-40B4-BE49-F238E27FC236}">
                <a16:creationId xmlns:a16="http://schemas.microsoft.com/office/drawing/2014/main" id="{A1AE11AF-428A-D47B-D916-1A06CA325C48}"/>
              </a:ext>
            </a:extLst>
          </p:cNvPr>
          <p:cNvSpPr/>
          <p:nvPr/>
        </p:nvSpPr>
        <p:spPr>
          <a:xfrm>
            <a:off x="676656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7" name="Shape 41">
            <a:extLst>
              <a:ext uri="{FF2B5EF4-FFF2-40B4-BE49-F238E27FC236}">
                <a16:creationId xmlns:a16="http://schemas.microsoft.com/office/drawing/2014/main" id="{5B318697-4114-4C67-6CD2-4B17A3815E42}"/>
              </a:ext>
            </a:extLst>
          </p:cNvPr>
          <p:cNvSpPr/>
          <p:nvPr/>
        </p:nvSpPr>
        <p:spPr>
          <a:xfrm>
            <a:off x="696772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8" name="Shape 42">
            <a:extLst>
              <a:ext uri="{FF2B5EF4-FFF2-40B4-BE49-F238E27FC236}">
                <a16:creationId xmlns:a16="http://schemas.microsoft.com/office/drawing/2014/main" id="{DAAE0434-B667-F646-2A6F-3C28DBF6B5F6}"/>
              </a:ext>
            </a:extLst>
          </p:cNvPr>
          <p:cNvSpPr/>
          <p:nvPr/>
        </p:nvSpPr>
        <p:spPr>
          <a:xfrm>
            <a:off x="716889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9" name="Shape 43">
            <a:extLst>
              <a:ext uri="{FF2B5EF4-FFF2-40B4-BE49-F238E27FC236}">
                <a16:creationId xmlns:a16="http://schemas.microsoft.com/office/drawing/2014/main" id="{0973EFD0-F410-D62B-C448-877704FE7E85}"/>
              </a:ext>
            </a:extLst>
          </p:cNvPr>
          <p:cNvSpPr/>
          <p:nvPr/>
        </p:nvSpPr>
        <p:spPr>
          <a:xfrm>
            <a:off x="737006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0" name="Shape 44">
            <a:extLst>
              <a:ext uri="{FF2B5EF4-FFF2-40B4-BE49-F238E27FC236}">
                <a16:creationId xmlns:a16="http://schemas.microsoft.com/office/drawing/2014/main" id="{C61218FC-6C16-C6FD-9C5B-8456A9D122C6}"/>
              </a:ext>
            </a:extLst>
          </p:cNvPr>
          <p:cNvSpPr/>
          <p:nvPr/>
        </p:nvSpPr>
        <p:spPr>
          <a:xfrm>
            <a:off x="757123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1" name="Shape 45">
            <a:extLst>
              <a:ext uri="{FF2B5EF4-FFF2-40B4-BE49-F238E27FC236}">
                <a16:creationId xmlns:a16="http://schemas.microsoft.com/office/drawing/2014/main" id="{AB240C47-4907-459B-0B67-81865D46772D}"/>
              </a:ext>
            </a:extLst>
          </p:cNvPr>
          <p:cNvSpPr/>
          <p:nvPr/>
        </p:nvSpPr>
        <p:spPr>
          <a:xfrm>
            <a:off x="7772400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2" name="Shape 46">
            <a:extLst>
              <a:ext uri="{FF2B5EF4-FFF2-40B4-BE49-F238E27FC236}">
                <a16:creationId xmlns:a16="http://schemas.microsoft.com/office/drawing/2014/main" id="{01BE9022-6FDD-D6EF-AC76-FBB4CC1C3FC1}"/>
              </a:ext>
            </a:extLst>
          </p:cNvPr>
          <p:cNvSpPr/>
          <p:nvPr/>
        </p:nvSpPr>
        <p:spPr>
          <a:xfrm>
            <a:off x="7973568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3" name="Shape 47">
            <a:extLst>
              <a:ext uri="{FF2B5EF4-FFF2-40B4-BE49-F238E27FC236}">
                <a16:creationId xmlns:a16="http://schemas.microsoft.com/office/drawing/2014/main" id="{8A38A6EE-028B-705A-7A6B-121F4D66A0E9}"/>
              </a:ext>
            </a:extLst>
          </p:cNvPr>
          <p:cNvSpPr/>
          <p:nvPr/>
        </p:nvSpPr>
        <p:spPr>
          <a:xfrm>
            <a:off x="8174736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4" name="Shape 48">
            <a:extLst>
              <a:ext uri="{FF2B5EF4-FFF2-40B4-BE49-F238E27FC236}">
                <a16:creationId xmlns:a16="http://schemas.microsoft.com/office/drawing/2014/main" id="{778172FC-ACAC-6CB6-1DDA-F343793F3F88}"/>
              </a:ext>
            </a:extLst>
          </p:cNvPr>
          <p:cNvSpPr/>
          <p:nvPr/>
        </p:nvSpPr>
        <p:spPr>
          <a:xfrm>
            <a:off x="8375904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5" name="Shape 49">
            <a:extLst>
              <a:ext uri="{FF2B5EF4-FFF2-40B4-BE49-F238E27FC236}">
                <a16:creationId xmlns:a16="http://schemas.microsoft.com/office/drawing/2014/main" id="{7B4F876F-31CD-4564-1550-CD0FB8D21B68}"/>
              </a:ext>
            </a:extLst>
          </p:cNvPr>
          <p:cNvSpPr/>
          <p:nvPr/>
        </p:nvSpPr>
        <p:spPr>
          <a:xfrm>
            <a:off x="8577072" y="11704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6" name="Shape 50">
            <a:extLst>
              <a:ext uri="{FF2B5EF4-FFF2-40B4-BE49-F238E27FC236}">
                <a16:creationId xmlns:a16="http://schemas.microsoft.com/office/drawing/2014/main" id="{77299184-864D-11CE-9D9E-326F46854970}"/>
              </a:ext>
            </a:extLst>
          </p:cNvPr>
          <p:cNvSpPr/>
          <p:nvPr/>
        </p:nvSpPr>
        <p:spPr>
          <a:xfrm>
            <a:off x="676656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7" name="Shape 51">
            <a:extLst>
              <a:ext uri="{FF2B5EF4-FFF2-40B4-BE49-F238E27FC236}">
                <a16:creationId xmlns:a16="http://schemas.microsoft.com/office/drawing/2014/main" id="{3FF1E155-9A53-0C94-4238-8341CD1CEF4E}"/>
              </a:ext>
            </a:extLst>
          </p:cNvPr>
          <p:cNvSpPr/>
          <p:nvPr/>
        </p:nvSpPr>
        <p:spPr>
          <a:xfrm>
            <a:off x="696772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8" name="Shape 52">
            <a:extLst>
              <a:ext uri="{FF2B5EF4-FFF2-40B4-BE49-F238E27FC236}">
                <a16:creationId xmlns:a16="http://schemas.microsoft.com/office/drawing/2014/main" id="{0488A8FC-B72E-FF05-4D3E-EED3FB06584C}"/>
              </a:ext>
            </a:extLst>
          </p:cNvPr>
          <p:cNvSpPr/>
          <p:nvPr/>
        </p:nvSpPr>
        <p:spPr>
          <a:xfrm>
            <a:off x="716889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9" name="Shape 53">
            <a:extLst>
              <a:ext uri="{FF2B5EF4-FFF2-40B4-BE49-F238E27FC236}">
                <a16:creationId xmlns:a16="http://schemas.microsoft.com/office/drawing/2014/main" id="{6A8B7244-2EF2-B3FB-CAC7-DB85C0F56A11}"/>
              </a:ext>
            </a:extLst>
          </p:cNvPr>
          <p:cNvSpPr/>
          <p:nvPr/>
        </p:nvSpPr>
        <p:spPr>
          <a:xfrm>
            <a:off x="737006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0" name="Shape 54">
            <a:extLst>
              <a:ext uri="{FF2B5EF4-FFF2-40B4-BE49-F238E27FC236}">
                <a16:creationId xmlns:a16="http://schemas.microsoft.com/office/drawing/2014/main" id="{64ED9E34-7C75-CDBF-97A8-19FC780D4386}"/>
              </a:ext>
            </a:extLst>
          </p:cNvPr>
          <p:cNvSpPr/>
          <p:nvPr/>
        </p:nvSpPr>
        <p:spPr>
          <a:xfrm>
            <a:off x="757123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1" name="Shape 55">
            <a:extLst>
              <a:ext uri="{FF2B5EF4-FFF2-40B4-BE49-F238E27FC236}">
                <a16:creationId xmlns:a16="http://schemas.microsoft.com/office/drawing/2014/main" id="{6C77424F-2A86-34B5-723E-15F0AD258389}"/>
              </a:ext>
            </a:extLst>
          </p:cNvPr>
          <p:cNvSpPr/>
          <p:nvPr/>
        </p:nvSpPr>
        <p:spPr>
          <a:xfrm>
            <a:off x="7772400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2" name="Shape 56">
            <a:extLst>
              <a:ext uri="{FF2B5EF4-FFF2-40B4-BE49-F238E27FC236}">
                <a16:creationId xmlns:a16="http://schemas.microsoft.com/office/drawing/2014/main" id="{283D2880-68D1-8D74-259B-28C0441BA13E}"/>
              </a:ext>
            </a:extLst>
          </p:cNvPr>
          <p:cNvSpPr/>
          <p:nvPr/>
        </p:nvSpPr>
        <p:spPr>
          <a:xfrm>
            <a:off x="7973568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3" name="Shape 57">
            <a:extLst>
              <a:ext uri="{FF2B5EF4-FFF2-40B4-BE49-F238E27FC236}">
                <a16:creationId xmlns:a16="http://schemas.microsoft.com/office/drawing/2014/main" id="{9D4C62CF-19AC-64D4-470E-D2D43B91077F}"/>
              </a:ext>
            </a:extLst>
          </p:cNvPr>
          <p:cNvSpPr/>
          <p:nvPr/>
        </p:nvSpPr>
        <p:spPr>
          <a:xfrm>
            <a:off x="8174736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4" name="Shape 58">
            <a:extLst>
              <a:ext uri="{FF2B5EF4-FFF2-40B4-BE49-F238E27FC236}">
                <a16:creationId xmlns:a16="http://schemas.microsoft.com/office/drawing/2014/main" id="{EADFF44F-477E-CEE0-B413-1CDA346CC4AC}"/>
              </a:ext>
            </a:extLst>
          </p:cNvPr>
          <p:cNvSpPr/>
          <p:nvPr/>
        </p:nvSpPr>
        <p:spPr>
          <a:xfrm>
            <a:off x="8375904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5" name="Shape 59">
            <a:extLst>
              <a:ext uri="{FF2B5EF4-FFF2-40B4-BE49-F238E27FC236}">
                <a16:creationId xmlns:a16="http://schemas.microsoft.com/office/drawing/2014/main" id="{C14C2A59-7F29-D38A-74DA-CAF29D95D988}"/>
              </a:ext>
            </a:extLst>
          </p:cNvPr>
          <p:cNvSpPr/>
          <p:nvPr/>
        </p:nvSpPr>
        <p:spPr>
          <a:xfrm>
            <a:off x="8577072" y="137160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6" name="Shape 60">
            <a:extLst>
              <a:ext uri="{FF2B5EF4-FFF2-40B4-BE49-F238E27FC236}">
                <a16:creationId xmlns:a16="http://schemas.microsoft.com/office/drawing/2014/main" id="{2053D17C-0FB0-B5CF-9875-DD18A516C63F}"/>
              </a:ext>
            </a:extLst>
          </p:cNvPr>
          <p:cNvSpPr/>
          <p:nvPr/>
        </p:nvSpPr>
        <p:spPr>
          <a:xfrm>
            <a:off x="6950837" y="116744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7" name="Shape 61">
            <a:extLst>
              <a:ext uri="{FF2B5EF4-FFF2-40B4-BE49-F238E27FC236}">
                <a16:creationId xmlns:a16="http://schemas.microsoft.com/office/drawing/2014/main" id="{D36E6F14-7A6B-E505-ECE2-B3DA85135830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8" name="Text 62">
            <a:extLst>
              <a:ext uri="{FF2B5EF4-FFF2-40B4-BE49-F238E27FC236}">
                <a16:creationId xmlns:a16="http://schemas.microsoft.com/office/drawing/2014/main" id="{81024E46-0576-346B-DD83-0C9ACBB178FC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369" name="Text 69">
            <a:extLst>
              <a:ext uri="{FF2B5EF4-FFF2-40B4-BE49-F238E27FC236}">
                <a16:creationId xmlns:a16="http://schemas.microsoft.com/office/drawing/2014/main" id="{05A40CD1-2BBB-2DC8-BF12-19F07C437AB8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/  12</a:t>
            </a:r>
            <a:endParaRPr lang="en-US" sz="1000" dirty="0"/>
          </a:p>
        </p:txBody>
      </p:sp>
      <p:sp>
        <p:nvSpPr>
          <p:cNvPr id="370" name="Shape 65">
            <a:extLst>
              <a:ext uri="{FF2B5EF4-FFF2-40B4-BE49-F238E27FC236}">
                <a16:creationId xmlns:a16="http://schemas.microsoft.com/office/drawing/2014/main" id="{B557A738-0190-D333-C5F4-66D4B131F534}"/>
              </a:ext>
            </a:extLst>
          </p:cNvPr>
          <p:cNvSpPr/>
          <p:nvPr/>
        </p:nvSpPr>
        <p:spPr>
          <a:xfrm>
            <a:off x="-1895457" y="3947163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Text 66">
            <a:extLst>
              <a:ext uri="{FF2B5EF4-FFF2-40B4-BE49-F238E27FC236}">
                <a16:creationId xmlns:a16="http://schemas.microsoft.com/office/drawing/2014/main" id="{78480079-EFE8-851A-0B07-B85EAFA798A5}"/>
              </a:ext>
            </a:extLst>
          </p:cNvPr>
          <p:cNvSpPr/>
          <p:nvPr/>
        </p:nvSpPr>
        <p:spPr>
          <a:xfrm>
            <a:off x="-1895458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72" name="Shape 0">
            <a:extLst>
              <a:ext uri="{FF2B5EF4-FFF2-40B4-BE49-F238E27FC236}">
                <a16:creationId xmlns:a16="http://schemas.microsoft.com/office/drawing/2014/main" id="{67C1B1D1-024A-4D7D-2926-41AB6E5F1681}"/>
              </a:ext>
            </a:extLst>
          </p:cNvPr>
          <p:cNvSpPr/>
          <p:nvPr/>
        </p:nvSpPr>
        <p:spPr>
          <a:xfrm>
            <a:off x="6766558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3" name="Shape 1">
            <a:extLst>
              <a:ext uri="{FF2B5EF4-FFF2-40B4-BE49-F238E27FC236}">
                <a16:creationId xmlns:a16="http://schemas.microsoft.com/office/drawing/2014/main" id="{CC5D9868-A549-9CC8-8D75-5AE5F4882CF3}"/>
              </a:ext>
            </a:extLst>
          </p:cNvPr>
          <p:cNvSpPr/>
          <p:nvPr/>
        </p:nvSpPr>
        <p:spPr>
          <a:xfrm>
            <a:off x="6967726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4" name="Shape 2">
            <a:extLst>
              <a:ext uri="{FF2B5EF4-FFF2-40B4-BE49-F238E27FC236}">
                <a16:creationId xmlns:a16="http://schemas.microsoft.com/office/drawing/2014/main" id="{AB2035D6-92D4-07B9-58E2-2C02E68E3317}"/>
              </a:ext>
            </a:extLst>
          </p:cNvPr>
          <p:cNvSpPr/>
          <p:nvPr/>
        </p:nvSpPr>
        <p:spPr>
          <a:xfrm>
            <a:off x="7168894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5" name="Shape 3">
            <a:extLst>
              <a:ext uri="{FF2B5EF4-FFF2-40B4-BE49-F238E27FC236}">
                <a16:creationId xmlns:a16="http://schemas.microsoft.com/office/drawing/2014/main" id="{7B3879CC-7555-E98E-3696-95E7CCE2B1A3}"/>
              </a:ext>
            </a:extLst>
          </p:cNvPr>
          <p:cNvSpPr/>
          <p:nvPr/>
        </p:nvSpPr>
        <p:spPr>
          <a:xfrm>
            <a:off x="7370062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6" name="Shape 4">
            <a:extLst>
              <a:ext uri="{FF2B5EF4-FFF2-40B4-BE49-F238E27FC236}">
                <a16:creationId xmlns:a16="http://schemas.microsoft.com/office/drawing/2014/main" id="{344A7E2E-196C-F1F7-688B-B9D7D50B9ACC}"/>
              </a:ext>
            </a:extLst>
          </p:cNvPr>
          <p:cNvSpPr/>
          <p:nvPr/>
        </p:nvSpPr>
        <p:spPr>
          <a:xfrm>
            <a:off x="7571230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7" name="Shape 5">
            <a:extLst>
              <a:ext uri="{FF2B5EF4-FFF2-40B4-BE49-F238E27FC236}">
                <a16:creationId xmlns:a16="http://schemas.microsoft.com/office/drawing/2014/main" id="{8A45BD6C-A6EA-56D0-5D24-8D298FFF3A1E}"/>
              </a:ext>
            </a:extLst>
          </p:cNvPr>
          <p:cNvSpPr/>
          <p:nvPr/>
        </p:nvSpPr>
        <p:spPr>
          <a:xfrm>
            <a:off x="7772398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8" name="Shape 6">
            <a:extLst>
              <a:ext uri="{FF2B5EF4-FFF2-40B4-BE49-F238E27FC236}">
                <a16:creationId xmlns:a16="http://schemas.microsoft.com/office/drawing/2014/main" id="{17A43A9A-2912-9613-7402-EB549884ABB4}"/>
              </a:ext>
            </a:extLst>
          </p:cNvPr>
          <p:cNvSpPr/>
          <p:nvPr/>
        </p:nvSpPr>
        <p:spPr>
          <a:xfrm>
            <a:off x="7973566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9" name="Shape 7">
            <a:extLst>
              <a:ext uri="{FF2B5EF4-FFF2-40B4-BE49-F238E27FC236}">
                <a16:creationId xmlns:a16="http://schemas.microsoft.com/office/drawing/2014/main" id="{6FA32986-EE63-3CF6-7328-153ADEA84E67}"/>
              </a:ext>
            </a:extLst>
          </p:cNvPr>
          <p:cNvSpPr/>
          <p:nvPr/>
        </p:nvSpPr>
        <p:spPr>
          <a:xfrm>
            <a:off x="8174734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0" name="Shape 8">
            <a:extLst>
              <a:ext uri="{FF2B5EF4-FFF2-40B4-BE49-F238E27FC236}">
                <a16:creationId xmlns:a16="http://schemas.microsoft.com/office/drawing/2014/main" id="{E9C5F4BD-3AAB-03D4-1864-11767DB85999}"/>
              </a:ext>
            </a:extLst>
          </p:cNvPr>
          <p:cNvSpPr/>
          <p:nvPr/>
        </p:nvSpPr>
        <p:spPr>
          <a:xfrm>
            <a:off x="8375902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1" name="Shape 9">
            <a:extLst>
              <a:ext uri="{FF2B5EF4-FFF2-40B4-BE49-F238E27FC236}">
                <a16:creationId xmlns:a16="http://schemas.microsoft.com/office/drawing/2014/main" id="{3FFB4356-DEAC-6F17-2776-86FAC1AB55BD}"/>
              </a:ext>
            </a:extLst>
          </p:cNvPr>
          <p:cNvSpPr/>
          <p:nvPr/>
        </p:nvSpPr>
        <p:spPr>
          <a:xfrm>
            <a:off x="8577070" y="3665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2" name="Shape 10">
            <a:extLst>
              <a:ext uri="{FF2B5EF4-FFF2-40B4-BE49-F238E27FC236}">
                <a16:creationId xmlns:a16="http://schemas.microsoft.com/office/drawing/2014/main" id="{68BF8520-92CA-2C47-7EFF-92E68A5DFC7F}"/>
              </a:ext>
            </a:extLst>
          </p:cNvPr>
          <p:cNvSpPr/>
          <p:nvPr/>
        </p:nvSpPr>
        <p:spPr>
          <a:xfrm>
            <a:off x="6766558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3" name="Shape 11">
            <a:extLst>
              <a:ext uri="{FF2B5EF4-FFF2-40B4-BE49-F238E27FC236}">
                <a16:creationId xmlns:a16="http://schemas.microsoft.com/office/drawing/2014/main" id="{FD152E11-AF80-1026-3AF9-179F4EC923B1}"/>
              </a:ext>
            </a:extLst>
          </p:cNvPr>
          <p:cNvSpPr/>
          <p:nvPr/>
        </p:nvSpPr>
        <p:spPr>
          <a:xfrm>
            <a:off x="6967726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4" name="Shape 12">
            <a:extLst>
              <a:ext uri="{FF2B5EF4-FFF2-40B4-BE49-F238E27FC236}">
                <a16:creationId xmlns:a16="http://schemas.microsoft.com/office/drawing/2014/main" id="{EFD18629-8359-F097-F0A4-2C876B55BF4A}"/>
              </a:ext>
            </a:extLst>
          </p:cNvPr>
          <p:cNvSpPr/>
          <p:nvPr/>
        </p:nvSpPr>
        <p:spPr>
          <a:xfrm>
            <a:off x="7168894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5" name="Shape 13">
            <a:extLst>
              <a:ext uri="{FF2B5EF4-FFF2-40B4-BE49-F238E27FC236}">
                <a16:creationId xmlns:a16="http://schemas.microsoft.com/office/drawing/2014/main" id="{A0F5456C-E6D3-E13F-2C0A-00D2E19EA109}"/>
              </a:ext>
            </a:extLst>
          </p:cNvPr>
          <p:cNvSpPr/>
          <p:nvPr/>
        </p:nvSpPr>
        <p:spPr>
          <a:xfrm>
            <a:off x="7370062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6" name="Shape 14">
            <a:extLst>
              <a:ext uri="{FF2B5EF4-FFF2-40B4-BE49-F238E27FC236}">
                <a16:creationId xmlns:a16="http://schemas.microsoft.com/office/drawing/2014/main" id="{914ACAF5-A8BA-B0A0-7784-F648ED40687C}"/>
              </a:ext>
            </a:extLst>
          </p:cNvPr>
          <p:cNvSpPr/>
          <p:nvPr/>
        </p:nvSpPr>
        <p:spPr>
          <a:xfrm>
            <a:off x="7571230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7" name="Shape 15">
            <a:extLst>
              <a:ext uri="{FF2B5EF4-FFF2-40B4-BE49-F238E27FC236}">
                <a16:creationId xmlns:a16="http://schemas.microsoft.com/office/drawing/2014/main" id="{33AF76BC-7EAB-CBF8-6090-44171F594321}"/>
              </a:ext>
            </a:extLst>
          </p:cNvPr>
          <p:cNvSpPr/>
          <p:nvPr/>
        </p:nvSpPr>
        <p:spPr>
          <a:xfrm>
            <a:off x="7772398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8" name="Shape 16">
            <a:extLst>
              <a:ext uri="{FF2B5EF4-FFF2-40B4-BE49-F238E27FC236}">
                <a16:creationId xmlns:a16="http://schemas.microsoft.com/office/drawing/2014/main" id="{F2E1227D-B3E5-18CD-CCB0-668AF600DAB9}"/>
              </a:ext>
            </a:extLst>
          </p:cNvPr>
          <p:cNvSpPr/>
          <p:nvPr/>
        </p:nvSpPr>
        <p:spPr>
          <a:xfrm>
            <a:off x="7973566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9" name="Shape 17">
            <a:extLst>
              <a:ext uri="{FF2B5EF4-FFF2-40B4-BE49-F238E27FC236}">
                <a16:creationId xmlns:a16="http://schemas.microsoft.com/office/drawing/2014/main" id="{48E8BD5E-CE4B-7120-7A15-61891E53A9EB}"/>
              </a:ext>
            </a:extLst>
          </p:cNvPr>
          <p:cNvSpPr/>
          <p:nvPr/>
        </p:nvSpPr>
        <p:spPr>
          <a:xfrm>
            <a:off x="8174734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0" name="Shape 18">
            <a:extLst>
              <a:ext uri="{FF2B5EF4-FFF2-40B4-BE49-F238E27FC236}">
                <a16:creationId xmlns:a16="http://schemas.microsoft.com/office/drawing/2014/main" id="{69B69B7A-7027-50DD-0FF1-A14963CE46B9}"/>
              </a:ext>
            </a:extLst>
          </p:cNvPr>
          <p:cNvSpPr/>
          <p:nvPr/>
        </p:nvSpPr>
        <p:spPr>
          <a:xfrm>
            <a:off x="8375902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1" name="Shape 19">
            <a:extLst>
              <a:ext uri="{FF2B5EF4-FFF2-40B4-BE49-F238E27FC236}">
                <a16:creationId xmlns:a16="http://schemas.microsoft.com/office/drawing/2014/main" id="{6C048B79-FD56-A87A-84DA-264E1924B1E1}"/>
              </a:ext>
            </a:extLst>
          </p:cNvPr>
          <p:cNvSpPr/>
          <p:nvPr/>
        </p:nvSpPr>
        <p:spPr>
          <a:xfrm>
            <a:off x="8577070" y="5677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2" name="Shape 20">
            <a:extLst>
              <a:ext uri="{FF2B5EF4-FFF2-40B4-BE49-F238E27FC236}">
                <a16:creationId xmlns:a16="http://schemas.microsoft.com/office/drawing/2014/main" id="{D58722F6-8899-FDF3-CC02-C2B06E00AAA0}"/>
              </a:ext>
            </a:extLst>
          </p:cNvPr>
          <p:cNvSpPr/>
          <p:nvPr/>
        </p:nvSpPr>
        <p:spPr>
          <a:xfrm>
            <a:off x="6766558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3" name="Shape 21">
            <a:extLst>
              <a:ext uri="{FF2B5EF4-FFF2-40B4-BE49-F238E27FC236}">
                <a16:creationId xmlns:a16="http://schemas.microsoft.com/office/drawing/2014/main" id="{506BF9E8-D80C-A216-69BB-DD4E109E54D5}"/>
              </a:ext>
            </a:extLst>
          </p:cNvPr>
          <p:cNvSpPr/>
          <p:nvPr/>
        </p:nvSpPr>
        <p:spPr>
          <a:xfrm>
            <a:off x="6967726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4" name="Shape 22">
            <a:extLst>
              <a:ext uri="{FF2B5EF4-FFF2-40B4-BE49-F238E27FC236}">
                <a16:creationId xmlns:a16="http://schemas.microsoft.com/office/drawing/2014/main" id="{402371E1-A52E-AF24-F413-82CA02CFF313}"/>
              </a:ext>
            </a:extLst>
          </p:cNvPr>
          <p:cNvSpPr/>
          <p:nvPr/>
        </p:nvSpPr>
        <p:spPr>
          <a:xfrm>
            <a:off x="7168894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5" name="Shape 23">
            <a:extLst>
              <a:ext uri="{FF2B5EF4-FFF2-40B4-BE49-F238E27FC236}">
                <a16:creationId xmlns:a16="http://schemas.microsoft.com/office/drawing/2014/main" id="{199C0BB2-5B7D-82B9-0DEA-520CA1A4D5AB}"/>
              </a:ext>
            </a:extLst>
          </p:cNvPr>
          <p:cNvSpPr/>
          <p:nvPr/>
        </p:nvSpPr>
        <p:spPr>
          <a:xfrm>
            <a:off x="7370062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6" name="Shape 24">
            <a:extLst>
              <a:ext uri="{FF2B5EF4-FFF2-40B4-BE49-F238E27FC236}">
                <a16:creationId xmlns:a16="http://schemas.microsoft.com/office/drawing/2014/main" id="{C33CD583-CBD2-3AEB-8616-96454C2EB159}"/>
              </a:ext>
            </a:extLst>
          </p:cNvPr>
          <p:cNvSpPr/>
          <p:nvPr/>
        </p:nvSpPr>
        <p:spPr>
          <a:xfrm>
            <a:off x="7571230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7" name="Shape 25">
            <a:extLst>
              <a:ext uri="{FF2B5EF4-FFF2-40B4-BE49-F238E27FC236}">
                <a16:creationId xmlns:a16="http://schemas.microsoft.com/office/drawing/2014/main" id="{CCB8654E-04C0-A35B-F51C-C25A0668C63D}"/>
              </a:ext>
            </a:extLst>
          </p:cNvPr>
          <p:cNvSpPr/>
          <p:nvPr/>
        </p:nvSpPr>
        <p:spPr>
          <a:xfrm>
            <a:off x="7772398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8" name="Shape 26">
            <a:extLst>
              <a:ext uri="{FF2B5EF4-FFF2-40B4-BE49-F238E27FC236}">
                <a16:creationId xmlns:a16="http://schemas.microsoft.com/office/drawing/2014/main" id="{60460F73-4226-297D-F788-649300E17AD2}"/>
              </a:ext>
            </a:extLst>
          </p:cNvPr>
          <p:cNvSpPr/>
          <p:nvPr/>
        </p:nvSpPr>
        <p:spPr>
          <a:xfrm>
            <a:off x="7973566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9" name="Shape 27">
            <a:extLst>
              <a:ext uri="{FF2B5EF4-FFF2-40B4-BE49-F238E27FC236}">
                <a16:creationId xmlns:a16="http://schemas.microsoft.com/office/drawing/2014/main" id="{DA8D1E1D-C2E8-64C5-DEF0-5F3367ACF2A6}"/>
              </a:ext>
            </a:extLst>
          </p:cNvPr>
          <p:cNvSpPr/>
          <p:nvPr/>
        </p:nvSpPr>
        <p:spPr>
          <a:xfrm>
            <a:off x="8174734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0" name="Shape 28">
            <a:extLst>
              <a:ext uri="{FF2B5EF4-FFF2-40B4-BE49-F238E27FC236}">
                <a16:creationId xmlns:a16="http://schemas.microsoft.com/office/drawing/2014/main" id="{B862EB8D-0155-ACAC-E01B-955FDAF07708}"/>
              </a:ext>
            </a:extLst>
          </p:cNvPr>
          <p:cNvSpPr/>
          <p:nvPr/>
        </p:nvSpPr>
        <p:spPr>
          <a:xfrm>
            <a:off x="8375902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1" name="Shape 29">
            <a:extLst>
              <a:ext uri="{FF2B5EF4-FFF2-40B4-BE49-F238E27FC236}">
                <a16:creationId xmlns:a16="http://schemas.microsoft.com/office/drawing/2014/main" id="{B89FB6C3-6F28-6FC4-2AC5-6B389A952C6B}"/>
              </a:ext>
            </a:extLst>
          </p:cNvPr>
          <p:cNvSpPr/>
          <p:nvPr/>
        </p:nvSpPr>
        <p:spPr>
          <a:xfrm>
            <a:off x="8577070" y="7688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2" name="Shape 30">
            <a:extLst>
              <a:ext uri="{FF2B5EF4-FFF2-40B4-BE49-F238E27FC236}">
                <a16:creationId xmlns:a16="http://schemas.microsoft.com/office/drawing/2014/main" id="{A6C03051-1057-33E2-CFB2-C48D8F80B6C9}"/>
              </a:ext>
            </a:extLst>
          </p:cNvPr>
          <p:cNvSpPr/>
          <p:nvPr/>
        </p:nvSpPr>
        <p:spPr>
          <a:xfrm>
            <a:off x="6766558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3" name="Shape 31">
            <a:extLst>
              <a:ext uri="{FF2B5EF4-FFF2-40B4-BE49-F238E27FC236}">
                <a16:creationId xmlns:a16="http://schemas.microsoft.com/office/drawing/2014/main" id="{A35D558F-627A-8884-D78A-65FFB144DF56}"/>
              </a:ext>
            </a:extLst>
          </p:cNvPr>
          <p:cNvSpPr/>
          <p:nvPr/>
        </p:nvSpPr>
        <p:spPr>
          <a:xfrm>
            <a:off x="6967726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4" name="Shape 32">
            <a:extLst>
              <a:ext uri="{FF2B5EF4-FFF2-40B4-BE49-F238E27FC236}">
                <a16:creationId xmlns:a16="http://schemas.microsoft.com/office/drawing/2014/main" id="{02E68069-4D2C-2C81-FEDC-CEB3A36D80DF}"/>
              </a:ext>
            </a:extLst>
          </p:cNvPr>
          <p:cNvSpPr/>
          <p:nvPr/>
        </p:nvSpPr>
        <p:spPr>
          <a:xfrm>
            <a:off x="7168894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5" name="Shape 33">
            <a:extLst>
              <a:ext uri="{FF2B5EF4-FFF2-40B4-BE49-F238E27FC236}">
                <a16:creationId xmlns:a16="http://schemas.microsoft.com/office/drawing/2014/main" id="{21CD65C4-866B-0EEF-859C-8F60E02AE965}"/>
              </a:ext>
            </a:extLst>
          </p:cNvPr>
          <p:cNvSpPr/>
          <p:nvPr/>
        </p:nvSpPr>
        <p:spPr>
          <a:xfrm>
            <a:off x="7370062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6" name="Shape 34">
            <a:extLst>
              <a:ext uri="{FF2B5EF4-FFF2-40B4-BE49-F238E27FC236}">
                <a16:creationId xmlns:a16="http://schemas.microsoft.com/office/drawing/2014/main" id="{A0865C58-70EF-FB92-6450-538244FE6B02}"/>
              </a:ext>
            </a:extLst>
          </p:cNvPr>
          <p:cNvSpPr/>
          <p:nvPr/>
        </p:nvSpPr>
        <p:spPr>
          <a:xfrm>
            <a:off x="7571230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7" name="Shape 35">
            <a:extLst>
              <a:ext uri="{FF2B5EF4-FFF2-40B4-BE49-F238E27FC236}">
                <a16:creationId xmlns:a16="http://schemas.microsoft.com/office/drawing/2014/main" id="{536B470D-29FC-211D-C335-1A5476AF6F37}"/>
              </a:ext>
            </a:extLst>
          </p:cNvPr>
          <p:cNvSpPr/>
          <p:nvPr/>
        </p:nvSpPr>
        <p:spPr>
          <a:xfrm>
            <a:off x="7772398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8" name="Shape 36">
            <a:extLst>
              <a:ext uri="{FF2B5EF4-FFF2-40B4-BE49-F238E27FC236}">
                <a16:creationId xmlns:a16="http://schemas.microsoft.com/office/drawing/2014/main" id="{377677BA-8C93-AB27-38AA-ACEC6053D9E0}"/>
              </a:ext>
            </a:extLst>
          </p:cNvPr>
          <p:cNvSpPr/>
          <p:nvPr/>
        </p:nvSpPr>
        <p:spPr>
          <a:xfrm>
            <a:off x="7973566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9" name="Shape 37">
            <a:extLst>
              <a:ext uri="{FF2B5EF4-FFF2-40B4-BE49-F238E27FC236}">
                <a16:creationId xmlns:a16="http://schemas.microsoft.com/office/drawing/2014/main" id="{D7F1E92C-2E89-27CA-01D8-9227FFE42AD6}"/>
              </a:ext>
            </a:extLst>
          </p:cNvPr>
          <p:cNvSpPr/>
          <p:nvPr/>
        </p:nvSpPr>
        <p:spPr>
          <a:xfrm>
            <a:off x="8174734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0" name="Shape 38">
            <a:extLst>
              <a:ext uri="{FF2B5EF4-FFF2-40B4-BE49-F238E27FC236}">
                <a16:creationId xmlns:a16="http://schemas.microsoft.com/office/drawing/2014/main" id="{95AC5008-678F-C1F8-B38E-7F78CB498B45}"/>
              </a:ext>
            </a:extLst>
          </p:cNvPr>
          <p:cNvSpPr/>
          <p:nvPr/>
        </p:nvSpPr>
        <p:spPr>
          <a:xfrm>
            <a:off x="8375902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1" name="Shape 39">
            <a:extLst>
              <a:ext uri="{FF2B5EF4-FFF2-40B4-BE49-F238E27FC236}">
                <a16:creationId xmlns:a16="http://schemas.microsoft.com/office/drawing/2014/main" id="{96C72FC4-15B6-7A25-EB58-7083D983C5C8}"/>
              </a:ext>
            </a:extLst>
          </p:cNvPr>
          <p:cNvSpPr/>
          <p:nvPr/>
        </p:nvSpPr>
        <p:spPr>
          <a:xfrm>
            <a:off x="8577070" y="9700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2" name="Shape 40">
            <a:extLst>
              <a:ext uri="{FF2B5EF4-FFF2-40B4-BE49-F238E27FC236}">
                <a16:creationId xmlns:a16="http://schemas.microsoft.com/office/drawing/2014/main" id="{EB3951E8-5F18-36AF-4E8F-3A99FC90DB10}"/>
              </a:ext>
            </a:extLst>
          </p:cNvPr>
          <p:cNvSpPr/>
          <p:nvPr/>
        </p:nvSpPr>
        <p:spPr>
          <a:xfrm>
            <a:off x="6766558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3" name="Shape 41">
            <a:extLst>
              <a:ext uri="{FF2B5EF4-FFF2-40B4-BE49-F238E27FC236}">
                <a16:creationId xmlns:a16="http://schemas.microsoft.com/office/drawing/2014/main" id="{DDA4E43E-D590-B869-88F5-ADEA113BD859}"/>
              </a:ext>
            </a:extLst>
          </p:cNvPr>
          <p:cNvSpPr/>
          <p:nvPr/>
        </p:nvSpPr>
        <p:spPr>
          <a:xfrm>
            <a:off x="6967726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4" name="Shape 42">
            <a:extLst>
              <a:ext uri="{FF2B5EF4-FFF2-40B4-BE49-F238E27FC236}">
                <a16:creationId xmlns:a16="http://schemas.microsoft.com/office/drawing/2014/main" id="{AC57A65A-7A6C-6C19-F470-0DF7453D9EE0}"/>
              </a:ext>
            </a:extLst>
          </p:cNvPr>
          <p:cNvSpPr/>
          <p:nvPr/>
        </p:nvSpPr>
        <p:spPr>
          <a:xfrm>
            <a:off x="7168894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5" name="Shape 43">
            <a:extLst>
              <a:ext uri="{FF2B5EF4-FFF2-40B4-BE49-F238E27FC236}">
                <a16:creationId xmlns:a16="http://schemas.microsoft.com/office/drawing/2014/main" id="{887C566C-3A4A-C3A4-0902-E317DBFCBBE8}"/>
              </a:ext>
            </a:extLst>
          </p:cNvPr>
          <p:cNvSpPr/>
          <p:nvPr/>
        </p:nvSpPr>
        <p:spPr>
          <a:xfrm>
            <a:off x="7370062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6" name="Shape 44">
            <a:extLst>
              <a:ext uri="{FF2B5EF4-FFF2-40B4-BE49-F238E27FC236}">
                <a16:creationId xmlns:a16="http://schemas.microsoft.com/office/drawing/2014/main" id="{C10F37F8-B4C7-CA78-66A0-0CE3003F2137}"/>
              </a:ext>
            </a:extLst>
          </p:cNvPr>
          <p:cNvSpPr/>
          <p:nvPr/>
        </p:nvSpPr>
        <p:spPr>
          <a:xfrm>
            <a:off x="7571230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7" name="Shape 45">
            <a:extLst>
              <a:ext uri="{FF2B5EF4-FFF2-40B4-BE49-F238E27FC236}">
                <a16:creationId xmlns:a16="http://schemas.microsoft.com/office/drawing/2014/main" id="{944FC81F-E6E6-F49C-A80D-4D82E8C633F3}"/>
              </a:ext>
            </a:extLst>
          </p:cNvPr>
          <p:cNvSpPr/>
          <p:nvPr/>
        </p:nvSpPr>
        <p:spPr>
          <a:xfrm>
            <a:off x="7772398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8" name="Shape 46">
            <a:extLst>
              <a:ext uri="{FF2B5EF4-FFF2-40B4-BE49-F238E27FC236}">
                <a16:creationId xmlns:a16="http://schemas.microsoft.com/office/drawing/2014/main" id="{C6B9AFCC-7B80-34BD-A77A-0C54D4084B1A}"/>
              </a:ext>
            </a:extLst>
          </p:cNvPr>
          <p:cNvSpPr/>
          <p:nvPr/>
        </p:nvSpPr>
        <p:spPr>
          <a:xfrm>
            <a:off x="7973566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9" name="Shape 47">
            <a:extLst>
              <a:ext uri="{FF2B5EF4-FFF2-40B4-BE49-F238E27FC236}">
                <a16:creationId xmlns:a16="http://schemas.microsoft.com/office/drawing/2014/main" id="{82BCC97F-5732-D072-E701-BE9711C96DCB}"/>
              </a:ext>
            </a:extLst>
          </p:cNvPr>
          <p:cNvSpPr/>
          <p:nvPr/>
        </p:nvSpPr>
        <p:spPr>
          <a:xfrm>
            <a:off x="8174734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0" name="Shape 48">
            <a:extLst>
              <a:ext uri="{FF2B5EF4-FFF2-40B4-BE49-F238E27FC236}">
                <a16:creationId xmlns:a16="http://schemas.microsoft.com/office/drawing/2014/main" id="{D3E8CC03-F177-581F-7B37-8450408608D4}"/>
              </a:ext>
            </a:extLst>
          </p:cNvPr>
          <p:cNvSpPr/>
          <p:nvPr/>
        </p:nvSpPr>
        <p:spPr>
          <a:xfrm>
            <a:off x="8375902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1" name="Shape 49">
            <a:extLst>
              <a:ext uri="{FF2B5EF4-FFF2-40B4-BE49-F238E27FC236}">
                <a16:creationId xmlns:a16="http://schemas.microsoft.com/office/drawing/2014/main" id="{27EDE180-6455-53BB-A30F-50ACFEC6CA55}"/>
              </a:ext>
            </a:extLst>
          </p:cNvPr>
          <p:cNvSpPr/>
          <p:nvPr/>
        </p:nvSpPr>
        <p:spPr>
          <a:xfrm>
            <a:off x="8577070" y="11712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2" name="Shape 50">
            <a:extLst>
              <a:ext uri="{FF2B5EF4-FFF2-40B4-BE49-F238E27FC236}">
                <a16:creationId xmlns:a16="http://schemas.microsoft.com/office/drawing/2014/main" id="{55052DFB-8D22-5444-618D-6C5947500734}"/>
              </a:ext>
            </a:extLst>
          </p:cNvPr>
          <p:cNvSpPr/>
          <p:nvPr/>
        </p:nvSpPr>
        <p:spPr>
          <a:xfrm>
            <a:off x="6766558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3" name="Shape 51">
            <a:extLst>
              <a:ext uri="{FF2B5EF4-FFF2-40B4-BE49-F238E27FC236}">
                <a16:creationId xmlns:a16="http://schemas.microsoft.com/office/drawing/2014/main" id="{8203233E-F7C2-D775-6C57-B58544B549E0}"/>
              </a:ext>
            </a:extLst>
          </p:cNvPr>
          <p:cNvSpPr/>
          <p:nvPr/>
        </p:nvSpPr>
        <p:spPr>
          <a:xfrm>
            <a:off x="6967726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4" name="Shape 52">
            <a:extLst>
              <a:ext uri="{FF2B5EF4-FFF2-40B4-BE49-F238E27FC236}">
                <a16:creationId xmlns:a16="http://schemas.microsoft.com/office/drawing/2014/main" id="{DBCF28C1-4F31-EA7A-C9CA-B78E2806E9B8}"/>
              </a:ext>
            </a:extLst>
          </p:cNvPr>
          <p:cNvSpPr/>
          <p:nvPr/>
        </p:nvSpPr>
        <p:spPr>
          <a:xfrm>
            <a:off x="7168894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5" name="Shape 53">
            <a:extLst>
              <a:ext uri="{FF2B5EF4-FFF2-40B4-BE49-F238E27FC236}">
                <a16:creationId xmlns:a16="http://schemas.microsoft.com/office/drawing/2014/main" id="{8D201962-1D92-AA9C-B0AE-C2778BFC5E40}"/>
              </a:ext>
            </a:extLst>
          </p:cNvPr>
          <p:cNvSpPr/>
          <p:nvPr/>
        </p:nvSpPr>
        <p:spPr>
          <a:xfrm>
            <a:off x="7370062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6" name="Shape 54">
            <a:extLst>
              <a:ext uri="{FF2B5EF4-FFF2-40B4-BE49-F238E27FC236}">
                <a16:creationId xmlns:a16="http://schemas.microsoft.com/office/drawing/2014/main" id="{016AB13D-9365-3F8A-6365-54F218DF861B}"/>
              </a:ext>
            </a:extLst>
          </p:cNvPr>
          <p:cNvSpPr/>
          <p:nvPr/>
        </p:nvSpPr>
        <p:spPr>
          <a:xfrm>
            <a:off x="7571230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7" name="Shape 55">
            <a:extLst>
              <a:ext uri="{FF2B5EF4-FFF2-40B4-BE49-F238E27FC236}">
                <a16:creationId xmlns:a16="http://schemas.microsoft.com/office/drawing/2014/main" id="{02894DD4-874B-F93A-F47C-D200045D9D9C}"/>
              </a:ext>
            </a:extLst>
          </p:cNvPr>
          <p:cNvSpPr/>
          <p:nvPr/>
        </p:nvSpPr>
        <p:spPr>
          <a:xfrm>
            <a:off x="7772398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8" name="Shape 56">
            <a:extLst>
              <a:ext uri="{FF2B5EF4-FFF2-40B4-BE49-F238E27FC236}">
                <a16:creationId xmlns:a16="http://schemas.microsoft.com/office/drawing/2014/main" id="{F388E94A-D985-8120-8228-D52B6A6ED715}"/>
              </a:ext>
            </a:extLst>
          </p:cNvPr>
          <p:cNvSpPr/>
          <p:nvPr/>
        </p:nvSpPr>
        <p:spPr>
          <a:xfrm>
            <a:off x="7973566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9" name="Shape 57">
            <a:extLst>
              <a:ext uri="{FF2B5EF4-FFF2-40B4-BE49-F238E27FC236}">
                <a16:creationId xmlns:a16="http://schemas.microsoft.com/office/drawing/2014/main" id="{A5833D22-BF9A-9FFE-D610-E51821AFB7E1}"/>
              </a:ext>
            </a:extLst>
          </p:cNvPr>
          <p:cNvSpPr/>
          <p:nvPr/>
        </p:nvSpPr>
        <p:spPr>
          <a:xfrm>
            <a:off x="8174734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0" name="Shape 58">
            <a:extLst>
              <a:ext uri="{FF2B5EF4-FFF2-40B4-BE49-F238E27FC236}">
                <a16:creationId xmlns:a16="http://schemas.microsoft.com/office/drawing/2014/main" id="{62D47479-8BA4-9A34-6DC1-5FAF4D6C9F9A}"/>
              </a:ext>
            </a:extLst>
          </p:cNvPr>
          <p:cNvSpPr/>
          <p:nvPr/>
        </p:nvSpPr>
        <p:spPr>
          <a:xfrm>
            <a:off x="8375902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1" name="Shape 59">
            <a:extLst>
              <a:ext uri="{FF2B5EF4-FFF2-40B4-BE49-F238E27FC236}">
                <a16:creationId xmlns:a16="http://schemas.microsoft.com/office/drawing/2014/main" id="{B4755C31-85CA-D9E8-75D9-B66D1FDC2879}"/>
              </a:ext>
            </a:extLst>
          </p:cNvPr>
          <p:cNvSpPr/>
          <p:nvPr/>
        </p:nvSpPr>
        <p:spPr>
          <a:xfrm>
            <a:off x="8577070" y="13723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D177980-0EEE-073A-A68F-E1AC7D33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86000"/>
            <a:ext cx="868680" cy="86868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F7EE4E6-6B43-F27C-264E-73A93AA75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286000"/>
            <a:ext cx="868680" cy="86868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1C27D620-4F1E-4AD9-0FA7-707FAEDE3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286000"/>
            <a:ext cx="868680" cy="868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AE5F3-0AE6-3174-87A4-12F40E281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>
            <a:extLst>
              <a:ext uri="{FF2B5EF4-FFF2-40B4-BE49-F238E27FC236}">
                <a16:creationId xmlns:a16="http://schemas.microsoft.com/office/drawing/2014/main" id="{0DF8D695-CE9F-3936-B0B6-B26CC5341060}"/>
              </a:ext>
            </a:extLst>
          </p:cNvPr>
          <p:cNvSpPr/>
          <p:nvPr/>
        </p:nvSpPr>
        <p:spPr>
          <a:xfrm>
            <a:off x="5952301" y="175963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">
            <a:extLst>
              <a:ext uri="{FF2B5EF4-FFF2-40B4-BE49-F238E27FC236}">
                <a16:creationId xmlns:a16="http://schemas.microsoft.com/office/drawing/2014/main" id="{56744271-2651-4636-6BC5-4DDD3EE8FE97}"/>
              </a:ext>
            </a:extLst>
          </p:cNvPr>
          <p:cNvSpPr/>
          <p:nvPr/>
        </p:nvSpPr>
        <p:spPr>
          <a:xfrm>
            <a:off x="6145506" y="156679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2">
            <a:extLst>
              <a:ext uri="{FF2B5EF4-FFF2-40B4-BE49-F238E27FC236}">
                <a16:creationId xmlns:a16="http://schemas.microsoft.com/office/drawing/2014/main" id="{6892A957-42F7-7F8D-B37F-94500FB4B175}"/>
              </a:ext>
            </a:extLst>
          </p:cNvPr>
          <p:cNvSpPr/>
          <p:nvPr/>
        </p:nvSpPr>
        <p:spPr>
          <a:xfrm>
            <a:off x="6197360" y="14584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Shape 3">
            <a:extLst>
              <a:ext uri="{FF2B5EF4-FFF2-40B4-BE49-F238E27FC236}">
                <a16:creationId xmlns:a16="http://schemas.microsoft.com/office/drawing/2014/main" id="{B514740C-BB5C-F8BF-621C-CB027646C51A}"/>
              </a:ext>
            </a:extLst>
          </p:cNvPr>
          <p:cNvSpPr/>
          <p:nvPr/>
        </p:nvSpPr>
        <p:spPr>
          <a:xfrm>
            <a:off x="6174119" y="167111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4">
            <a:extLst>
              <a:ext uri="{FF2B5EF4-FFF2-40B4-BE49-F238E27FC236}">
                <a16:creationId xmlns:a16="http://schemas.microsoft.com/office/drawing/2014/main" id="{B9B6F267-56CB-18F2-19A4-B499D8218EA3}"/>
              </a:ext>
            </a:extLst>
          </p:cNvPr>
          <p:cNvSpPr/>
          <p:nvPr/>
        </p:nvSpPr>
        <p:spPr>
          <a:xfrm>
            <a:off x="6330008" y="159437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5">
            <a:extLst>
              <a:ext uri="{FF2B5EF4-FFF2-40B4-BE49-F238E27FC236}">
                <a16:creationId xmlns:a16="http://schemas.microsoft.com/office/drawing/2014/main" id="{E8F1ECE9-8BE6-14A1-27E9-8D381ADF1617}"/>
              </a:ext>
            </a:extLst>
          </p:cNvPr>
          <p:cNvSpPr/>
          <p:nvPr/>
        </p:nvSpPr>
        <p:spPr>
          <a:xfrm>
            <a:off x="6197360" y="176899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6">
            <a:extLst>
              <a:ext uri="{FF2B5EF4-FFF2-40B4-BE49-F238E27FC236}">
                <a16:creationId xmlns:a16="http://schemas.microsoft.com/office/drawing/2014/main" id="{C61A82E7-F0B0-8246-EB9C-8B46139D3815}"/>
              </a:ext>
            </a:extLst>
          </p:cNvPr>
          <p:cNvSpPr/>
          <p:nvPr/>
        </p:nvSpPr>
        <p:spPr>
          <a:xfrm>
            <a:off x="6226371" y="182336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7">
            <a:extLst>
              <a:ext uri="{FF2B5EF4-FFF2-40B4-BE49-F238E27FC236}">
                <a16:creationId xmlns:a16="http://schemas.microsoft.com/office/drawing/2014/main" id="{CCA53E43-CE32-4FCC-A426-BF7BC049ACD2}"/>
              </a:ext>
            </a:extLst>
          </p:cNvPr>
          <p:cNvSpPr/>
          <p:nvPr/>
        </p:nvSpPr>
        <p:spPr>
          <a:xfrm>
            <a:off x="5919550" y="169861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8">
            <a:extLst>
              <a:ext uri="{FF2B5EF4-FFF2-40B4-BE49-F238E27FC236}">
                <a16:creationId xmlns:a16="http://schemas.microsoft.com/office/drawing/2014/main" id="{F6504BD2-0FE5-2DAE-1445-8AF1AAA706B7}"/>
              </a:ext>
            </a:extLst>
          </p:cNvPr>
          <p:cNvSpPr/>
          <p:nvPr/>
        </p:nvSpPr>
        <p:spPr>
          <a:xfrm>
            <a:off x="6198610" y="198233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9">
            <a:extLst>
              <a:ext uri="{FF2B5EF4-FFF2-40B4-BE49-F238E27FC236}">
                <a16:creationId xmlns:a16="http://schemas.microsoft.com/office/drawing/2014/main" id="{8A04BD7F-C56F-7E55-BCB9-ECB785A39B1B}"/>
              </a:ext>
            </a:extLst>
          </p:cNvPr>
          <p:cNvSpPr/>
          <p:nvPr/>
        </p:nvSpPr>
        <p:spPr>
          <a:xfrm>
            <a:off x="5852362" y="182846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0">
            <a:extLst>
              <a:ext uri="{FF2B5EF4-FFF2-40B4-BE49-F238E27FC236}">
                <a16:creationId xmlns:a16="http://schemas.microsoft.com/office/drawing/2014/main" id="{E59AEFFF-C1D0-92B1-8119-5FC8FB680599}"/>
              </a:ext>
            </a:extLst>
          </p:cNvPr>
          <p:cNvSpPr/>
          <p:nvPr/>
        </p:nvSpPr>
        <p:spPr>
          <a:xfrm>
            <a:off x="5804817" y="186781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1">
            <a:extLst>
              <a:ext uri="{FF2B5EF4-FFF2-40B4-BE49-F238E27FC236}">
                <a16:creationId xmlns:a16="http://schemas.microsoft.com/office/drawing/2014/main" id="{29418049-2420-AA82-3AE7-C0C9A46F98CB}"/>
              </a:ext>
            </a:extLst>
          </p:cNvPr>
          <p:cNvSpPr/>
          <p:nvPr/>
        </p:nvSpPr>
        <p:spPr>
          <a:xfrm>
            <a:off x="5751575" y="16635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2">
            <a:extLst>
              <a:ext uri="{FF2B5EF4-FFF2-40B4-BE49-F238E27FC236}">
                <a16:creationId xmlns:a16="http://schemas.microsoft.com/office/drawing/2014/main" id="{108E9771-A0E3-0AE6-87A8-BAD07C44A365}"/>
              </a:ext>
            </a:extLst>
          </p:cNvPr>
          <p:cNvSpPr/>
          <p:nvPr/>
        </p:nvSpPr>
        <p:spPr>
          <a:xfrm>
            <a:off x="5850537" y="14912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3">
            <a:extLst>
              <a:ext uri="{FF2B5EF4-FFF2-40B4-BE49-F238E27FC236}">
                <a16:creationId xmlns:a16="http://schemas.microsoft.com/office/drawing/2014/main" id="{EA2A5622-F182-444D-0592-FFCE11CEAC1D}"/>
              </a:ext>
            </a:extLst>
          </p:cNvPr>
          <p:cNvSpPr/>
          <p:nvPr/>
        </p:nvSpPr>
        <p:spPr>
          <a:xfrm>
            <a:off x="6070461" y="141732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4">
            <a:extLst>
              <a:ext uri="{FF2B5EF4-FFF2-40B4-BE49-F238E27FC236}">
                <a16:creationId xmlns:a16="http://schemas.microsoft.com/office/drawing/2014/main" id="{E8151AFD-62EA-6F4B-8856-A029C7198B2D}"/>
              </a:ext>
            </a:extLst>
          </p:cNvPr>
          <p:cNvSpPr/>
          <p:nvPr/>
        </p:nvSpPr>
        <p:spPr>
          <a:xfrm>
            <a:off x="6422775" y="16547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5">
            <a:extLst>
              <a:ext uri="{FF2B5EF4-FFF2-40B4-BE49-F238E27FC236}">
                <a16:creationId xmlns:a16="http://schemas.microsoft.com/office/drawing/2014/main" id="{2A60407A-EA0B-068E-FC5D-A6247567DEBE}"/>
              </a:ext>
            </a:extLst>
          </p:cNvPr>
          <p:cNvSpPr/>
          <p:nvPr/>
        </p:nvSpPr>
        <p:spPr>
          <a:xfrm>
            <a:off x="6597650" y="185273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">
            <a:extLst>
              <a:ext uri="{FF2B5EF4-FFF2-40B4-BE49-F238E27FC236}">
                <a16:creationId xmlns:a16="http://schemas.microsoft.com/office/drawing/2014/main" id="{79F66EC5-81EF-59A4-BA5A-E87D31F579BB}"/>
              </a:ext>
            </a:extLst>
          </p:cNvPr>
          <p:cNvSpPr/>
          <p:nvPr/>
        </p:nvSpPr>
        <p:spPr>
          <a:xfrm>
            <a:off x="6360996" y="12651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7">
            <a:extLst>
              <a:ext uri="{FF2B5EF4-FFF2-40B4-BE49-F238E27FC236}">
                <a16:creationId xmlns:a16="http://schemas.microsoft.com/office/drawing/2014/main" id="{3F79D486-942A-327E-15FC-0D6994A3DF82}"/>
              </a:ext>
            </a:extLst>
          </p:cNvPr>
          <p:cNvSpPr/>
          <p:nvPr/>
        </p:nvSpPr>
        <p:spPr>
          <a:xfrm>
            <a:off x="6009281" y="167758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8">
            <a:extLst>
              <a:ext uri="{FF2B5EF4-FFF2-40B4-BE49-F238E27FC236}">
                <a16:creationId xmlns:a16="http://schemas.microsoft.com/office/drawing/2014/main" id="{2753825A-401E-F70B-4795-88B111206DCB}"/>
              </a:ext>
            </a:extLst>
          </p:cNvPr>
          <p:cNvSpPr/>
          <p:nvPr/>
        </p:nvSpPr>
        <p:spPr>
          <a:xfrm>
            <a:off x="6336162" y="180868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9">
            <a:extLst>
              <a:ext uri="{FF2B5EF4-FFF2-40B4-BE49-F238E27FC236}">
                <a16:creationId xmlns:a16="http://schemas.microsoft.com/office/drawing/2014/main" id="{E75D8773-900D-EC20-834F-B4A3EC4E6AFF}"/>
              </a:ext>
            </a:extLst>
          </p:cNvPr>
          <p:cNvSpPr/>
          <p:nvPr/>
        </p:nvSpPr>
        <p:spPr>
          <a:xfrm>
            <a:off x="5868794" y="19110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20">
            <a:extLst>
              <a:ext uri="{FF2B5EF4-FFF2-40B4-BE49-F238E27FC236}">
                <a16:creationId xmlns:a16="http://schemas.microsoft.com/office/drawing/2014/main" id="{7B51FE18-C323-F1F6-2F99-23F9124E673C}"/>
              </a:ext>
            </a:extLst>
          </p:cNvPr>
          <p:cNvSpPr/>
          <p:nvPr/>
        </p:nvSpPr>
        <p:spPr>
          <a:xfrm>
            <a:off x="5838001" y="221078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21">
            <a:extLst>
              <a:ext uri="{FF2B5EF4-FFF2-40B4-BE49-F238E27FC236}">
                <a16:creationId xmlns:a16="http://schemas.microsoft.com/office/drawing/2014/main" id="{6362F9D1-5F20-4B54-A079-24733A5F7C2D}"/>
              </a:ext>
            </a:extLst>
          </p:cNvPr>
          <p:cNvSpPr/>
          <p:nvPr/>
        </p:nvSpPr>
        <p:spPr>
          <a:xfrm>
            <a:off x="6078548" y="177401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22">
            <a:extLst>
              <a:ext uri="{FF2B5EF4-FFF2-40B4-BE49-F238E27FC236}">
                <a16:creationId xmlns:a16="http://schemas.microsoft.com/office/drawing/2014/main" id="{934EAD47-A521-C9AE-B6BE-FC42284DB3FA}"/>
              </a:ext>
            </a:extLst>
          </p:cNvPr>
          <p:cNvSpPr/>
          <p:nvPr/>
        </p:nvSpPr>
        <p:spPr>
          <a:xfrm>
            <a:off x="6260690" y="174738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23">
            <a:extLst>
              <a:ext uri="{FF2B5EF4-FFF2-40B4-BE49-F238E27FC236}">
                <a16:creationId xmlns:a16="http://schemas.microsoft.com/office/drawing/2014/main" id="{D4F92048-AC29-E51E-EAD7-2E04A948AA62}"/>
              </a:ext>
            </a:extLst>
          </p:cNvPr>
          <p:cNvSpPr/>
          <p:nvPr/>
        </p:nvSpPr>
        <p:spPr>
          <a:xfrm>
            <a:off x="6188161" y="187207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24">
            <a:extLst>
              <a:ext uri="{FF2B5EF4-FFF2-40B4-BE49-F238E27FC236}">
                <a16:creationId xmlns:a16="http://schemas.microsoft.com/office/drawing/2014/main" id="{936194F6-89F0-3F69-058D-9F12533287F6}"/>
              </a:ext>
            </a:extLst>
          </p:cNvPr>
          <p:cNvSpPr/>
          <p:nvPr/>
        </p:nvSpPr>
        <p:spPr>
          <a:xfrm>
            <a:off x="5974378" y="19398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25">
            <a:extLst>
              <a:ext uri="{FF2B5EF4-FFF2-40B4-BE49-F238E27FC236}">
                <a16:creationId xmlns:a16="http://schemas.microsoft.com/office/drawing/2014/main" id="{2625AE25-F9E8-7FDC-63B8-AF2068DB95BD}"/>
              </a:ext>
            </a:extLst>
          </p:cNvPr>
          <p:cNvSpPr/>
          <p:nvPr/>
        </p:nvSpPr>
        <p:spPr>
          <a:xfrm>
            <a:off x="6702425" y="202629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26">
            <a:extLst>
              <a:ext uri="{FF2B5EF4-FFF2-40B4-BE49-F238E27FC236}">
                <a16:creationId xmlns:a16="http://schemas.microsoft.com/office/drawing/2014/main" id="{458EF3C8-487B-4F22-D248-B05B8D066E0E}"/>
              </a:ext>
            </a:extLst>
          </p:cNvPr>
          <p:cNvSpPr/>
          <p:nvPr/>
        </p:nvSpPr>
        <p:spPr>
          <a:xfrm>
            <a:off x="6643370" y="162260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27">
            <a:extLst>
              <a:ext uri="{FF2B5EF4-FFF2-40B4-BE49-F238E27FC236}">
                <a16:creationId xmlns:a16="http://schemas.microsoft.com/office/drawing/2014/main" id="{D497DBFE-55DA-5111-8C6D-A1693C92CCED}"/>
              </a:ext>
            </a:extLst>
          </p:cNvPr>
          <p:cNvSpPr/>
          <p:nvPr/>
        </p:nvSpPr>
        <p:spPr>
          <a:xfrm>
            <a:off x="6666230" y="136004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28">
            <a:extLst>
              <a:ext uri="{FF2B5EF4-FFF2-40B4-BE49-F238E27FC236}">
                <a16:creationId xmlns:a16="http://schemas.microsoft.com/office/drawing/2014/main" id="{6B08E4B7-73E2-B519-B4A9-52C40FC64012}"/>
              </a:ext>
            </a:extLst>
          </p:cNvPr>
          <p:cNvSpPr/>
          <p:nvPr/>
        </p:nvSpPr>
        <p:spPr>
          <a:xfrm>
            <a:off x="6149989" y="194673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29">
            <a:extLst>
              <a:ext uri="{FF2B5EF4-FFF2-40B4-BE49-F238E27FC236}">
                <a16:creationId xmlns:a16="http://schemas.microsoft.com/office/drawing/2014/main" id="{9C5E47B5-665E-A8C2-B1C5-660B08C2FBD6}"/>
              </a:ext>
            </a:extLst>
          </p:cNvPr>
          <p:cNvSpPr/>
          <p:nvPr/>
        </p:nvSpPr>
        <p:spPr>
          <a:xfrm>
            <a:off x="5910419" y="175380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30">
            <a:extLst>
              <a:ext uri="{FF2B5EF4-FFF2-40B4-BE49-F238E27FC236}">
                <a16:creationId xmlns:a16="http://schemas.microsoft.com/office/drawing/2014/main" id="{D21A07BF-8D6F-89F2-9782-BB2C515D82E0}"/>
              </a:ext>
            </a:extLst>
          </p:cNvPr>
          <p:cNvSpPr/>
          <p:nvPr/>
        </p:nvSpPr>
        <p:spPr>
          <a:xfrm>
            <a:off x="5977227" y="208845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31">
            <a:extLst>
              <a:ext uri="{FF2B5EF4-FFF2-40B4-BE49-F238E27FC236}">
                <a16:creationId xmlns:a16="http://schemas.microsoft.com/office/drawing/2014/main" id="{4D4C524D-F883-D30F-8160-16B91BC9831F}"/>
              </a:ext>
            </a:extLst>
          </p:cNvPr>
          <p:cNvSpPr/>
          <p:nvPr/>
        </p:nvSpPr>
        <p:spPr>
          <a:xfrm>
            <a:off x="6191226" y="218866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32">
            <a:extLst>
              <a:ext uri="{FF2B5EF4-FFF2-40B4-BE49-F238E27FC236}">
                <a16:creationId xmlns:a16="http://schemas.microsoft.com/office/drawing/2014/main" id="{6D873502-1AC2-9990-5954-4074B7B4A5A7}"/>
              </a:ext>
            </a:extLst>
          </p:cNvPr>
          <p:cNvSpPr/>
          <p:nvPr/>
        </p:nvSpPr>
        <p:spPr>
          <a:xfrm>
            <a:off x="6422775" y="180270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33">
            <a:extLst>
              <a:ext uri="{FF2B5EF4-FFF2-40B4-BE49-F238E27FC236}">
                <a16:creationId xmlns:a16="http://schemas.microsoft.com/office/drawing/2014/main" id="{9EF5B267-71AF-E702-A5C4-C71BDAC761F7}"/>
              </a:ext>
            </a:extLst>
          </p:cNvPr>
          <p:cNvSpPr/>
          <p:nvPr/>
        </p:nvSpPr>
        <p:spPr>
          <a:xfrm>
            <a:off x="5952301" y="157377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34">
            <a:extLst>
              <a:ext uri="{FF2B5EF4-FFF2-40B4-BE49-F238E27FC236}">
                <a16:creationId xmlns:a16="http://schemas.microsoft.com/office/drawing/2014/main" id="{2CD83C0D-C74C-F9CC-A614-B48E8DF001B2}"/>
              </a:ext>
            </a:extLst>
          </p:cNvPr>
          <p:cNvSpPr/>
          <p:nvPr/>
        </p:nvSpPr>
        <p:spPr>
          <a:xfrm>
            <a:off x="6006360" y="18457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35">
            <a:extLst>
              <a:ext uri="{FF2B5EF4-FFF2-40B4-BE49-F238E27FC236}">
                <a16:creationId xmlns:a16="http://schemas.microsoft.com/office/drawing/2014/main" id="{3C6397C1-E98E-5727-BB00-4D13FC222EEE}"/>
              </a:ext>
            </a:extLst>
          </p:cNvPr>
          <p:cNvSpPr/>
          <p:nvPr/>
        </p:nvSpPr>
        <p:spPr>
          <a:xfrm>
            <a:off x="6035383" y="188564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36">
            <a:extLst>
              <a:ext uri="{FF2B5EF4-FFF2-40B4-BE49-F238E27FC236}">
                <a16:creationId xmlns:a16="http://schemas.microsoft.com/office/drawing/2014/main" id="{394AC133-E690-3AED-3D13-B533ACED561A}"/>
              </a:ext>
            </a:extLst>
          </p:cNvPr>
          <p:cNvSpPr/>
          <p:nvPr/>
        </p:nvSpPr>
        <p:spPr>
          <a:xfrm>
            <a:off x="6274923" y="187089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37">
            <a:extLst>
              <a:ext uri="{FF2B5EF4-FFF2-40B4-BE49-F238E27FC236}">
                <a16:creationId xmlns:a16="http://schemas.microsoft.com/office/drawing/2014/main" id="{4B03C25B-80E6-9031-79EE-C520CFC5CBEC}"/>
              </a:ext>
            </a:extLst>
          </p:cNvPr>
          <p:cNvSpPr/>
          <p:nvPr/>
        </p:nvSpPr>
        <p:spPr>
          <a:xfrm>
            <a:off x="6114357" y="189321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38">
            <a:extLst>
              <a:ext uri="{FF2B5EF4-FFF2-40B4-BE49-F238E27FC236}">
                <a16:creationId xmlns:a16="http://schemas.microsoft.com/office/drawing/2014/main" id="{C89A7FD2-2719-88A0-C65F-E69993A2B725}"/>
              </a:ext>
            </a:extLst>
          </p:cNvPr>
          <p:cNvSpPr/>
          <p:nvPr/>
        </p:nvSpPr>
        <p:spPr>
          <a:xfrm>
            <a:off x="6010603" y="176918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39">
            <a:extLst>
              <a:ext uri="{FF2B5EF4-FFF2-40B4-BE49-F238E27FC236}">
                <a16:creationId xmlns:a16="http://schemas.microsoft.com/office/drawing/2014/main" id="{5DC2F113-C8A9-2C74-A053-F494C31E89D8}"/>
              </a:ext>
            </a:extLst>
          </p:cNvPr>
          <p:cNvSpPr/>
          <p:nvPr/>
        </p:nvSpPr>
        <p:spPr>
          <a:xfrm>
            <a:off x="6215207" y="169695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40">
            <a:extLst>
              <a:ext uri="{FF2B5EF4-FFF2-40B4-BE49-F238E27FC236}">
                <a16:creationId xmlns:a16="http://schemas.microsoft.com/office/drawing/2014/main" id="{777B0CA4-05EF-509E-93DD-238D1C434FE4}"/>
              </a:ext>
            </a:extLst>
          </p:cNvPr>
          <p:cNvSpPr/>
          <p:nvPr/>
        </p:nvSpPr>
        <p:spPr>
          <a:xfrm>
            <a:off x="5792281" y="206743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41">
            <a:extLst>
              <a:ext uri="{FF2B5EF4-FFF2-40B4-BE49-F238E27FC236}">
                <a16:creationId xmlns:a16="http://schemas.microsoft.com/office/drawing/2014/main" id="{19B19E0A-ABEF-61C4-8923-B5D1BDB71C4E}"/>
              </a:ext>
            </a:extLst>
          </p:cNvPr>
          <p:cNvSpPr/>
          <p:nvPr/>
        </p:nvSpPr>
        <p:spPr>
          <a:xfrm>
            <a:off x="5883721" y="1965379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42">
            <a:extLst>
              <a:ext uri="{FF2B5EF4-FFF2-40B4-BE49-F238E27FC236}">
                <a16:creationId xmlns:a16="http://schemas.microsoft.com/office/drawing/2014/main" id="{A3B049BB-3FB2-82AC-D1DD-15F7DDC744E6}"/>
              </a:ext>
            </a:extLst>
          </p:cNvPr>
          <p:cNvSpPr/>
          <p:nvPr/>
        </p:nvSpPr>
        <p:spPr>
          <a:xfrm>
            <a:off x="5952301" y="185985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43">
            <a:extLst>
              <a:ext uri="{FF2B5EF4-FFF2-40B4-BE49-F238E27FC236}">
                <a16:creationId xmlns:a16="http://schemas.microsoft.com/office/drawing/2014/main" id="{279E0C69-DCD2-13FB-611A-C22C96039F21}"/>
              </a:ext>
            </a:extLst>
          </p:cNvPr>
          <p:cNvSpPr/>
          <p:nvPr/>
        </p:nvSpPr>
        <p:spPr>
          <a:xfrm>
            <a:off x="6469233" y="208845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44">
            <a:extLst>
              <a:ext uri="{FF2B5EF4-FFF2-40B4-BE49-F238E27FC236}">
                <a16:creationId xmlns:a16="http://schemas.microsoft.com/office/drawing/2014/main" id="{01C5AD08-38C0-D669-5F16-6D24C203EB9C}"/>
              </a:ext>
            </a:extLst>
          </p:cNvPr>
          <p:cNvSpPr/>
          <p:nvPr/>
        </p:nvSpPr>
        <p:spPr>
          <a:xfrm>
            <a:off x="6375728" y="150411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45">
            <a:extLst>
              <a:ext uri="{FF2B5EF4-FFF2-40B4-BE49-F238E27FC236}">
                <a16:creationId xmlns:a16="http://schemas.microsoft.com/office/drawing/2014/main" id="{CDD06396-E1CF-F312-6D9F-D27DB09BC1E7}"/>
              </a:ext>
            </a:extLst>
          </p:cNvPr>
          <p:cNvSpPr/>
          <p:nvPr/>
        </p:nvSpPr>
        <p:spPr>
          <a:xfrm>
            <a:off x="6166063" y="18000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46">
            <a:extLst>
              <a:ext uri="{FF2B5EF4-FFF2-40B4-BE49-F238E27FC236}">
                <a16:creationId xmlns:a16="http://schemas.microsoft.com/office/drawing/2014/main" id="{5295B251-180D-56A5-10A2-B82AFBF885B9}"/>
              </a:ext>
            </a:extLst>
          </p:cNvPr>
          <p:cNvSpPr/>
          <p:nvPr/>
        </p:nvSpPr>
        <p:spPr>
          <a:xfrm>
            <a:off x="6338136" y="218216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47">
            <a:extLst>
              <a:ext uri="{FF2B5EF4-FFF2-40B4-BE49-F238E27FC236}">
                <a16:creationId xmlns:a16="http://schemas.microsoft.com/office/drawing/2014/main" id="{671EDA82-35AE-7075-BABC-F63872304521}"/>
              </a:ext>
            </a:extLst>
          </p:cNvPr>
          <p:cNvSpPr/>
          <p:nvPr/>
        </p:nvSpPr>
        <p:spPr>
          <a:xfrm>
            <a:off x="6110229" y="181293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48">
            <a:extLst>
              <a:ext uri="{FF2B5EF4-FFF2-40B4-BE49-F238E27FC236}">
                <a16:creationId xmlns:a16="http://schemas.microsoft.com/office/drawing/2014/main" id="{891B2F3B-17E5-0BFD-084A-D0C6A181B334}"/>
              </a:ext>
            </a:extLst>
          </p:cNvPr>
          <p:cNvSpPr/>
          <p:nvPr/>
        </p:nvSpPr>
        <p:spPr>
          <a:xfrm>
            <a:off x="5947578" y="19339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49">
            <a:extLst>
              <a:ext uri="{FF2B5EF4-FFF2-40B4-BE49-F238E27FC236}">
                <a16:creationId xmlns:a16="http://schemas.microsoft.com/office/drawing/2014/main" id="{9B517610-3B43-A6CB-FD16-6AEC1851F69A}"/>
              </a:ext>
            </a:extLst>
          </p:cNvPr>
          <p:cNvSpPr/>
          <p:nvPr/>
        </p:nvSpPr>
        <p:spPr>
          <a:xfrm>
            <a:off x="5915674" y="182240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50">
            <a:extLst>
              <a:ext uri="{FF2B5EF4-FFF2-40B4-BE49-F238E27FC236}">
                <a16:creationId xmlns:a16="http://schemas.microsoft.com/office/drawing/2014/main" id="{EFBEAF99-5441-4C67-E30E-B0671B26A255}"/>
              </a:ext>
            </a:extLst>
          </p:cNvPr>
          <p:cNvSpPr/>
          <p:nvPr/>
        </p:nvSpPr>
        <p:spPr>
          <a:xfrm>
            <a:off x="6153617" y="204457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51">
            <a:extLst>
              <a:ext uri="{FF2B5EF4-FFF2-40B4-BE49-F238E27FC236}">
                <a16:creationId xmlns:a16="http://schemas.microsoft.com/office/drawing/2014/main" id="{6CB8487A-1F99-5CE3-BB27-78E566656068}"/>
              </a:ext>
            </a:extLst>
          </p:cNvPr>
          <p:cNvSpPr/>
          <p:nvPr/>
        </p:nvSpPr>
        <p:spPr>
          <a:xfrm>
            <a:off x="6101408" y="224028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52">
            <a:extLst>
              <a:ext uri="{FF2B5EF4-FFF2-40B4-BE49-F238E27FC236}">
                <a16:creationId xmlns:a16="http://schemas.microsoft.com/office/drawing/2014/main" id="{3F3680A9-626D-121F-A54F-3DF859E11C85}"/>
              </a:ext>
            </a:extLst>
          </p:cNvPr>
          <p:cNvSpPr/>
          <p:nvPr/>
        </p:nvSpPr>
        <p:spPr>
          <a:xfrm>
            <a:off x="5929441" y="221152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Shape 53">
            <a:extLst>
              <a:ext uri="{FF2B5EF4-FFF2-40B4-BE49-F238E27FC236}">
                <a16:creationId xmlns:a16="http://schemas.microsoft.com/office/drawing/2014/main" id="{768A841D-775B-BEC7-DDC8-0B808999453D}"/>
              </a:ext>
            </a:extLst>
          </p:cNvPr>
          <p:cNvSpPr/>
          <p:nvPr/>
        </p:nvSpPr>
        <p:spPr>
          <a:xfrm>
            <a:off x="6013599" y="191161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" name="Shape 54">
            <a:extLst>
              <a:ext uri="{FF2B5EF4-FFF2-40B4-BE49-F238E27FC236}">
                <a16:creationId xmlns:a16="http://schemas.microsoft.com/office/drawing/2014/main" id="{4C92070B-8724-4FAF-5EBA-6827A4152426}"/>
              </a:ext>
            </a:extLst>
          </p:cNvPr>
          <p:cNvSpPr/>
          <p:nvPr/>
        </p:nvSpPr>
        <p:spPr>
          <a:xfrm>
            <a:off x="5977227" y="202909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Shape 55">
            <a:extLst>
              <a:ext uri="{FF2B5EF4-FFF2-40B4-BE49-F238E27FC236}">
                <a16:creationId xmlns:a16="http://schemas.microsoft.com/office/drawing/2014/main" id="{0B0A68ED-F11F-A89A-0785-CF18979461DC}"/>
              </a:ext>
            </a:extLst>
          </p:cNvPr>
          <p:cNvSpPr/>
          <p:nvPr/>
        </p:nvSpPr>
        <p:spPr>
          <a:xfrm>
            <a:off x="6260690" y="194302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8" name="Shape 56">
            <a:extLst>
              <a:ext uri="{FF2B5EF4-FFF2-40B4-BE49-F238E27FC236}">
                <a16:creationId xmlns:a16="http://schemas.microsoft.com/office/drawing/2014/main" id="{B28BC394-3C01-4401-FF77-427205D5466F}"/>
              </a:ext>
            </a:extLst>
          </p:cNvPr>
          <p:cNvSpPr/>
          <p:nvPr/>
        </p:nvSpPr>
        <p:spPr>
          <a:xfrm>
            <a:off x="6398588" y="19275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Shape 57">
            <a:extLst>
              <a:ext uri="{FF2B5EF4-FFF2-40B4-BE49-F238E27FC236}">
                <a16:creationId xmlns:a16="http://schemas.microsoft.com/office/drawing/2014/main" id="{AE3BDBC2-16AC-4763-0C27-5058AE5C661A}"/>
              </a:ext>
            </a:extLst>
          </p:cNvPr>
          <p:cNvSpPr/>
          <p:nvPr/>
        </p:nvSpPr>
        <p:spPr>
          <a:xfrm>
            <a:off x="6086765" y="19349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Shape 58">
            <a:extLst>
              <a:ext uri="{FF2B5EF4-FFF2-40B4-BE49-F238E27FC236}">
                <a16:creationId xmlns:a16="http://schemas.microsoft.com/office/drawing/2014/main" id="{7629773E-6DCB-C59A-6A9D-29EBAA795697}"/>
              </a:ext>
            </a:extLst>
          </p:cNvPr>
          <p:cNvSpPr/>
          <p:nvPr/>
        </p:nvSpPr>
        <p:spPr>
          <a:xfrm>
            <a:off x="6090247" y="170808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Shape 59">
            <a:extLst>
              <a:ext uri="{FF2B5EF4-FFF2-40B4-BE49-F238E27FC236}">
                <a16:creationId xmlns:a16="http://schemas.microsoft.com/office/drawing/2014/main" id="{F2779743-B3AC-54A5-CAFA-6287AB307EB5}"/>
              </a:ext>
            </a:extLst>
          </p:cNvPr>
          <p:cNvSpPr/>
          <p:nvPr/>
        </p:nvSpPr>
        <p:spPr>
          <a:xfrm>
            <a:off x="6078548" y="202876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2" name="Shape 60">
            <a:extLst>
              <a:ext uri="{FF2B5EF4-FFF2-40B4-BE49-F238E27FC236}">
                <a16:creationId xmlns:a16="http://schemas.microsoft.com/office/drawing/2014/main" id="{BDC8CE62-B384-ABE1-9A83-F12C0CB46D4D}"/>
              </a:ext>
            </a:extLst>
          </p:cNvPr>
          <p:cNvSpPr/>
          <p:nvPr/>
        </p:nvSpPr>
        <p:spPr>
          <a:xfrm>
            <a:off x="6070548" y="1841045"/>
            <a:ext cx="61720" cy="572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Shape 61">
            <a:extLst>
              <a:ext uri="{FF2B5EF4-FFF2-40B4-BE49-F238E27FC236}">
                <a16:creationId xmlns:a16="http://schemas.microsoft.com/office/drawing/2014/main" id="{179EFD20-CAB5-44DF-52C0-297CAE9A1308}"/>
              </a:ext>
            </a:extLst>
          </p:cNvPr>
          <p:cNvSpPr/>
          <p:nvPr/>
        </p:nvSpPr>
        <p:spPr>
          <a:xfrm>
            <a:off x="548640" y="502339"/>
            <a:ext cx="365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Text 62">
            <a:extLst>
              <a:ext uri="{FF2B5EF4-FFF2-40B4-BE49-F238E27FC236}">
                <a16:creationId xmlns:a16="http://schemas.microsoft.com/office/drawing/2014/main" id="{D27D3C14-ADF7-A1D8-76B5-61B4319D53F8}"/>
              </a:ext>
            </a:extLst>
          </p:cNvPr>
          <p:cNvSpPr/>
          <p:nvPr/>
        </p:nvSpPr>
        <p:spPr>
          <a:xfrm>
            <a:off x="987552" y="3651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PROJECT</a:t>
            </a:r>
            <a:endParaRPr lang="en-US" sz="1100" dirty="0"/>
          </a:p>
        </p:txBody>
      </p:sp>
      <p:sp>
        <p:nvSpPr>
          <p:cNvPr id="215" name="Text 64">
            <a:extLst>
              <a:ext uri="{FF2B5EF4-FFF2-40B4-BE49-F238E27FC236}">
                <a16:creationId xmlns:a16="http://schemas.microsoft.com/office/drawing/2014/main" id="{15C6D014-9B5C-3392-9713-E8ABCD7A1F07}"/>
              </a:ext>
            </a:extLst>
          </p:cNvPr>
          <p:cNvSpPr/>
          <p:nvPr/>
        </p:nvSpPr>
        <p:spPr>
          <a:xfrm>
            <a:off x="5486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6000" dirty="0"/>
          </a:p>
          <a:p>
            <a:r>
              <a:rPr lang="en-US" sz="60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you...</a:t>
            </a:r>
            <a:endParaRPr lang="en-US" sz="6000" dirty="0"/>
          </a:p>
          <a:p>
            <a:endParaRPr lang="en-US" sz="6000" dirty="0"/>
          </a:p>
        </p:txBody>
      </p:sp>
      <p:sp>
        <p:nvSpPr>
          <p:cNvPr id="218" name="Text 69">
            <a:extLst>
              <a:ext uri="{FF2B5EF4-FFF2-40B4-BE49-F238E27FC236}">
                <a16:creationId xmlns:a16="http://schemas.microsoft.com/office/drawing/2014/main" id="{2937B83A-ED12-906D-538F-2E9E27FC812D}"/>
              </a:ext>
            </a:extLst>
          </p:cNvPr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/  12</a:t>
            </a:r>
            <a:endParaRPr lang="en-US" sz="1000" dirty="0"/>
          </a:p>
        </p:txBody>
      </p:sp>
      <p:sp>
        <p:nvSpPr>
          <p:cNvPr id="224" name="Shape 65">
            <a:extLst>
              <a:ext uri="{FF2B5EF4-FFF2-40B4-BE49-F238E27FC236}">
                <a16:creationId xmlns:a16="http://schemas.microsoft.com/office/drawing/2014/main" id="{9D02CD5F-CAAC-91D0-3688-9083C25F66C5}"/>
              </a:ext>
            </a:extLst>
          </p:cNvPr>
          <p:cNvSpPr/>
          <p:nvPr/>
        </p:nvSpPr>
        <p:spPr>
          <a:xfrm>
            <a:off x="483362" y="3947163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66">
            <a:extLst>
              <a:ext uri="{FF2B5EF4-FFF2-40B4-BE49-F238E27FC236}">
                <a16:creationId xmlns:a16="http://schemas.microsoft.com/office/drawing/2014/main" id="{C7022D28-B69C-FEF6-0D10-BA5D1C95EEA6}"/>
              </a:ext>
            </a:extLst>
          </p:cNvPr>
          <p:cNvSpPr/>
          <p:nvPr/>
        </p:nvSpPr>
        <p:spPr>
          <a:xfrm>
            <a:off x="483361" y="4084323"/>
            <a:ext cx="26139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6" name="Shape 0">
            <a:extLst>
              <a:ext uri="{FF2B5EF4-FFF2-40B4-BE49-F238E27FC236}">
                <a16:creationId xmlns:a16="http://schemas.microsoft.com/office/drawing/2014/main" id="{ADC2D792-1622-0D34-1A98-A00B6AE1BFE6}"/>
              </a:ext>
            </a:extLst>
          </p:cNvPr>
          <p:cNvSpPr/>
          <p:nvPr/>
        </p:nvSpPr>
        <p:spPr>
          <a:xfrm>
            <a:off x="5546342" y="158688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7" name="Shape 1">
            <a:extLst>
              <a:ext uri="{FF2B5EF4-FFF2-40B4-BE49-F238E27FC236}">
                <a16:creationId xmlns:a16="http://schemas.microsoft.com/office/drawing/2014/main" id="{C29A0B7C-239F-A48A-8342-B19300AACB2C}"/>
              </a:ext>
            </a:extLst>
          </p:cNvPr>
          <p:cNvSpPr/>
          <p:nvPr/>
        </p:nvSpPr>
        <p:spPr>
          <a:xfrm>
            <a:off x="5747510" y="1586887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8" name="Shape 2">
            <a:extLst>
              <a:ext uri="{FF2B5EF4-FFF2-40B4-BE49-F238E27FC236}">
                <a16:creationId xmlns:a16="http://schemas.microsoft.com/office/drawing/2014/main" id="{DB068B43-3293-EFE5-C870-F6C4B5C2F72E}"/>
              </a:ext>
            </a:extLst>
          </p:cNvPr>
          <p:cNvSpPr/>
          <p:nvPr/>
        </p:nvSpPr>
        <p:spPr>
          <a:xfrm>
            <a:off x="5718382" y="16884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9" name="Shape 3">
            <a:extLst>
              <a:ext uri="{FF2B5EF4-FFF2-40B4-BE49-F238E27FC236}">
                <a16:creationId xmlns:a16="http://schemas.microsoft.com/office/drawing/2014/main" id="{772E59ED-62DB-0559-516E-F2A06F8A5998}"/>
              </a:ext>
            </a:extLst>
          </p:cNvPr>
          <p:cNvSpPr/>
          <p:nvPr/>
        </p:nvSpPr>
        <p:spPr>
          <a:xfrm>
            <a:off x="5919550" y="16884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0" name="Shape 4">
            <a:extLst>
              <a:ext uri="{FF2B5EF4-FFF2-40B4-BE49-F238E27FC236}">
                <a16:creationId xmlns:a16="http://schemas.microsoft.com/office/drawing/2014/main" id="{818DD387-E033-47D2-0A60-42B8CD63AE85}"/>
              </a:ext>
            </a:extLst>
          </p:cNvPr>
          <p:cNvSpPr/>
          <p:nvPr/>
        </p:nvSpPr>
        <p:spPr>
          <a:xfrm>
            <a:off x="6120718" y="16884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1" name="Shape 5">
            <a:extLst>
              <a:ext uri="{FF2B5EF4-FFF2-40B4-BE49-F238E27FC236}">
                <a16:creationId xmlns:a16="http://schemas.microsoft.com/office/drawing/2014/main" id="{6ADE7268-5628-3147-3944-EAE87D838E26}"/>
              </a:ext>
            </a:extLst>
          </p:cNvPr>
          <p:cNvSpPr/>
          <p:nvPr/>
        </p:nvSpPr>
        <p:spPr>
          <a:xfrm>
            <a:off x="6321886" y="16884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2" name="Shape 6">
            <a:extLst>
              <a:ext uri="{FF2B5EF4-FFF2-40B4-BE49-F238E27FC236}">
                <a16:creationId xmlns:a16="http://schemas.microsoft.com/office/drawing/2014/main" id="{5DA9812C-916B-D045-E795-2A35F969AB8C}"/>
              </a:ext>
            </a:extLst>
          </p:cNvPr>
          <p:cNvSpPr/>
          <p:nvPr/>
        </p:nvSpPr>
        <p:spPr>
          <a:xfrm>
            <a:off x="6523054" y="16884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3" name="Shape 7">
            <a:extLst>
              <a:ext uri="{FF2B5EF4-FFF2-40B4-BE49-F238E27FC236}">
                <a16:creationId xmlns:a16="http://schemas.microsoft.com/office/drawing/2014/main" id="{0632858B-5C82-9625-36C0-4E200E55C4FC}"/>
              </a:ext>
            </a:extLst>
          </p:cNvPr>
          <p:cNvSpPr/>
          <p:nvPr/>
        </p:nvSpPr>
        <p:spPr>
          <a:xfrm>
            <a:off x="6724222" y="16884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4" name="Shape 8">
            <a:extLst>
              <a:ext uri="{FF2B5EF4-FFF2-40B4-BE49-F238E27FC236}">
                <a16:creationId xmlns:a16="http://schemas.microsoft.com/office/drawing/2014/main" id="{F0A103DE-AF89-37F0-7F77-ED3288748E40}"/>
              </a:ext>
            </a:extLst>
          </p:cNvPr>
          <p:cNvSpPr/>
          <p:nvPr/>
        </p:nvSpPr>
        <p:spPr>
          <a:xfrm>
            <a:off x="6925390" y="168848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5" name="Shape 9">
            <a:extLst>
              <a:ext uri="{FF2B5EF4-FFF2-40B4-BE49-F238E27FC236}">
                <a16:creationId xmlns:a16="http://schemas.microsoft.com/office/drawing/2014/main" id="{A11FA2AC-DE7B-354F-2367-740B334C0A47}"/>
              </a:ext>
            </a:extLst>
          </p:cNvPr>
          <p:cNvSpPr/>
          <p:nvPr/>
        </p:nvSpPr>
        <p:spPr>
          <a:xfrm>
            <a:off x="6077242" y="160753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6" name="Shape 10">
            <a:extLst>
              <a:ext uri="{FF2B5EF4-FFF2-40B4-BE49-F238E27FC236}">
                <a16:creationId xmlns:a16="http://schemas.microsoft.com/office/drawing/2014/main" id="{5D54C044-854E-7036-EFFE-7BF05F328870}"/>
              </a:ext>
            </a:extLst>
          </p:cNvPr>
          <p:cNvSpPr/>
          <p:nvPr/>
        </p:nvSpPr>
        <p:spPr>
          <a:xfrm>
            <a:off x="5546342" y="178805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Shape 11">
            <a:extLst>
              <a:ext uri="{FF2B5EF4-FFF2-40B4-BE49-F238E27FC236}">
                <a16:creationId xmlns:a16="http://schemas.microsoft.com/office/drawing/2014/main" id="{38287D51-0688-2C01-3FDF-326812D5B3B5}"/>
              </a:ext>
            </a:extLst>
          </p:cNvPr>
          <p:cNvSpPr/>
          <p:nvPr/>
        </p:nvSpPr>
        <p:spPr>
          <a:xfrm>
            <a:off x="5747510" y="178805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8" name="Shape 12">
            <a:extLst>
              <a:ext uri="{FF2B5EF4-FFF2-40B4-BE49-F238E27FC236}">
                <a16:creationId xmlns:a16="http://schemas.microsoft.com/office/drawing/2014/main" id="{6570F83A-2852-6ED4-8560-A187C0101FB9}"/>
              </a:ext>
            </a:extLst>
          </p:cNvPr>
          <p:cNvSpPr/>
          <p:nvPr/>
        </p:nvSpPr>
        <p:spPr>
          <a:xfrm>
            <a:off x="5718382" y="18896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9" name="Shape 13">
            <a:extLst>
              <a:ext uri="{FF2B5EF4-FFF2-40B4-BE49-F238E27FC236}">
                <a16:creationId xmlns:a16="http://schemas.microsoft.com/office/drawing/2014/main" id="{2968DE30-4849-DFC2-4D07-97D17E0FBC8E}"/>
              </a:ext>
            </a:extLst>
          </p:cNvPr>
          <p:cNvSpPr/>
          <p:nvPr/>
        </p:nvSpPr>
        <p:spPr>
          <a:xfrm>
            <a:off x="5919550" y="18896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0" name="Shape 14">
            <a:extLst>
              <a:ext uri="{FF2B5EF4-FFF2-40B4-BE49-F238E27FC236}">
                <a16:creationId xmlns:a16="http://schemas.microsoft.com/office/drawing/2014/main" id="{AEBA6D5A-B8E8-0F63-8BE8-9AA36EDA8676}"/>
              </a:ext>
            </a:extLst>
          </p:cNvPr>
          <p:cNvSpPr/>
          <p:nvPr/>
        </p:nvSpPr>
        <p:spPr>
          <a:xfrm>
            <a:off x="6141205" y="187350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1" name="Shape 15">
            <a:extLst>
              <a:ext uri="{FF2B5EF4-FFF2-40B4-BE49-F238E27FC236}">
                <a16:creationId xmlns:a16="http://schemas.microsoft.com/office/drawing/2014/main" id="{0DBB4DA3-062D-8877-2921-85229267A154}"/>
              </a:ext>
            </a:extLst>
          </p:cNvPr>
          <p:cNvSpPr/>
          <p:nvPr/>
        </p:nvSpPr>
        <p:spPr>
          <a:xfrm>
            <a:off x="6321886" y="18896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2" name="Shape 16">
            <a:extLst>
              <a:ext uri="{FF2B5EF4-FFF2-40B4-BE49-F238E27FC236}">
                <a16:creationId xmlns:a16="http://schemas.microsoft.com/office/drawing/2014/main" id="{F993FEEA-E255-1148-65BA-4AE5ADEC3BCE}"/>
              </a:ext>
            </a:extLst>
          </p:cNvPr>
          <p:cNvSpPr/>
          <p:nvPr/>
        </p:nvSpPr>
        <p:spPr>
          <a:xfrm>
            <a:off x="6523054" y="18896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3" name="Shape 17">
            <a:extLst>
              <a:ext uri="{FF2B5EF4-FFF2-40B4-BE49-F238E27FC236}">
                <a16:creationId xmlns:a16="http://schemas.microsoft.com/office/drawing/2014/main" id="{5EE555CA-2CC2-5156-59A6-24265C7B55AA}"/>
              </a:ext>
            </a:extLst>
          </p:cNvPr>
          <p:cNvSpPr/>
          <p:nvPr/>
        </p:nvSpPr>
        <p:spPr>
          <a:xfrm>
            <a:off x="6724222" y="188965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4" name="Shape 18">
            <a:extLst>
              <a:ext uri="{FF2B5EF4-FFF2-40B4-BE49-F238E27FC236}">
                <a16:creationId xmlns:a16="http://schemas.microsoft.com/office/drawing/2014/main" id="{0B45B3C3-B653-E6BD-DF0E-F7870BA1515B}"/>
              </a:ext>
            </a:extLst>
          </p:cNvPr>
          <p:cNvSpPr/>
          <p:nvPr/>
        </p:nvSpPr>
        <p:spPr>
          <a:xfrm rot="17724609">
            <a:off x="6886864" y="176525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5" name="Shape 19">
            <a:extLst>
              <a:ext uri="{FF2B5EF4-FFF2-40B4-BE49-F238E27FC236}">
                <a16:creationId xmlns:a16="http://schemas.microsoft.com/office/drawing/2014/main" id="{7FB553F1-8AC4-513D-53B6-290EC870E9EF}"/>
              </a:ext>
            </a:extLst>
          </p:cNvPr>
          <p:cNvSpPr/>
          <p:nvPr/>
        </p:nvSpPr>
        <p:spPr>
          <a:xfrm rot="17724609">
            <a:off x="6389990" y="173093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6" name="Shape 20">
            <a:extLst>
              <a:ext uri="{FF2B5EF4-FFF2-40B4-BE49-F238E27FC236}">
                <a16:creationId xmlns:a16="http://schemas.microsoft.com/office/drawing/2014/main" id="{2E0F6F41-F0ED-C6E2-0520-0AB8E3BAFD1E}"/>
              </a:ext>
            </a:extLst>
          </p:cNvPr>
          <p:cNvSpPr/>
          <p:nvPr/>
        </p:nvSpPr>
        <p:spPr>
          <a:xfrm>
            <a:off x="5546342" y="198922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Shape 21">
            <a:extLst>
              <a:ext uri="{FF2B5EF4-FFF2-40B4-BE49-F238E27FC236}">
                <a16:creationId xmlns:a16="http://schemas.microsoft.com/office/drawing/2014/main" id="{21A600C4-0947-5646-03EC-83F60F27FC71}"/>
              </a:ext>
            </a:extLst>
          </p:cNvPr>
          <p:cNvSpPr/>
          <p:nvPr/>
        </p:nvSpPr>
        <p:spPr>
          <a:xfrm>
            <a:off x="5747510" y="198922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Shape 22">
            <a:extLst>
              <a:ext uri="{FF2B5EF4-FFF2-40B4-BE49-F238E27FC236}">
                <a16:creationId xmlns:a16="http://schemas.microsoft.com/office/drawing/2014/main" id="{BE88F373-0E54-BCD0-FC72-999A3BAB75F7}"/>
              </a:ext>
            </a:extLst>
          </p:cNvPr>
          <p:cNvSpPr/>
          <p:nvPr/>
        </p:nvSpPr>
        <p:spPr>
          <a:xfrm>
            <a:off x="5718382" y="20908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23">
            <a:extLst>
              <a:ext uri="{FF2B5EF4-FFF2-40B4-BE49-F238E27FC236}">
                <a16:creationId xmlns:a16="http://schemas.microsoft.com/office/drawing/2014/main" id="{BCDAFAD4-0867-784C-3C94-32AC1BD1C0CC}"/>
              </a:ext>
            </a:extLst>
          </p:cNvPr>
          <p:cNvSpPr/>
          <p:nvPr/>
        </p:nvSpPr>
        <p:spPr>
          <a:xfrm>
            <a:off x="5919550" y="20908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0" name="Shape 24">
            <a:extLst>
              <a:ext uri="{FF2B5EF4-FFF2-40B4-BE49-F238E27FC236}">
                <a16:creationId xmlns:a16="http://schemas.microsoft.com/office/drawing/2014/main" id="{DD41F4C1-1B45-2BC1-29FD-A8281C955832}"/>
              </a:ext>
            </a:extLst>
          </p:cNvPr>
          <p:cNvSpPr/>
          <p:nvPr/>
        </p:nvSpPr>
        <p:spPr>
          <a:xfrm>
            <a:off x="6120718" y="20908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1" name="Shape 25">
            <a:extLst>
              <a:ext uri="{FF2B5EF4-FFF2-40B4-BE49-F238E27FC236}">
                <a16:creationId xmlns:a16="http://schemas.microsoft.com/office/drawing/2014/main" id="{F95D5F51-2F04-5898-FA1A-2A851F8C0D97}"/>
              </a:ext>
            </a:extLst>
          </p:cNvPr>
          <p:cNvSpPr/>
          <p:nvPr/>
        </p:nvSpPr>
        <p:spPr>
          <a:xfrm>
            <a:off x="6321886" y="20908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2" name="Shape 26">
            <a:extLst>
              <a:ext uri="{FF2B5EF4-FFF2-40B4-BE49-F238E27FC236}">
                <a16:creationId xmlns:a16="http://schemas.microsoft.com/office/drawing/2014/main" id="{324A2A04-E0E0-8153-6096-BEE8FB826F58}"/>
              </a:ext>
            </a:extLst>
          </p:cNvPr>
          <p:cNvSpPr/>
          <p:nvPr/>
        </p:nvSpPr>
        <p:spPr>
          <a:xfrm>
            <a:off x="6523054" y="209082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3" name="Shape 27">
            <a:extLst>
              <a:ext uri="{FF2B5EF4-FFF2-40B4-BE49-F238E27FC236}">
                <a16:creationId xmlns:a16="http://schemas.microsoft.com/office/drawing/2014/main" id="{A785FA3E-E81D-ECD7-D987-556D1F25E085}"/>
              </a:ext>
            </a:extLst>
          </p:cNvPr>
          <p:cNvSpPr/>
          <p:nvPr/>
        </p:nvSpPr>
        <p:spPr>
          <a:xfrm>
            <a:off x="6574790" y="223005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4" name="Shape 28">
            <a:extLst>
              <a:ext uri="{FF2B5EF4-FFF2-40B4-BE49-F238E27FC236}">
                <a16:creationId xmlns:a16="http://schemas.microsoft.com/office/drawing/2014/main" id="{80546779-88FA-E6E9-F3CE-79D5173C94EB}"/>
              </a:ext>
            </a:extLst>
          </p:cNvPr>
          <p:cNvSpPr/>
          <p:nvPr/>
        </p:nvSpPr>
        <p:spPr>
          <a:xfrm>
            <a:off x="6840424" y="191724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5" name="Shape 29">
            <a:extLst>
              <a:ext uri="{FF2B5EF4-FFF2-40B4-BE49-F238E27FC236}">
                <a16:creationId xmlns:a16="http://schemas.microsoft.com/office/drawing/2014/main" id="{0CAEC59E-0033-84E2-878F-9F3DD0DE6B81}"/>
              </a:ext>
            </a:extLst>
          </p:cNvPr>
          <p:cNvSpPr/>
          <p:nvPr/>
        </p:nvSpPr>
        <p:spPr>
          <a:xfrm>
            <a:off x="6747082" y="178582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6" name="Shape 30">
            <a:extLst>
              <a:ext uri="{FF2B5EF4-FFF2-40B4-BE49-F238E27FC236}">
                <a16:creationId xmlns:a16="http://schemas.microsoft.com/office/drawing/2014/main" id="{40CE9486-23A8-8025-8E63-A4A7456AF1F7}"/>
              </a:ext>
            </a:extLst>
          </p:cNvPr>
          <p:cNvSpPr/>
          <p:nvPr/>
        </p:nvSpPr>
        <p:spPr>
          <a:xfrm>
            <a:off x="5610292" y="1524825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7" name="Shape 31">
            <a:extLst>
              <a:ext uri="{FF2B5EF4-FFF2-40B4-BE49-F238E27FC236}">
                <a16:creationId xmlns:a16="http://schemas.microsoft.com/office/drawing/2014/main" id="{9B6B22C9-2AEA-E538-A4D1-D8E2CA4170FB}"/>
              </a:ext>
            </a:extLst>
          </p:cNvPr>
          <p:cNvSpPr/>
          <p:nvPr/>
        </p:nvSpPr>
        <p:spPr>
          <a:xfrm>
            <a:off x="5581164" y="16264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8" name="Shape 32">
            <a:extLst>
              <a:ext uri="{FF2B5EF4-FFF2-40B4-BE49-F238E27FC236}">
                <a16:creationId xmlns:a16="http://schemas.microsoft.com/office/drawing/2014/main" id="{D1BC6CA2-121C-2402-644A-922E02CBA438}"/>
              </a:ext>
            </a:extLst>
          </p:cNvPr>
          <p:cNvSpPr/>
          <p:nvPr/>
        </p:nvSpPr>
        <p:spPr>
          <a:xfrm>
            <a:off x="5782332" y="16264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9" name="Shape 33">
            <a:extLst>
              <a:ext uri="{FF2B5EF4-FFF2-40B4-BE49-F238E27FC236}">
                <a16:creationId xmlns:a16="http://schemas.microsoft.com/office/drawing/2014/main" id="{0437A985-3DAA-C570-AE26-DD4DF29A7793}"/>
              </a:ext>
            </a:extLst>
          </p:cNvPr>
          <p:cNvSpPr/>
          <p:nvPr/>
        </p:nvSpPr>
        <p:spPr>
          <a:xfrm>
            <a:off x="5983500" y="16264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0" name="Shape 34">
            <a:extLst>
              <a:ext uri="{FF2B5EF4-FFF2-40B4-BE49-F238E27FC236}">
                <a16:creationId xmlns:a16="http://schemas.microsoft.com/office/drawing/2014/main" id="{F85DD92D-8C6C-6993-108B-9DBFA1C00BC0}"/>
              </a:ext>
            </a:extLst>
          </p:cNvPr>
          <p:cNvSpPr/>
          <p:nvPr/>
        </p:nvSpPr>
        <p:spPr>
          <a:xfrm>
            <a:off x="6184668" y="16264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1" name="Shape 35">
            <a:extLst>
              <a:ext uri="{FF2B5EF4-FFF2-40B4-BE49-F238E27FC236}">
                <a16:creationId xmlns:a16="http://schemas.microsoft.com/office/drawing/2014/main" id="{6F5C0478-3332-21A8-EB50-F9C414AA7D7D}"/>
              </a:ext>
            </a:extLst>
          </p:cNvPr>
          <p:cNvSpPr/>
          <p:nvPr/>
        </p:nvSpPr>
        <p:spPr>
          <a:xfrm>
            <a:off x="6385836" y="16264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2" name="Shape 36">
            <a:extLst>
              <a:ext uri="{FF2B5EF4-FFF2-40B4-BE49-F238E27FC236}">
                <a16:creationId xmlns:a16="http://schemas.microsoft.com/office/drawing/2014/main" id="{ED4A13D8-B976-973D-02D9-7EDB9B69C004}"/>
              </a:ext>
            </a:extLst>
          </p:cNvPr>
          <p:cNvSpPr/>
          <p:nvPr/>
        </p:nvSpPr>
        <p:spPr>
          <a:xfrm>
            <a:off x="6587004" y="16264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3" name="Shape 37">
            <a:extLst>
              <a:ext uri="{FF2B5EF4-FFF2-40B4-BE49-F238E27FC236}">
                <a16:creationId xmlns:a16="http://schemas.microsoft.com/office/drawing/2014/main" id="{10CF642C-94E3-DC17-8047-6485BF674892}"/>
              </a:ext>
            </a:extLst>
          </p:cNvPr>
          <p:cNvSpPr/>
          <p:nvPr/>
        </p:nvSpPr>
        <p:spPr>
          <a:xfrm>
            <a:off x="6788172" y="16264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4" name="Shape 38">
            <a:extLst>
              <a:ext uri="{FF2B5EF4-FFF2-40B4-BE49-F238E27FC236}">
                <a16:creationId xmlns:a16="http://schemas.microsoft.com/office/drawing/2014/main" id="{4ADAFE17-62AC-7C5C-BAA3-7228CD29D0A7}"/>
              </a:ext>
            </a:extLst>
          </p:cNvPr>
          <p:cNvSpPr/>
          <p:nvPr/>
        </p:nvSpPr>
        <p:spPr>
          <a:xfrm>
            <a:off x="6989340" y="16264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5" name="Shape 39">
            <a:extLst>
              <a:ext uri="{FF2B5EF4-FFF2-40B4-BE49-F238E27FC236}">
                <a16:creationId xmlns:a16="http://schemas.microsoft.com/office/drawing/2014/main" id="{1C8FC6F2-C4C8-4228-80E1-1EC7C2651D84}"/>
              </a:ext>
            </a:extLst>
          </p:cNvPr>
          <p:cNvSpPr/>
          <p:nvPr/>
        </p:nvSpPr>
        <p:spPr>
          <a:xfrm>
            <a:off x="6260690" y="157772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6" name="Shape 40">
            <a:extLst>
              <a:ext uri="{FF2B5EF4-FFF2-40B4-BE49-F238E27FC236}">
                <a16:creationId xmlns:a16="http://schemas.microsoft.com/office/drawing/2014/main" id="{E13EE479-018E-45D0-52B7-EC589676973C}"/>
              </a:ext>
            </a:extLst>
          </p:cNvPr>
          <p:cNvSpPr/>
          <p:nvPr/>
        </p:nvSpPr>
        <p:spPr>
          <a:xfrm>
            <a:off x="5610292" y="1725993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7" name="Shape 41">
            <a:extLst>
              <a:ext uri="{FF2B5EF4-FFF2-40B4-BE49-F238E27FC236}">
                <a16:creationId xmlns:a16="http://schemas.microsoft.com/office/drawing/2014/main" id="{35885C75-79A6-6A44-2C8A-152561909990}"/>
              </a:ext>
            </a:extLst>
          </p:cNvPr>
          <p:cNvSpPr/>
          <p:nvPr/>
        </p:nvSpPr>
        <p:spPr>
          <a:xfrm>
            <a:off x="5581164" y="182759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Shape 42">
            <a:extLst>
              <a:ext uri="{FF2B5EF4-FFF2-40B4-BE49-F238E27FC236}">
                <a16:creationId xmlns:a16="http://schemas.microsoft.com/office/drawing/2014/main" id="{B1B0A43C-D4B3-0376-EB13-2D8E1C101664}"/>
              </a:ext>
            </a:extLst>
          </p:cNvPr>
          <p:cNvSpPr/>
          <p:nvPr/>
        </p:nvSpPr>
        <p:spPr>
          <a:xfrm>
            <a:off x="5782332" y="182759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9" name="Shape 43">
            <a:extLst>
              <a:ext uri="{FF2B5EF4-FFF2-40B4-BE49-F238E27FC236}">
                <a16:creationId xmlns:a16="http://schemas.microsoft.com/office/drawing/2014/main" id="{E6B2733D-859B-7579-43B9-6E9F8591E20C}"/>
              </a:ext>
            </a:extLst>
          </p:cNvPr>
          <p:cNvSpPr/>
          <p:nvPr/>
        </p:nvSpPr>
        <p:spPr>
          <a:xfrm>
            <a:off x="5983500" y="182759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0" name="Shape 44">
            <a:extLst>
              <a:ext uri="{FF2B5EF4-FFF2-40B4-BE49-F238E27FC236}">
                <a16:creationId xmlns:a16="http://schemas.microsoft.com/office/drawing/2014/main" id="{7FEF66B1-BC08-5C51-C7CC-BAF91B1A9F80}"/>
              </a:ext>
            </a:extLst>
          </p:cNvPr>
          <p:cNvSpPr/>
          <p:nvPr/>
        </p:nvSpPr>
        <p:spPr>
          <a:xfrm>
            <a:off x="6184668" y="182759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1" name="Shape 45">
            <a:extLst>
              <a:ext uri="{FF2B5EF4-FFF2-40B4-BE49-F238E27FC236}">
                <a16:creationId xmlns:a16="http://schemas.microsoft.com/office/drawing/2014/main" id="{1E8A1D27-8F97-9150-EF39-9BB28F090267}"/>
              </a:ext>
            </a:extLst>
          </p:cNvPr>
          <p:cNvSpPr/>
          <p:nvPr/>
        </p:nvSpPr>
        <p:spPr>
          <a:xfrm>
            <a:off x="6385836" y="1827594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2" name="Shape 46">
            <a:extLst>
              <a:ext uri="{FF2B5EF4-FFF2-40B4-BE49-F238E27FC236}">
                <a16:creationId xmlns:a16="http://schemas.microsoft.com/office/drawing/2014/main" id="{2C905E2D-5D18-004E-646F-5E4CD4C2AEA5}"/>
              </a:ext>
            </a:extLst>
          </p:cNvPr>
          <p:cNvSpPr/>
          <p:nvPr/>
        </p:nvSpPr>
        <p:spPr>
          <a:xfrm>
            <a:off x="5638814" y="187263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3" name="Shape 47">
            <a:extLst>
              <a:ext uri="{FF2B5EF4-FFF2-40B4-BE49-F238E27FC236}">
                <a16:creationId xmlns:a16="http://schemas.microsoft.com/office/drawing/2014/main" id="{484EA502-531C-06C7-0166-30B2A241C9C3}"/>
              </a:ext>
            </a:extLst>
          </p:cNvPr>
          <p:cNvSpPr/>
          <p:nvPr/>
        </p:nvSpPr>
        <p:spPr>
          <a:xfrm>
            <a:off x="5839982" y="187263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4" name="Shape 48">
            <a:extLst>
              <a:ext uri="{FF2B5EF4-FFF2-40B4-BE49-F238E27FC236}">
                <a16:creationId xmlns:a16="http://schemas.microsoft.com/office/drawing/2014/main" id="{8D1DFB2C-F566-26C1-BEF0-0FEF4F5E3C0D}"/>
              </a:ext>
            </a:extLst>
          </p:cNvPr>
          <p:cNvSpPr/>
          <p:nvPr/>
        </p:nvSpPr>
        <p:spPr>
          <a:xfrm>
            <a:off x="6041150" y="187263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5" name="Shape 49">
            <a:extLst>
              <a:ext uri="{FF2B5EF4-FFF2-40B4-BE49-F238E27FC236}">
                <a16:creationId xmlns:a16="http://schemas.microsoft.com/office/drawing/2014/main" id="{DF63C3D6-A0EE-4CB6-379B-AF44C4CEABDF}"/>
              </a:ext>
            </a:extLst>
          </p:cNvPr>
          <p:cNvSpPr/>
          <p:nvPr/>
        </p:nvSpPr>
        <p:spPr>
          <a:xfrm>
            <a:off x="6242318" y="1872630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6" name="Shape 50">
            <a:extLst>
              <a:ext uri="{FF2B5EF4-FFF2-40B4-BE49-F238E27FC236}">
                <a16:creationId xmlns:a16="http://schemas.microsoft.com/office/drawing/2014/main" id="{E585BA6F-F1FC-3EB5-9A01-C15CBAD24162}"/>
              </a:ext>
            </a:extLst>
          </p:cNvPr>
          <p:cNvSpPr/>
          <p:nvPr/>
        </p:nvSpPr>
        <p:spPr>
          <a:xfrm>
            <a:off x="5610292" y="1927161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7" name="Shape 51">
            <a:extLst>
              <a:ext uri="{FF2B5EF4-FFF2-40B4-BE49-F238E27FC236}">
                <a16:creationId xmlns:a16="http://schemas.microsoft.com/office/drawing/2014/main" id="{131FB166-0BE7-0F95-9A95-A23F8F3948E1}"/>
              </a:ext>
            </a:extLst>
          </p:cNvPr>
          <p:cNvSpPr/>
          <p:nvPr/>
        </p:nvSpPr>
        <p:spPr>
          <a:xfrm>
            <a:off x="5581164" y="202876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8" name="Shape 52">
            <a:extLst>
              <a:ext uri="{FF2B5EF4-FFF2-40B4-BE49-F238E27FC236}">
                <a16:creationId xmlns:a16="http://schemas.microsoft.com/office/drawing/2014/main" id="{C51BB1CF-7DEE-B268-D837-A70276102A78}"/>
              </a:ext>
            </a:extLst>
          </p:cNvPr>
          <p:cNvSpPr/>
          <p:nvPr/>
        </p:nvSpPr>
        <p:spPr>
          <a:xfrm>
            <a:off x="5782332" y="202876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9" name="Shape 53">
            <a:extLst>
              <a:ext uri="{FF2B5EF4-FFF2-40B4-BE49-F238E27FC236}">
                <a16:creationId xmlns:a16="http://schemas.microsoft.com/office/drawing/2014/main" id="{4610FFAA-B8B1-7258-D5EA-F80F1EA1E958}"/>
              </a:ext>
            </a:extLst>
          </p:cNvPr>
          <p:cNvSpPr/>
          <p:nvPr/>
        </p:nvSpPr>
        <p:spPr>
          <a:xfrm>
            <a:off x="5928658" y="2024896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0" name="Shape 54">
            <a:extLst>
              <a:ext uri="{FF2B5EF4-FFF2-40B4-BE49-F238E27FC236}">
                <a16:creationId xmlns:a16="http://schemas.microsoft.com/office/drawing/2014/main" id="{34D490CF-0A50-E5D1-D6BE-5F3CA90C6703}"/>
              </a:ext>
            </a:extLst>
          </p:cNvPr>
          <p:cNvSpPr/>
          <p:nvPr/>
        </p:nvSpPr>
        <p:spPr>
          <a:xfrm>
            <a:off x="6184668" y="202876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1" name="Shape 55">
            <a:extLst>
              <a:ext uri="{FF2B5EF4-FFF2-40B4-BE49-F238E27FC236}">
                <a16:creationId xmlns:a16="http://schemas.microsoft.com/office/drawing/2014/main" id="{2047E5E4-0D8D-575C-E9A3-09B6C8083C1E}"/>
              </a:ext>
            </a:extLst>
          </p:cNvPr>
          <p:cNvSpPr/>
          <p:nvPr/>
        </p:nvSpPr>
        <p:spPr>
          <a:xfrm>
            <a:off x="6385836" y="2028762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2" name="Shape 56">
            <a:extLst>
              <a:ext uri="{FF2B5EF4-FFF2-40B4-BE49-F238E27FC236}">
                <a16:creationId xmlns:a16="http://schemas.microsoft.com/office/drawing/2014/main" id="{37F92551-2CB6-C160-83D6-B33BB69E6618}"/>
              </a:ext>
            </a:extLst>
          </p:cNvPr>
          <p:cNvSpPr/>
          <p:nvPr/>
        </p:nvSpPr>
        <p:spPr>
          <a:xfrm>
            <a:off x="5638814" y="207379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3" name="Shape 57">
            <a:extLst>
              <a:ext uri="{FF2B5EF4-FFF2-40B4-BE49-F238E27FC236}">
                <a16:creationId xmlns:a16="http://schemas.microsoft.com/office/drawing/2014/main" id="{B9FA3D4A-DA69-1345-B732-DF1C598063A6}"/>
              </a:ext>
            </a:extLst>
          </p:cNvPr>
          <p:cNvSpPr/>
          <p:nvPr/>
        </p:nvSpPr>
        <p:spPr>
          <a:xfrm>
            <a:off x="5839982" y="207379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4" name="Shape 58">
            <a:extLst>
              <a:ext uri="{FF2B5EF4-FFF2-40B4-BE49-F238E27FC236}">
                <a16:creationId xmlns:a16="http://schemas.microsoft.com/office/drawing/2014/main" id="{CEDA007F-BFB4-4279-1B5E-04AB7FF560D9}"/>
              </a:ext>
            </a:extLst>
          </p:cNvPr>
          <p:cNvSpPr/>
          <p:nvPr/>
        </p:nvSpPr>
        <p:spPr>
          <a:xfrm>
            <a:off x="6041150" y="207379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5" name="Shape 59">
            <a:extLst>
              <a:ext uri="{FF2B5EF4-FFF2-40B4-BE49-F238E27FC236}">
                <a16:creationId xmlns:a16="http://schemas.microsoft.com/office/drawing/2014/main" id="{B38E7651-CF9F-A18C-EBCA-F5F9D26AC074}"/>
              </a:ext>
            </a:extLst>
          </p:cNvPr>
          <p:cNvSpPr/>
          <p:nvPr/>
        </p:nvSpPr>
        <p:spPr>
          <a:xfrm>
            <a:off x="6242318" y="2073798"/>
            <a:ext cx="45720" cy="45720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93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14063</TotalTime>
  <Words>1330</Words>
  <Application>Microsoft Macintosh PowerPoint</Application>
  <PresentationFormat>On-screen Show (16:9)</PresentationFormat>
  <Paragraphs>302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</vt:lpstr>
      <vt:lpstr>Cambria Math</vt:lpstr>
      <vt:lpstr>Consolas</vt:lpstr>
      <vt:lpstr>Source Code Pro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 — From Scratch</dc:title>
  <dc:subject>PptxGenJS Presentation</dc:subject>
  <dc:creator>Project Team</dc:creator>
  <cp:lastModifiedBy>Mohamed Shaddad</cp:lastModifiedBy>
  <cp:revision>16</cp:revision>
  <cp:lastPrinted>2026-05-08T15:26:10Z</cp:lastPrinted>
  <dcterms:created xsi:type="dcterms:W3CDTF">2026-04-30T17:46:31Z</dcterms:created>
  <dcterms:modified xsi:type="dcterms:W3CDTF">2026-05-13T12:53:34Z</dcterms:modified>
</cp:coreProperties>
</file>